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ccd40c4b504643" /><Relationship Type="http://schemas.openxmlformats.org/officeDocument/2006/relationships/extended-properties" Target="/docProps/app.xml" Id="Rd5761f0038fd4cc2" /><Relationship Type="http://schemas.openxmlformats.org/officeDocument/2006/relationships/officeDocument" Target="/ppt/presentation.xml" Id="Rb4166f8e7ad64a7c" /></Relationships>
</file>

<file path=ppt/presentation.xml><?xml version="1.0" encoding="utf-8"?>
<p:presentation xmlns:p="http://schemas.openxmlformats.org/presentationml/2006/main">
  <p:sldMasterIdLst>
    <p:sldMasterId xmlns:r="http://schemas.openxmlformats.org/officeDocument/2006/relationships" id="2147483648" r:id="Re9858caa88b449ef"/>
  </p:sldMasterIdLst>
  <p:notesMasterIdLst>
    <p:notesMasterId xmlns:r="http://schemas.openxmlformats.org/officeDocument/2006/relationships" r:id="R2467143ebeca4e63"/>
  </p:notesMasterIdLst>
  <p:sldIdLst>
    <p:sldId xmlns:r="http://schemas.openxmlformats.org/officeDocument/2006/relationships" id="256" r:id="Rbdbd7dce60b7494a"/>
    <p:sldId xmlns:r="http://schemas.openxmlformats.org/officeDocument/2006/relationships" id="257" r:id="R1b934cffa74444d5"/>
    <p:sldId xmlns:r="http://schemas.openxmlformats.org/officeDocument/2006/relationships" id="258" r:id="Rca659bbd43254679"/>
    <p:sldId xmlns:r="http://schemas.openxmlformats.org/officeDocument/2006/relationships" id="259" r:id="Re7a49915fca948c2"/>
    <p:sldId xmlns:r="http://schemas.openxmlformats.org/officeDocument/2006/relationships" id="260" r:id="Rbf780aeb15284a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d6dd162f794ce8" /><Relationship Type="http://schemas.openxmlformats.org/officeDocument/2006/relationships/slideMaster" Target="/ppt/slideMasters/slideMaster1.xml" Id="Re9858caa88b449ef" /><Relationship Type="http://schemas.openxmlformats.org/officeDocument/2006/relationships/notesMaster" Target="/ppt/notesMasters/notesMaster1.xml" Id="R2467143ebeca4e63" /><Relationship Type="http://schemas.openxmlformats.org/officeDocument/2006/relationships/presProps" Target="/ppt/presProps.xml" Id="R3797419d29ea49c5" /><Relationship Type="http://schemas.openxmlformats.org/officeDocument/2006/relationships/tableStyles" Target="/ppt/tableStyles.xml" Id="Rfae7434841764dd3" /><Relationship Type="http://schemas.openxmlformats.org/officeDocument/2006/relationships/slide" Target="/ppt/slides/slide1.xml" Id="Rbdbd7dce60b7494a" /><Relationship Type="http://schemas.openxmlformats.org/officeDocument/2006/relationships/slide" Target="/ppt/slides/slide2.xml" Id="R1b934cffa74444d5" /><Relationship Type="http://schemas.openxmlformats.org/officeDocument/2006/relationships/slide" Target="/ppt/slides/slide3.xml" Id="Rca659bbd43254679" /><Relationship Type="http://schemas.openxmlformats.org/officeDocument/2006/relationships/slide" Target="/ppt/slides/slide4.xml" Id="Re7a49915fca948c2" /><Relationship Type="http://schemas.openxmlformats.org/officeDocument/2006/relationships/slide" Target="/ppt/slides/slide5.xml" Id="Rbf780aeb15284a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9389d4d1de4c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9485fed7e84f38" /><Relationship Type="http://schemas.openxmlformats.org/officeDocument/2006/relationships/notesMaster" Target="/ppt/notesMasters/notesMaster1.xml" Id="Raa7c7227a13a42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886a833cb342f7" /><Relationship Type="http://schemas.openxmlformats.org/officeDocument/2006/relationships/notesMaster" Target="/ppt/notesMasters/notesMaster1.xml" Id="Rce0632bfcf754a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d8ec40940b4815" /><Relationship Type="http://schemas.openxmlformats.org/officeDocument/2006/relationships/notesMaster" Target="/ppt/notesMasters/notesMaster1.xml" Id="R9718ddd31e8c40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c72a901c5f432a" /><Relationship Type="http://schemas.openxmlformats.org/officeDocument/2006/relationships/notesMaster" Target="/ppt/notesMasters/notesMaster1.xml" Id="R00dd5d6e21a443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71dcf40a1d433c" /><Relationship Type="http://schemas.openxmlformats.org/officeDocument/2006/relationships/notesMaster" Target="/ppt/notesMasters/notesMaster1.xml" Id="Ra1d98b9299f349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OneCase overview and complaint journey. The application preserves source/receipt, next action, transfer acknowledgements and original complaints. Public users see their own authorized records. Staff registration requests access rather than granting privileges. Team MODEST is user-supplied. This is a team prototype, not an official AICTE service or endorsement. The provided live link reached sign-in after waking during review.</a:t>
            </a:r>
          </a:p>
          <a:p xmlns:a="http://schemas.openxmlformats.org/drawingml/2006/main">
            <a:r>
              <a:t/>
            </a:r>
          </a:p>
          <a:p xmlns:a="http://schemas.openxmlformats.org/drawingml/2006/main">
            <a:r>
              <a:t>OneCase is a working complaint-coordination application. SIH26264 is the project problem-statement identifier supplied in project requirements; this is a team prototype, not an official AICTE service or endorsement. Public intake, staff access requests and synthetic demo roles are implemented. The live sign-in page was reached after a cold start during this review.</a:t>
            </a:r>
          </a:p>
          <a:p xmlns:a="http://schemas.openxmlformats.org/drawingml/2006/main">
            <a:r>
              <a:t/>
            </a:r>
          </a:p>
          <a:p xmlns:a="http://schemas.openxmlformats.org/drawingml/2006/main">
            <a:r>
              <a:t>Implementation evidence (working tree reviewed 28 October 2026):</a:t>
            </a:r>
          </a:p>
          <a:p xmlns:a="http://schemas.openxmlformats.org/drawingml/2006/main">
            <a:r>
              <a:t>• backend/app/intake.py: submit, intake_owner</a:t>
            </a:r>
          </a:p>
          <a:p xmlns:a="http://schemas.openxmlformats.org/drawingml/2006/main">
            <a:r>
              <a:t>• backend/app/api.py: detail, transfer, add_action</a:t>
            </a:r>
          </a:p>
          <a:p xmlns:a="http://schemas.openxmlformats.org/drawingml/2006/main">
            <a:r>
              <a:t>• frontend/src/App.tsx</a:t>
            </a:r>
          </a:p>
          <a:p xmlns:a="http://schemas.openxmlformats.org/drawingml/2006/main">
            <a:r>
              <a:t>• frontend/src/features/ComplaintIntake.tsx</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Stakeholders can register and submit their own complaints, choose an institution, retain source information, upload proof and track the authorized timeline. New staff registrations request access rather than granting staff privileges. Administrators approve accounts and assign bounded access. Intake requires a configured accountable officer or remains in an inactive intake queue for assignment. Transfers preserve the original receipt and deadlines. Closure requires an available outcome document and recorded communication. A report snapshot is frozen; the record can be reopened through an authorized transition.</a:t>
            </a:r>
          </a:p>
          <a:p xmlns:a="http://schemas.openxmlformats.org/drawingml/2006/main">
            <a:r>
              <a:t/>
            </a:r>
          </a:p>
          <a:p xmlns:a="http://schemas.openxmlformats.org/drawingml/2006/main">
            <a:r>
              <a:t>Implementation evidence (working tree reviewed 28 October 2026):</a:t>
            </a:r>
          </a:p>
          <a:p xmlns:a="http://schemas.openxmlformats.org/drawingml/2006/main">
            <a:r>
              <a:t>• backend/app/intake.py</a:t>
            </a:r>
          </a:p>
          <a:p xmlns:a="http://schemas.openxmlformats.org/drawingml/2006/main">
            <a:r>
              <a:t>• backend/app/api.py: signup, upload, transfer, change_status</a:t>
            </a:r>
          </a:p>
          <a:p xmlns:a="http://schemas.openxmlformats.org/drawingml/2006/main">
            <a:r>
              <a:t>• backend/app/complaint_reports.py</a:t>
            </a:r>
          </a:p>
          <a:p xmlns:a="http://schemas.openxmlformats.org/drawingml/2006/main">
            <a:r>
              <a:t>• frontend/src/features/Registration.tsx</a:t>
            </a:r>
          </a:p>
          <a:p xmlns:a="http://schemas.openxmlformats.org/drawingml/2006/main">
            <a:r>
              <a:t>• frontend/src/features/ComplaintRecord.tsx</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Implementation evidence (working tree reviewed 28 October 2026):</a:t>
            </a:r>
          </a:p>
          <a:p xmlns:a="http://schemas.openxmlformats.org/drawingml/2006/main">
            <a:r>
              <a:t>• backend/app/intake.py</a:t>
            </a:r>
          </a:p>
          <a:p xmlns:a="http://schemas.openxmlformats.org/drawingml/2006/main">
            <a:r>
              <a:t>• backend/app/api.py</a:t>
            </a:r>
          </a:p>
          <a:p xmlns:a="http://schemas.openxmlformats.org/drawingml/2006/main">
            <a:r>
              <a:t>• frontend/src/features/Registration.tsx</a:t>
            </a:r>
          </a:p>
          <a:p xmlns:a="http://schemas.openxmlformats.org/drawingml/2006/main">
            <a:r>
              <a:t>• frontend/src/features/ComplaintRecord.tsx</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reflects current source rather than the older Express/MongoDB roadmap. The Vercel function only proxies API traffic and forwards the existing shared proxy credential server-side. Core services run on Render. Models load locally in the separate worker with pinned revisions; no hosted LLM is required. PostgreSQL is required by production startup checks, while local synthetic checks use SQLite. Neon bucket configuration is private, server-only. Redis is rate-limit storage, not an inference service. SendGrid is used for password-reset delivery. Provisioning and deployment configuration still determine whether each service is available.</a:t>
            </a:r>
          </a:p>
          <a:p xmlns:a="http://schemas.openxmlformats.org/drawingml/2006/main">
            <a:r>
              <a:t/>
            </a:r>
          </a:p>
          <a:p xmlns:a="http://schemas.openxmlformats.org/drawingml/2006/main">
            <a:r>
              <a:t>Implementation evidence (working tree reviewed 28 October 2026):</a:t>
            </a:r>
          </a:p>
          <a:p xmlns:a="http://schemas.openxmlformats.org/drawingml/2006/main">
            <a:r>
              <a:t>• frontend/api/proxy.js</a:t>
            </a:r>
          </a:p>
          <a:p xmlns:a="http://schemas.openxmlformats.org/drawingml/2006/main">
            <a:r>
              <a:t>• frontend/vercel.json</a:t>
            </a:r>
          </a:p>
          <a:p xmlns:a="http://schemas.openxmlformats.org/drawingml/2006/main">
            <a:r>
              <a:t>• backend/render.yaml</a:t>
            </a:r>
          </a:p>
          <a:p xmlns:a="http://schemas.openxmlformats.org/drawingml/2006/main">
            <a:r>
              <a:t>• backend/serve.py</a:t>
            </a:r>
          </a:p>
          <a:p xmlns:a="http://schemas.openxmlformats.org/drawingml/2006/main">
            <a:r>
              <a:t>• backend/worker.py</a:t>
            </a:r>
          </a:p>
          <a:p xmlns:a="http://schemas.openxmlformats.org/drawingml/2006/main">
            <a:r>
              <a:t>• backend/app/__init__.py</a:t>
            </a:r>
          </a:p>
          <a:p xmlns:a="http://schemas.openxmlformats.org/drawingml/2006/main">
            <a:r>
              <a:t>• backend/app/storage.py</a:t>
            </a:r>
          </a:p>
          <a:p xmlns:a="http://schemas.openxmlformats.org/drawingml/2006/main">
            <a:r>
              <a:t>• backend/app/rate_limits.py</a:t>
            </a:r>
          </a:p>
          <a:p xmlns:a="http://schemas.openxmlformats.org/drawingml/2006/main">
            <a:r>
              <a:t>• backend/app/mail.py</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Source model identifiers: sentence-transformers/all-MiniLM-L6-v2 and cross-encoder/ms-marco-MiniLM-L6-v2, with committed revision hashes. Normalization strips markup and masks common email/phone patterns. Candidate comparisons are restricted to the same verified institution. Top-k is 20; default weights are 0.35 semantic, 0.55 reranker and 0.10 category. These are explicitly unvalidated demo weights, not probabilities. Truncation and model versions are recorded. Content revisions invalidate stale decisions. The current matcher operates on complaint descriptions; comprehensive issue-level matching and multilingual/domain accuracy benchmarks are not implemented. No automatic merging or AI adjudication occurs.</a:t>
            </a:r>
          </a:p>
          <a:p xmlns:a="http://schemas.openxmlformats.org/drawingml/2006/main">
            <a:r>
              <a:t/>
            </a:r>
          </a:p>
          <a:p xmlns:a="http://schemas.openxmlformats.org/drawingml/2006/main">
            <a:r>
              <a:t>Research: https://aclanthology.org/D19-1410/</a:t>
            </a:r>
          </a:p>
          <a:p xmlns:a="http://schemas.openxmlformats.org/drawingml/2006/main">
            <a:r>
              <a:t>https://sbert.net/examples/sentence_transformer/applications/retrieve_rerank/README.html</a:t>
            </a:r>
          </a:p>
          <a:p xmlns:a="http://schemas.openxmlformats.org/drawingml/2006/main">
            <a:r>
              <a:t/>
            </a:r>
          </a:p>
          <a:p xmlns:a="http://schemas.openxmlformats.org/drawingml/2006/main">
            <a:r>
              <a:t>Implementation evidence (working tree reviewed 28 October 2026):</a:t>
            </a:r>
          </a:p>
          <a:p xmlns:a="http://schemas.openxmlformats.org/drawingml/2006/main">
            <a:r>
              <a:t>• backend/app/matching.py</a:t>
            </a:r>
          </a:p>
          <a:p xmlns:a="http://schemas.openxmlformats.org/drawingml/2006/main">
            <a:r>
              <a:t>• backend/model-bundle.json</a:t>
            </a:r>
          </a:p>
          <a:p xmlns:a="http://schemas.openxmlformats.org/drawingml/2006/main">
            <a:r>
              <a:t>• backend/app/api.py: review, retry_matching</a:t>
            </a:r>
          </a:p>
          <a:p xmlns:a="http://schemas.openxmlformats.org/drawingml/2006/main">
            <a:r>
              <a:t>• frontend/src/App.tsx: OverlapDetail</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Implementation evidence (working tree reviewed 28 October 2026):</a:t>
            </a:r>
          </a:p>
          <a:p xmlns:a="http://schemas.openxmlformats.org/drawingml/2006/main">
            <a:r>
              <a:t>• frontend/api/proxy.js</a:t>
            </a:r>
          </a:p>
          <a:p xmlns:a="http://schemas.openxmlformats.org/drawingml/2006/main">
            <a:r>
              <a:t>• backend/render.yaml</a:t>
            </a:r>
          </a:p>
          <a:p xmlns:a="http://schemas.openxmlformats.org/drawingml/2006/main">
            <a:r>
              <a:t>• backend/worker.py</a:t>
            </a:r>
          </a:p>
          <a:p xmlns:a="http://schemas.openxmlformats.org/drawingml/2006/main">
            <a:r>
              <a:t>• backend/app/storage.py</a:t>
            </a:r>
          </a:p>
          <a:p xmlns:a="http://schemas.openxmlformats.org/drawingml/2006/main">
            <a:r>
              <a:t>• backend/app/matching.py</a:t>
            </a:r>
          </a:p>
          <a:p xmlns:a="http://schemas.openxmlformats.org/drawingml/2006/main">
            <a:r>
              <a:t>• backend/model-bundle.json</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implements server-side CSRF checks, HTTPS-cookie requirements in production, Argon2 hashing, opaque hashed sessions, secret encryption for MFA, recovery codes and recent-authentication gates. First-time non-demo privileged users must enroll MFA before workspace access. Scope is checked on case and document requests and field serialization redacts history. The current Render Blueprint explicitly sets MALWARE_SCAN_ENABLED=false at the user's request. New bypassed uploads still undergo signature/extension/size checks and bounded parsing; they are stored as unscanned, not clean. Rejected files remain blocked. Enabling scanning again blocks unscanned evidence pending worker scanning. This is not a security certification or a statement that the live host's configuration has been independently audited.</a:t>
            </a:r>
          </a:p>
          <a:p xmlns:a="http://schemas.openxmlformats.org/drawingml/2006/main">
            <a:r>
              <a:t/>
            </a:r>
          </a:p>
          <a:p xmlns:a="http://schemas.openxmlformats.org/drawingml/2006/main">
            <a:r>
              <a:t>Security reference: https://cheatsheetseries.owasp.org/cheatsheets/Authorization_Cheat_Sheet.html</a:t>
            </a:r>
          </a:p>
          <a:p xmlns:a="http://schemas.openxmlformats.org/drawingml/2006/main">
            <a:r>
              <a:t/>
            </a:r>
          </a:p>
          <a:p xmlns:a="http://schemas.openxmlformats.org/drawingml/2006/main">
            <a:r>
              <a:t>Implementation evidence (working tree reviewed 28 October 2026):</a:t>
            </a:r>
          </a:p>
          <a:p xmlns:a="http://schemas.openxmlformats.org/drawingml/2006/main">
            <a:r>
              <a:t>• backend/app/auth.py</a:t>
            </a:r>
          </a:p>
          <a:p xmlns:a="http://schemas.openxmlformats.org/drawingml/2006/main">
            <a:r>
              <a:t>• backend/app/security.py</a:t>
            </a:r>
          </a:p>
          <a:p xmlns:a="http://schemas.openxmlformats.org/drawingml/2006/main">
            <a:r>
              <a:t>• backend/app/documents.py</a:t>
            </a:r>
          </a:p>
          <a:p xmlns:a="http://schemas.openxmlformats.org/drawingml/2006/main">
            <a:r>
              <a:t>• backend/app/storage.py</a:t>
            </a:r>
          </a:p>
          <a:p xmlns:a="http://schemas.openxmlformats.org/drawingml/2006/main">
            <a:r>
              <a:t>• backend/app/api.py: upload, download</a:t>
            </a:r>
          </a:p>
          <a:p xmlns:a="http://schemas.openxmlformats.org/drawingml/2006/main">
            <a:r>
              <a:t>• backend/render.yaml</a:t>
            </a:r>
          </a:p>
          <a:p xmlns:a="http://schemas.openxmlformats.org/drawingml/2006/main">
            <a:r>
              <a:t>• frontend/src/features/MfaEnrollment.tsx</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Feasibility claims describe implemented components, not measured production uptime or user adoption. Render Free currently documents an idle spin-down after 15 minutes and a cold start of about a minute. GET /api/wake is public liveness without database/Redis/model work; /api/health still checks database readiness. Initial browser startup retries temporary wake failures for up to 90 seconds and never replays mutations. Signed-out sessions remain subject to revocation. No new environment key was introduced for wake-up. Worker hosting remains separate and is paid in the current Blueprint. The removed scanner is not provisioned by current YAML; existing cloud resources are not automatically deleted by local code edits.</a:t>
            </a:r>
          </a:p>
          <a:p xmlns:a="http://schemas.openxmlformats.org/drawingml/2006/main">
            <a:r>
              <a:t/>
            </a:r>
          </a:p>
          <a:p xmlns:a="http://schemas.openxmlformats.org/drawingml/2006/main">
            <a:r>
              <a:t>Hosting source: https://render.com/docs/free</a:t>
            </a:r>
          </a:p>
          <a:p xmlns:a="http://schemas.openxmlformats.org/drawingml/2006/main">
            <a:r>
              <a:t/>
            </a:r>
          </a:p>
          <a:p xmlns:a="http://schemas.openxmlformats.org/drawingml/2006/main">
            <a:r>
              <a:t>Implementation evidence (working tree reviewed 28 October 2026):</a:t>
            </a:r>
          </a:p>
          <a:p xmlns:a="http://schemas.openxmlformats.org/drawingml/2006/main">
            <a:r>
              <a:t>• backend/app/__init__.py: wake, health</a:t>
            </a:r>
          </a:p>
          <a:p xmlns:a="http://schemas.openxmlformats.org/drawingml/2006/main">
            <a:r>
              <a:t>• backend/app/rate_limits.py</a:t>
            </a:r>
          </a:p>
          <a:p xmlns:a="http://schemas.openxmlformats.org/drawingml/2006/main">
            <a:r>
              <a:t>• frontend/src/lib/api.ts: wakeBackend</a:t>
            </a:r>
          </a:p>
          <a:p xmlns:a="http://schemas.openxmlformats.org/drawingml/2006/main">
            <a:r>
              <a:t>• frontend/src/features/BackendStarting.tsx</a:t>
            </a:r>
          </a:p>
          <a:p xmlns:a="http://schemas.openxmlformats.org/drawingml/2006/main">
            <a:r>
              <a:t>• backend/render.yaml</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Implementation evidence (working tree reviewed 28 October 2026):</a:t>
            </a:r>
          </a:p>
          <a:p xmlns:a="http://schemas.openxmlformats.org/drawingml/2006/main">
            <a:r>
              <a:t>• backend/app/auth.py</a:t>
            </a:r>
          </a:p>
          <a:p xmlns:a="http://schemas.openxmlformats.org/drawingml/2006/main">
            <a:r>
              <a:t>• backend/app/security.py</a:t>
            </a:r>
          </a:p>
          <a:p xmlns:a="http://schemas.openxmlformats.org/drawingml/2006/main">
            <a:r>
              <a:t>• backend/app/documents.py</a:t>
            </a:r>
          </a:p>
          <a:p xmlns:a="http://schemas.openxmlformats.org/drawingml/2006/main">
            <a:r>
              <a:t>• backend/app/__init__.py</a:t>
            </a:r>
          </a:p>
          <a:p xmlns:a="http://schemas.openxmlformats.org/drawingml/2006/main">
            <a:r>
              <a:t>• frontend/src/lib/api.ts</a:t>
            </a:r>
          </a:p>
          <a:p xmlns:a="http://schemas.openxmlformats.org/drawingml/2006/main">
            <a:r>
              <a:t>• backend/render.yaml</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routes support different proceeding kinds rather than treating every complaint as one legally interchangeable path. The code records authority, records, milestone policy snapshots, notices/orders, compliance submissions and independent verifications. A respondent cannot verify its own compliance; disposition checks outstanding obligations. Prepared packets are distinct from actual external dispatch and acknowledgement. An internal complaint can be administratively disposed while recorded external proceedings continue. Existing records are not silently rewritten; corrections and timeline events retain history. Closure PDFs freeze a snapshot with timestamps, evidence metadata and scan state; they do not cryptographically prove database immutability. The screenshot shows the actual proceeding interface with synthetic data, not a claim of any real external filing.</a:t>
            </a:r>
          </a:p>
          <a:p xmlns:a="http://schemas.openxmlformats.org/drawingml/2006/main">
            <a:r>
              <a:t/>
            </a:r>
          </a:p>
          <a:p xmlns:a="http://schemas.openxmlformats.org/drawingml/2006/main">
            <a:r>
              <a:t>Implementation evidence (working tree reviewed 28 October 2026):</a:t>
            </a:r>
          </a:p>
          <a:p xmlns:a="http://schemas.openxmlformats.org/drawingml/2006/main">
            <a:r>
              <a:t>• backend/app/workflow.py</a:t>
            </a:r>
          </a:p>
          <a:p xmlns:a="http://schemas.openxmlformats.org/drawingml/2006/main">
            <a:r>
              <a:t>• backend/app/complaint_reports.py</a:t>
            </a:r>
          </a:p>
          <a:p xmlns:a="http://schemas.openxmlformats.org/drawingml/2006/main">
            <a:r>
              <a:t>• backend/app/models.py</a:t>
            </a:r>
          </a:p>
          <a:p xmlns:a="http://schemas.openxmlformats.org/drawingml/2006/main">
            <a:r>
              <a:t>• frontend/src/features/WorkflowPanel.tsx</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The expected benefits are design inferences from the implemented workflow. No user study, quantified savings, institutional adoption, accuracy benchmark or proven SLA improvement is asserted. The dashboard tracks scoped totals, case ageing, overdue records, matching states, attention lists and recent history. CSV and cohort reports are implemented with authorization. Aggregated monitoring access is separate from detailed case/document access. The current dashboard uses request/refetch behavior, not a claimed realtime subscription system.</a:t>
            </a:r>
          </a:p>
          <a:p xmlns:a="http://schemas.openxmlformats.org/drawingml/2006/main">
            <a:r>
              <a:t/>
            </a:r>
          </a:p>
          <a:p xmlns:a="http://schemas.openxmlformats.org/drawingml/2006/main">
            <a:r>
              <a:t>Implementation evidence (working tree reviewed 28 October 2026):</a:t>
            </a:r>
          </a:p>
          <a:p xmlns:a="http://schemas.openxmlformats.org/drawingml/2006/main">
            <a:r>
              <a:t>• backend/app/api.py: dashboard, report_metrics, export</a:t>
            </a:r>
          </a:p>
          <a:p xmlns:a="http://schemas.openxmlformats.org/drawingml/2006/main">
            <a:r>
              <a:t>• backend/app/auth.py: scope, has_content</a:t>
            </a:r>
          </a:p>
          <a:p xmlns:a="http://schemas.openxmlformats.org/drawingml/2006/main">
            <a:r>
              <a:t>• backend/app/jobs.py: monitor</a:t>
            </a:r>
          </a:p>
          <a:p xmlns:a="http://schemas.openxmlformats.org/drawingml/2006/main">
            <a:r>
              <a:t>• frontend/src/App.tsx: Dashboard, Reports</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The status table follows source inspection, not README assertions alone. The older roadmap's Express/MongoDB stack has not been used to describe the current app. Existing normalized issue/person tables do not imply a completed issue-level matcher. Administrative institution verification is manual and approved; an official registry integration is absent. CSV export exists; a staged bulk CSV importer does not. The app includes a manifest and a native browser install button when the browser offers installation, with no private offline-cache claim. Deployed secrets, sender verification, workers, resource memory, database/bucket policies, backups, production uptime and scanner provisioning remain operational prerequisites. The live frontend was observed waking and reaching sign-in; this does not verify every production feature.</a:t>
            </a:r>
          </a:p>
          <a:p xmlns:a="http://schemas.openxmlformats.org/drawingml/2006/main">
            <a:r>
              <a:t/>
            </a:r>
          </a:p>
          <a:p xmlns:a="http://schemas.openxmlformats.org/drawingml/2006/main">
            <a:r>
              <a:t>Implementation evidence (working tree reviewed 28 October 2026):</a:t>
            </a:r>
          </a:p>
          <a:p xmlns:a="http://schemas.openxmlformats.org/drawingml/2006/main">
            <a:r>
              <a:t>• backend/app/api.py</a:t>
            </a:r>
          </a:p>
          <a:p xmlns:a="http://schemas.openxmlformats.org/drawingml/2006/main">
            <a:r>
              <a:t>• backend/app/workflow.py</a:t>
            </a:r>
          </a:p>
          <a:p xmlns:a="http://schemas.openxmlformats.org/drawingml/2006/main">
            <a:r>
              <a:t>• backend/app/administration.py</a:t>
            </a:r>
          </a:p>
          <a:p xmlns:a="http://schemas.openxmlformats.org/drawingml/2006/main">
            <a:r>
              <a:t>• backend/app/matching.py</a:t>
            </a:r>
          </a:p>
          <a:p xmlns:a="http://schemas.openxmlformats.org/drawingml/2006/main">
            <a:r>
              <a:t>• backend/app/documents.py</a:t>
            </a:r>
          </a:p>
          <a:p xmlns:a="http://schemas.openxmlformats.org/drawingml/2006/main">
            <a:r>
              <a:t>• frontend/public/manifest.webmanifest</a:t>
            </a:r>
          </a:p>
          <a:p xmlns:a="http://schemas.openxmlformats.org/drawingml/2006/main">
            <a:r>
              <a:t>• frontend/src/components/InstallApp.tsx</a:t>
            </a:r>
          </a:p>
          <a:p xmlns:a="http://schemas.openxmlformats.org/drawingml/2006/main">
            <a:r>
              <a:t>• backend/render.yaml</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Screenshot is the actual local website using synthetic records. Benefits remain expected, not measured. Prepared packets do not prove external filing. Administrative disposal does not automatically end external proceedings. Browser installation depends on the browser offering a native prompt; no private offline cache is claimed.</a:t>
            </a:r>
          </a:p>
          <a:p xmlns:a="http://schemas.openxmlformats.org/drawingml/2006/main">
            <a:r>
              <a:t/>
            </a:r>
          </a:p>
          <a:p xmlns:a="http://schemas.openxmlformats.org/drawingml/2006/main">
            <a:r>
              <a:t>Implementation evidence (working tree reviewed 28 October 2026):</a:t>
            </a:r>
          </a:p>
          <a:p xmlns:a="http://schemas.openxmlformats.org/drawingml/2006/main">
            <a:r>
              <a:t>• backend/app/workflow.py</a:t>
            </a:r>
          </a:p>
          <a:p xmlns:a="http://schemas.openxmlformats.org/drawingml/2006/main">
            <a:r>
              <a:t>• backend/app/complaint_reports.py</a:t>
            </a:r>
          </a:p>
          <a:p xmlns:a="http://schemas.openxmlformats.org/drawingml/2006/main">
            <a:r>
              <a:t>• backend/app/api.py: dashboard, export, report_metrics</a:t>
            </a:r>
          </a:p>
          <a:p xmlns:a="http://schemas.openxmlformats.org/drawingml/2006/main">
            <a:r>
              <a:t>• backend/app/administration.py</a:t>
            </a:r>
          </a:p>
          <a:p xmlns:a="http://schemas.openxmlformats.org/drawingml/2006/main">
            <a:r>
              <a:t>• frontend/public/manifest.webmanifest</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Online research checked 28 October 2026. This table connects published guidance to observed implementation; it is not a claim of AICTE endorsement, legal compliance certification, or measured benefit.</a:t>
            </a:r>
          </a:p>
          <a:p xmlns:a="http://schemas.openxmlformats.org/drawingml/2006/main">
            <a:r>
              <a:t/>
            </a:r>
          </a:p>
          <a:p xmlns:a="http://schemas.openxmlformats.org/drawingml/2006/main">
            <a:r>
              <a:t>[1] AICTE Approval Process Handbook 2024-2027</a:t>
            </a:r>
          </a:p>
          <a:p xmlns:a="http://schemas.openxmlformats.org/drawingml/2006/main">
            <a:r>
              <a:t>https://fliphtml5.com/jfjx/zbte/APH-2024-27/</a:t>
            </a:r>
          </a:p>
          <a:p xmlns:a="http://schemas.openxmlformats.org/drawingml/2006/main">
            <a:r>
              <a:t/>
            </a:r>
          </a:p>
          <a:p xmlns:a="http://schemas.openxmlformats.org/drawingml/2006/main">
            <a:r>
              <a:t>[2] Reimers &amp; Gurevych, Sentence-BERT (EMNLP-IJCNLP 2019)</a:t>
            </a:r>
          </a:p>
          <a:p xmlns:a="http://schemas.openxmlformats.org/drawingml/2006/main">
            <a:r>
              <a:t>https://aclanthology.org/D19-1410/</a:t>
            </a:r>
          </a:p>
          <a:p xmlns:a="http://schemas.openxmlformats.org/drawingml/2006/main">
            <a:r>
              <a:t/>
            </a:r>
          </a:p>
          <a:p xmlns:a="http://schemas.openxmlformats.org/drawingml/2006/main">
            <a:r>
              <a:t>[3] Sentence Transformers: Retrieve &amp; Re-Rank</a:t>
            </a:r>
          </a:p>
          <a:p xmlns:a="http://schemas.openxmlformats.org/drawingml/2006/main">
            <a:r>
              <a:t>https://sbert.net/examples/sentence_transformer/applications/retrieve_rerank/README.html</a:t>
            </a:r>
          </a:p>
          <a:p xmlns:a="http://schemas.openxmlformats.org/drawingml/2006/main">
            <a:r>
              <a:t/>
            </a:r>
          </a:p>
          <a:p xmlns:a="http://schemas.openxmlformats.org/drawingml/2006/main">
            <a:r>
              <a:t>[4] OWASP Authorization Cheat Sheet</a:t>
            </a:r>
          </a:p>
          <a:p xmlns:a="http://schemas.openxmlformats.org/drawingml/2006/main">
            <a:r>
              <a:t>https://cheatsheetseries.owasp.org/cheatsheets/Authorization_Cheat_Sheet.html</a:t>
            </a:r>
          </a:p>
          <a:p xmlns:a="http://schemas.openxmlformats.org/drawingml/2006/main">
            <a:r>
              <a:t/>
            </a:r>
          </a:p>
          <a:p xmlns:a="http://schemas.openxmlformats.org/drawingml/2006/main">
            <a:r>
              <a:t>Official AICTE handbook PDF search result (source text reviewed; direct fetch returned 404 during research): https://www.aicte.gov.in/sites/default/files/APH%20Final.pdf</a:t>
            </a:r>
          </a:p>
          <a:p xmlns:a="http://schemas.openxmlformats.org/drawingml/2006/main">
            <a:r>
              <a:t>AICTE publisher edition is linked on the slide.</a:t>
            </a:r>
          </a:p>
          <a:p xmlns:a="http://schemas.openxmlformats.org/drawingml/2006/main">
            <a:r>
              <a:t>The first row concerns student grievance procedure; it does not establish that every institution-related complaint follows the same legal path.</a:t>
            </a:r>
          </a:p>
          <a:p xmlns:a="http://schemas.openxmlformats.org/drawingml/2006/main">
            <a:r>
              <a:t/>
            </a:r>
          </a:p>
          <a:p xmlns:a="http://schemas.openxmlformats.org/drawingml/2006/main">
            <a:r>
              <a:t>Implementation evidence (working tree reviewed 28 October 2026):</a:t>
            </a:r>
          </a:p>
          <a:p xmlns:a="http://schemas.openxmlformats.org/drawingml/2006/main">
            <a:r>
              <a:t>• backend/app/workflow.py</a:t>
            </a:r>
          </a:p>
          <a:p xmlns:a="http://schemas.openxmlformats.org/drawingml/2006/main">
            <a:r>
              <a:t>• backend/app/matching.py</a:t>
            </a:r>
          </a:p>
          <a:p xmlns:a="http://schemas.openxmlformats.org/drawingml/2006/main">
            <a:r>
              <a:t>• backend/app/auth.py</a:t>
            </a:r>
          </a:p>
          <a:p xmlns:a="http://schemas.openxmlformats.org/drawingml/2006/main">
            <a:r>
              <a:t>• backend/tests/test_scoped_security.py</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a:p xmlns:a="http://schemas.openxmlformats.org/drawingml/2006/main">
            <a:r>
              <a:t/>
            </a:r>
          </a:p>
          <a:p xmlns:a="http://schemas.openxmlformats.org/drawingml/2006/main">
            <a:r>
              <a:t>Implementation evidence (working tree reviewed 28 October 2026):</a:t>
            </a:r>
          </a:p>
          <a:p xmlns:a="http://schemas.openxmlformats.org/drawingml/2006/main">
            <a:r>
              <a:t>• backend/app/workflow.py</a:t>
            </a:r>
          </a:p>
          <a:p xmlns:a="http://schemas.openxmlformats.org/drawingml/2006/main">
            <a:r>
              <a:t>• backend/app/matching.py</a:t>
            </a:r>
          </a:p>
          <a:p xmlns:a="http://schemas.openxmlformats.org/drawingml/2006/main">
            <a:r>
              <a:t>• backend/app/auth.py</a:t>
            </a:r>
          </a:p>
          <a:p xmlns:a="http://schemas.openxmlformats.org/drawingml/2006/main">
            <a:r>
              <a:t/>
            </a:r>
          </a:p>
          <a:p xmlns:a="http://schemas.openxmlformats.org/drawingml/2006/main">
            <a:r>
              <a:t>Website: https://sih-solution-kappa.vercel.app/</a:t>
            </a:r>
          </a:p>
          <a:p xmlns:a="http://schemas.openxmlformats.org/drawingml/2006/main">
            <a:r>
              <a:t>Repository: https://github.com/jitendrachoudhary1401-hue/SIH-Solution</a:t>
            </a:r>
          </a:p>
          <a:p xmlns:a="http://schemas.openxmlformats.org/drawingml/2006/main">
            <a:r>
              <a:t>Screenshots use disposable local synthetic records. They are actual application screens, not design mockups.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b72edca43b41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e2e1509c0441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38736f0e9f4a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6ff8c977954c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cb169eb881048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b4ce225111a44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724B86-B4CE-44BC-A474-B5225056538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5C40374-2E80-4D63-810A-813CFCA084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D59F08C-E98B-4E21-A74B-A175FBFA60F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CD2CFF-0677-4DA7-AE61-6CAEA3128C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EAD33B-FA71-423A-A412-4431B356EA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242E572-CCCB-4F4B-8C5F-39760421E1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DACE56-F70C-4226-9789-908C3D496E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D08925-33D8-4ED1-91C5-270824BDADB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3217C2-8D78-43BF-AAFE-2BBD1B5926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BB9CC8-5C53-4380-A621-0206313A9E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3875930153480b" /><Relationship Type="http://schemas.openxmlformats.org/officeDocument/2006/relationships/slideLayout" Target="/ppt/slideLayouts/slideLayout1.xml" Id="Rc6ea9d40a77c44c2" /><Relationship Type="http://schemas.openxmlformats.org/officeDocument/2006/relationships/slideLayout" Target="/ppt/slideLayouts/slideLayout2.xml" Id="Rc145c8b415924e64" /><Relationship Type="http://schemas.openxmlformats.org/officeDocument/2006/relationships/slideLayout" Target="/ppt/slideLayouts/slideLayout3.xml" Id="Rae1620a892bd41c8" /><Relationship Type="http://schemas.openxmlformats.org/officeDocument/2006/relationships/slideLayout" Target="/ppt/slideLayouts/slideLayout4.xml" Id="Rf60988dacd854dc8" /><Relationship Type="http://schemas.openxmlformats.org/officeDocument/2006/relationships/slideLayout" Target="/ppt/slideLayouts/slideLayout5.xml" Id="R894d2e77755b456d" /><Relationship Type="http://schemas.openxmlformats.org/officeDocument/2006/relationships/slideLayout" Target="/ppt/slideLayouts/slideLayout6.xml" Id="Re242b309fb5746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ea9d40a77c44c2"/>
    <p:sldLayoutId xmlns:r="http://schemas.openxmlformats.org/officeDocument/2006/relationships" id="2147483650" r:id="Rc145c8b415924e64"/>
    <p:sldLayoutId xmlns:r="http://schemas.openxmlformats.org/officeDocument/2006/relationships" id="2147483651" r:id="Rae1620a892bd41c8"/>
    <p:sldLayoutId xmlns:r="http://schemas.openxmlformats.org/officeDocument/2006/relationships" id="2147483652" r:id="Rf60988dacd854dc8"/>
    <p:sldLayoutId xmlns:r="http://schemas.openxmlformats.org/officeDocument/2006/relationships" id="2147483653" r:id="R894d2e77755b456d"/>
    <p:sldLayoutId xmlns:r="http://schemas.openxmlformats.org/officeDocument/2006/relationships" id="2147483654" r:id="Re242b309fb5746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2c1160da9b34f07" /><Relationship Type="http://schemas.openxmlformats.org/officeDocument/2006/relationships/image" Target="/ppt/media/image.png" Id="R8753a933489d469a" /><Relationship Type="http://schemas.openxmlformats.org/officeDocument/2006/relationships/image" Target="/ppt/media/image2.png" Id="R594d2b6a7bc44bfc" /><Relationship Type="http://schemas.openxmlformats.org/officeDocument/2006/relationships/hyperlink" Target="https://sih-solution-kappa.vercel.app/" TargetMode="External" Id="R87f408ee8c884ded" /><Relationship Type="http://schemas.openxmlformats.org/officeDocument/2006/relationships/notesSlide" Target="/ppt/notesSlides/notesSlide1.xml" Id="R657bffa9f8794c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7ea3f7e91a4052" /><Relationship Type="http://schemas.openxmlformats.org/officeDocument/2006/relationships/image" Target="/ppt/media/image3.png" Id="Rd468e5ede4c342fb" /><Relationship Type="http://schemas.openxmlformats.org/officeDocument/2006/relationships/image" Target="/ppt/media/image4.png" Id="Rdcee9672dcf44044" /><Relationship Type="http://schemas.openxmlformats.org/officeDocument/2006/relationships/notesSlide" Target="/ppt/notesSlides/notesSlide2.xml" Id="R80087b6620f54d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998a35463654792" /><Relationship Type="http://schemas.openxmlformats.org/officeDocument/2006/relationships/image" Target="/ppt/media/image5.png" Id="R87251a6cc8344ac1" /><Relationship Type="http://schemas.openxmlformats.org/officeDocument/2006/relationships/notesSlide" Target="/ppt/notesSlides/notesSlide3.xml" Id="Rde05136cfe814a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3fc851dde442bf" /><Relationship Type="http://schemas.openxmlformats.org/officeDocument/2006/relationships/image" Target="/ppt/media/image6.png" Id="R606311d7535d479b" /><Relationship Type="http://schemas.openxmlformats.org/officeDocument/2006/relationships/image" Target="/ppt/media/image7.png" Id="Rd58fec0d2a5b4f0e" /><Relationship Type="http://schemas.openxmlformats.org/officeDocument/2006/relationships/notesSlide" Target="/ppt/notesSlides/notesSlide4.xml" Id="R4b140838e2ad45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ebb2df448de476b" /><Relationship Type="http://schemas.openxmlformats.org/officeDocument/2006/relationships/image" Target="/ppt/media/image8.png" Id="R6c0b2830284e4891" /><Relationship Type="http://schemas.openxmlformats.org/officeDocument/2006/relationships/hyperlink" Target="https://fliphtml5.com/jfjx/zbte/APH-2024-27/" TargetMode="External" Id="R1078b0709b284bf7" /><Relationship Type="http://schemas.openxmlformats.org/officeDocument/2006/relationships/hyperlink" Target="https://aclanthology.org/D19-1410/" TargetMode="External" Id="R50acead6da774284" /><Relationship Type="http://schemas.openxmlformats.org/officeDocument/2006/relationships/hyperlink" Target="https://sbert.net/examples/sentence_transformer/applications/retrieve_rerank/README.html" TargetMode="External" Id="R3f675d3e98564495" /><Relationship Type="http://schemas.openxmlformats.org/officeDocument/2006/relationships/hyperlink" Target="https://cheatsheetseries.owasp.org/cheatsheets/Authorization_Cheat_Sheet.html" TargetMode="External" Id="R8fcf0086d1e24ae3" /><Relationship Type="http://schemas.openxmlformats.org/officeDocument/2006/relationships/notesSlide" Target="/ppt/notesSlides/notesSlide5.xml" Id="R2ad1c20cba984f41" /></Relationships>
</file>

<file path=ppt/slides/slide1.xml><?xml version="1.0" encoding="utf-8"?>
<p:sld xmlns:p="http://schemas.openxmlformats.org/presentationml/2006/main">
  <p:cSld>
    <p:bg>
      <p:bgPr>
        <a:solidFill xmlns:a="http://schemas.openxmlformats.org/drawingml/2006/main">
          <a:srgbClr val="F8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BEF9C7E-445F-4CF5-A3DB-DC876AAF8E8C}"/>
              </a:ext>
            </a:extLst>
          </p:cNvPr>
          <p:cNvSpPr>
            <a:spLocks xmlns:a="http://schemas.openxmlformats.org/drawingml/2006/main" noGrp="1"/>
          </p:cNvSpPr>
          <p:nvPr/>
        </p:nvSpPr>
        <p:spPr>
          <a:xfrm xmlns:a="http://schemas.openxmlformats.org/drawingml/2006/main">
            <a:off x="419100" y="266700"/>
            <a:ext cx="1428750" cy="590550"/>
          </a:xfrm>
          <a:prstGeom xmlns:a="http://schemas.openxmlformats.org/drawingml/2006/main" prst="rect">
            <a:avLst/>
          </a:prstGeom>
          <a:solidFill xmlns:a="http://schemas.openxmlformats.org/drawingml/2006/main">
            <a:srgbClr val="FFFDF9"/>
          </a:solidFill>
          <a:ln xmlns:a="http://schemas.openxmlformats.org/drawingml/2006/main" w="9525">
            <a:solidFill>
              <a:srgbClr val="9C482E"/>
            </a:solidFill>
          </a:ln>
        </p:spPr>
      </p:sp>
      <p:sp>
        <p:nvSpPr>
          <p:cNvPr id="3" name="">
            <a:extLst xmlns:a="http://schemas.openxmlformats.org/drawingml/2006/main">
              <a:ext uri="{FF2B5EF4-FFF2-40B4-BE49-F238E27FC236}">
                <a16:creationId xmlns:a16="http://schemas.microsoft.com/office/drawing/2014/main" id="{C1A1E9A0-6BC4-4D58-A67C-88AC12AD5560}"/>
              </a:ext>
            </a:extLst>
          </p:cNvPr>
          <p:cNvSpPr>
            <a:spLocks xmlns:a="http://schemas.openxmlformats.org/drawingml/2006/main" noGrp="1"/>
          </p:cNvSpPr>
          <p:nvPr/>
        </p:nvSpPr>
        <p:spPr>
          <a:xfrm xmlns:a="http://schemas.openxmlformats.org/drawingml/2006/main">
            <a:off x="504825" y="4476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275" b="1">
                <a:solidFill>
                  <a:srgbClr val="9C482E"/>
                </a:solidFill>
                <a:latin typeface="Segoe UI"/>
                <a:ea typeface="Segoe UI"/>
                <a:cs typeface="Segoe UI"/>
              </a:defRPr>
            </a:defPPr>
            <a:lvl1pPr algn="ctr">
              <a:defRPr sz="1275" b="1">
                <a:solidFill>
                  <a:srgbClr val="9C482E"/>
                </a:solidFill>
                <a:latin typeface="Segoe UI"/>
                <a:ea typeface="Segoe UI"/>
                <a:cs typeface="Segoe UI"/>
              </a:defRPr>
            </a:lvl1pPr>
            <a:lvl2pPr algn="ctr">
              <a:defRPr sz="1275" b="1">
                <a:solidFill>
                  <a:srgbClr val="9C482E"/>
                </a:solidFill>
                <a:latin typeface="Segoe UI"/>
                <a:ea typeface="Segoe UI"/>
                <a:cs typeface="Segoe UI"/>
              </a:defRPr>
            </a:lvl2pPr>
            <a:lvl3pPr algn="ctr">
              <a:defRPr sz="1275" b="1">
                <a:solidFill>
                  <a:srgbClr val="9C482E"/>
                </a:solidFill>
                <a:latin typeface="Segoe UI"/>
                <a:ea typeface="Segoe UI"/>
                <a:cs typeface="Segoe UI"/>
              </a:defRPr>
            </a:lvl3pPr>
            <a:lvl4pPr algn="ctr">
              <a:defRPr sz="1275" b="1">
                <a:solidFill>
                  <a:srgbClr val="9C482E"/>
                </a:solidFill>
                <a:latin typeface="Segoe UI"/>
                <a:ea typeface="Segoe UI"/>
                <a:cs typeface="Segoe UI"/>
              </a:defRPr>
            </a:lvl4pPr>
            <a:lvl5pPr algn="ctr">
              <a:defRPr sz="1275" b="1">
                <a:solidFill>
                  <a:srgbClr val="9C482E"/>
                </a:solidFill>
                <a:latin typeface="Segoe UI"/>
                <a:ea typeface="Segoe UI"/>
                <a:cs typeface="Segoe UI"/>
              </a:defRPr>
            </a:lvl5pPr>
            <a:lvl6pPr algn="ctr">
              <a:defRPr sz="1275" b="1">
                <a:solidFill>
                  <a:srgbClr val="9C482E"/>
                </a:solidFill>
                <a:latin typeface="Segoe UI"/>
                <a:ea typeface="Segoe UI"/>
                <a:cs typeface="Segoe UI"/>
              </a:defRPr>
            </a:lvl6pPr>
            <a:lvl7pPr algn="ctr">
              <a:defRPr sz="1275" b="1">
                <a:solidFill>
                  <a:srgbClr val="9C482E"/>
                </a:solidFill>
                <a:latin typeface="Segoe UI"/>
                <a:ea typeface="Segoe UI"/>
                <a:cs typeface="Segoe UI"/>
              </a:defRPr>
            </a:lvl7pPr>
            <a:lvl8pPr algn="ctr">
              <a:defRPr sz="1275" b="1">
                <a:solidFill>
                  <a:srgbClr val="9C482E"/>
                </a:solidFill>
                <a:latin typeface="Segoe UI"/>
                <a:ea typeface="Segoe UI"/>
                <a:cs typeface="Segoe UI"/>
              </a:defRPr>
            </a:lvl8pPr>
            <a:lvl9pPr algn="ctr">
              <a:defRPr sz="1275" b="1">
                <a:solidFill>
                  <a:srgbClr val="9C482E"/>
                </a:solidFill>
                <a:latin typeface="Segoe UI"/>
                <a:ea typeface="Segoe UI"/>
                <a:cs typeface="Segoe UI"/>
              </a:defRPr>
            </a:lvl9pPr>
          </a:lstStyle>
          <a:p xmlns:a="http://schemas.openxmlformats.org/drawingml/2006/main">
            <a:pPr algn="ctr">
              <a:defRPr sz="1425" b="1">
                <a:solidFill>
                  <a:srgbClr val="9C482E"/>
                </a:solidFill>
                <a:latin typeface="Segoe UI"/>
                <a:ea typeface="Segoe UI"/>
                <a:cs typeface="Segoe UI"/>
              </a:defRPr>
            </a:pPr>
            <a:r>
              <a:rPr sz="1275" b="1">
                <a:solidFill>
                  <a:srgbClr val="9C482E"/>
                </a:solidFill>
                <a:latin typeface="Segoe UI"/>
                <a:ea typeface="Segoe UI"/>
                <a:cs typeface="Segoe UI"/>
              </a:rPr>
              <a:t>TEAM MODEST</a:t>
            </a:r>
          </a:p>
        </p:txBody>
      </p:sp>
      <p:sp>
        <p:nvSpPr>
          <p:cNvPr id="4" name="">
            <a:extLst xmlns:a="http://schemas.openxmlformats.org/drawingml/2006/main">
              <a:ext uri="{FF2B5EF4-FFF2-40B4-BE49-F238E27FC236}">
                <a16:creationId xmlns:a16="http://schemas.microsoft.com/office/drawing/2014/main" id="{BAE87FFD-9A14-4650-96B8-5899B5FE227F}"/>
              </a:ext>
            </a:extLst>
          </p:cNvPr>
          <p:cNvSpPr>
            <a:spLocks xmlns:a="http://schemas.openxmlformats.org/drawingml/2006/main" noGrp="1"/>
          </p:cNvSpPr>
          <p:nvPr/>
        </p:nvSpPr>
        <p:spPr>
          <a:xfrm xmlns:a="http://schemas.openxmlformats.org/drawingml/2006/main">
            <a:off x="2143125" y="2952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225" b="1">
                <a:solidFill>
                  <a:srgbClr val="352C24"/>
                </a:solidFill>
                <a:latin typeface="Georgia"/>
                <a:ea typeface="Georgia"/>
                <a:cs typeface="Georgia"/>
              </a:defRPr>
            </a:defPPr>
            <a:lvl1pPr algn="ctr">
              <a:defRPr sz="3225" b="1">
                <a:solidFill>
                  <a:srgbClr val="352C24"/>
                </a:solidFill>
                <a:latin typeface="Georgia"/>
                <a:ea typeface="Georgia"/>
                <a:cs typeface="Georgia"/>
              </a:defRPr>
            </a:lvl1pPr>
            <a:lvl2pPr algn="ctr">
              <a:defRPr sz="3225" b="1">
                <a:solidFill>
                  <a:srgbClr val="352C24"/>
                </a:solidFill>
                <a:latin typeface="Georgia"/>
                <a:ea typeface="Georgia"/>
                <a:cs typeface="Georgia"/>
              </a:defRPr>
            </a:lvl2pPr>
            <a:lvl3pPr algn="ctr">
              <a:defRPr sz="3225" b="1">
                <a:solidFill>
                  <a:srgbClr val="352C24"/>
                </a:solidFill>
                <a:latin typeface="Georgia"/>
                <a:ea typeface="Georgia"/>
                <a:cs typeface="Georgia"/>
              </a:defRPr>
            </a:lvl3pPr>
            <a:lvl4pPr algn="ctr">
              <a:defRPr sz="3225" b="1">
                <a:solidFill>
                  <a:srgbClr val="352C24"/>
                </a:solidFill>
                <a:latin typeface="Georgia"/>
                <a:ea typeface="Georgia"/>
                <a:cs typeface="Georgia"/>
              </a:defRPr>
            </a:lvl4pPr>
            <a:lvl5pPr algn="ctr">
              <a:defRPr sz="3225" b="1">
                <a:solidFill>
                  <a:srgbClr val="352C24"/>
                </a:solidFill>
                <a:latin typeface="Georgia"/>
                <a:ea typeface="Georgia"/>
                <a:cs typeface="Georgia"/>
              </a:defRPr>
            </a:lvl5pPr>
            <a:lvl6pPr algn="ctr">
              <a:defRPr sz="3225" b="1">
                <a:solidFill>
                  <a:srgbClr val="352C24"/>
                </a:solidFill>
                <a:latin typeface="Georgia"/>
                <a:ea typeface="Georgia"/>
                <a:cs typeface="Georgia"/>
              </a:defRPr>
            </a:lvl6pPr>
            <a:lvl7pPr algn="ctr">
              <a:defRPr sz="3225" b="1">
                <a:solidFill>
                  <a:srgbClr val="352C24"/>
                </a:solidFill>
                <a:latin typeface="Georgia"/>
                <a:ea typeface="Georgia"/>
                <a:cs typeface="Georgia"/>
              </a:defRPr>
            </a:lvl7pPr>
            <a:lvl8pPr algn="ctr">
              <a:defRPr sz="3225" b="1">
                <a:solidFill>
                  <a:srgbClr val="352C24"/>
                </a:solidFill>
                <a:latin typeface="Georgia"/>
                <a:ea typeface="Georgia"/>
                <a:cs typeface="Georgia"/>
              </a:defRPr>
            </a:lvl8pPr>
            <a:lvl9pPr algn="ctr">
              <a:defRPr sz="3225" b="1">
                <a:solidFill>
                  <a:srgbClr val="352C24"/>
                </a:solidFill>
                <a:latin typeface="Georgia"/>
                <a:ea typeface="Georgia"/>
                <a:cs typeface="Georgia"/>
              </a:defRPr>
            </a:lvl9pPr>
          </a:lstStyle>
          <a:p xmlns:a="http://schemas.openxmlformats.org/drawingml/2006/main">
            <a:pPr algn="ctr">
              <a:defRPr sz="3225" b="1">
                <a:solidFill>
                  <a:srgbClr val="352C24"/>
                </a:solidFill>
                <a:latin typeface="Georgia"/>
                <a:ea typeface="Georgia"/>
                <a:cs typeface="Georgia"/>
              </a:defRPr>
            </a:pPr>
            <a:r>
              <a:rPr sz="3225" b="1">
                <a:solidFill>
                  <a:srgbClr val="352C24"/>
                </a:solidFill>
                <a:latin typeface="Georgia"/>
                <a:ea typeface="Georgia"/>
                <a:cs typeface="Georgia"/>
              </a:rPr>
              <a:t>ONECASE</a:t>
            </a:r>
          </a:p>
        </p:txBody>
      </p:sp>
      <p:pic>
        <p:nvPicPr>
          <p:cNvPr id="5" name="">
            <a:extLst xmlns:a="http://schemas.openxmlformats.org/drawingml/2006/main">
              <a:ext uri="{FF2B5EF4-FFF2-40B4-BE49-F238E27FC236}">
                <a16:creationId xmlns:a16="http://schemas.microsoft.com/office/drawing/2014/main" id="{27C824EA-3CDB-4939-AF50-1C8E2822DF91}"/>
              </a:ext>
            </a:extLst>
          </p:cNvPr>
          <p:cNvPicPr>
            <a:picLocks xmlns:a="http://schemas.openxmlformats.org/drawingml/2006/main" noChangeAspect="1"/>
          </p:cNvPicPr>
          <p:nvPr/>
        </p:nvPicPr>
        <p:blipFill>
          <a:blip xmlns:r="http://schemas.openxmlformats.org/officeDocument/2006/relationships" xmlns:a="http://schemas.openxmlformats.org/drawingml/2006/main" r:embed="R8753a933489d469a"/>
          <a:stretch xmlns:a="http://schemas.openxmlformats.org/drawingml/2006/main"/>
        </p:blipFill>
        <p:spPr>
          <a:xfrm xmlns:a="http://schemas.openxmlformats.org/drawingml/2006/main">
            <a:off x="10801350" y="142875"/>
            <a:ext cx="952500" cy="95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DC214ED-7267-405C-9BA8-99A2124E2E99}"/>
              </a:ext>
            </a:extLst>
          </p:cNvPr>
          <p:cNvSpPr>
            <a:spLocks xmlns:a="http://schemas.openxmlformats.org/drawingml/2006/main" noGrp="1"/>
          </p:cNvSpPr>
          <p:nvPr/>
        </p:nvSpPr>
        <p:spPr>
          <a:xfrm xmlns:a="http://schemas.openxmlformats.org/drawingml/2006/main">
            <a:off x="419100" y="1066800"/>
            <a:ext cx="11353800" cy="28575"/>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EBA8B1C-631D-4298-AB9A-6D4830944740}"/>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042BC86-C1D9-4BBD-957C-83DF3E6958A4}"/>
              </a:ext>
            </a:extLst>
          </p:cNvPr>
          <p:cNvSpPr>
            <a:spLocks xmlns:a="http://schemas.openxmlformats.org/drawingml/2006/main" noGrp="1"/>
          </p:cNvSpPr>
          <p:nvPr/>
        </p:nvSpPr>
        <p:spPr>
          <a:xfrm xmlns:a="http://schemas.openxmlformats.org/drawingml/2006/main">
            <a:off x="457200" y="66579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1">
                <a:solidFill>
                  <a:srgbClr val="FFFDF9"/>
                </a:solidFill>
                <a:latin typeface="Segoe UI"/>
                <a:ea typeface="Segoe UI"/>
                <a:cs typeface="Segoe UI"/>
              </a:defRPr>
            </a:defPPr>
            <a:lvl1pPr algn="l">
              <a:defRPr sz="975" b="1">
                <a:solidFill>
                  <a:srgbClr val="FFFDF9"/>
                </a:solidFill>
                <a:latin typeface="Segoe UI"/>
                <a:ea typeface="Segoe UI"/>
                <a:cs typeface="Segoe UI"/>
              </a:defRPr>
            </a:lvl1pPr>
            <a:lvl2pPr algn="l">
              <a:defRPr sz="975" b="1">
                <a:solidFill>
                  <a:srgbClr val="FFFDF9"/>
                </a:solidFill>
                <a:latin typeface="Segoe UI"/>
                <a:ea typeface="Segoe UI"/>
                <a:cs typeface="Segoe UI"/>
              </a:defRPr>
            </a:lvl2pPr>
            <a:lvl3pPr algn="l">
              <a:defRPr sz="975" b="1">
                <a:solidFill>
                  <a:srgbClr val="FFFDF9"/>
                </a:solidFill>
                <a:latin typeface="Segoe UI"/>
                <a:ea typeface="Segoe UI"/>
                <a:cs typeface="Segoe UI"/>
              </a:defRPr>
            </a:lvl3pPr>
            <a:lvl4pPr algn="l">
              <a:defRPr sz="975" b="1">
                <a:solidFill>
                  <a:srgbClr val="FFFDF9"/>
                </a:solidFill>
                <a:latin typeface="Segoe UI"/>
                <a:ea typeface="Segoe UI"/>
                <a:cs typeface="Segoe UI"/>
              </a:defRPr>
            </a:lvl4pPr>
            <a:lvl5pPr algn="l">
              <a:defRPr sz="975" b="1">
                <a:solidFill>
                  <a:srgbClr val="FFFDF9"/>
                </a:solidFill>
                <a:latin typeface="Segoe UI"/>
                <a:ea typeface="Segoe UI"/>
                <a:cs typeface="Segoe UI"/>
              </a:defRPr>
            </a:lvl5pPr>
            <a:lvl6pPr algn="l">
              <a:defRPr sz="975" b="1">
                <a:solidFill>
                  <a:srgbClr val="FFFDF9"/>
                </a:solidFill>
                <a:latin typeface="Segoe UI"/>
                <a:ea typeface="Segoe UI"/>
                <a:cs typeface="Segoe UI"/>
              </a:defRPr>
            </a:lvl6pPr>
            <a:lvl7pPr algn="l">
              <a:defRPr sz="975" b="1">
                <a:solidFill>
                  <a:srgbClr val="FFFDF9"/>
                </a:solidFill>
                <a:latin typeface="Segoe UI"/>
                <a:ea typeface="Segoe UI"/>
                <a:cs typeface="Segoe UI"/>
              </a:defRPr>
            </a:lvl7pPr>
            <a:lvl8pPr algn="l">
              <a:defRPr sz="975" b="1">
                <a:solidFill>
                  <a:srgbClr val="FFFDF9"/>
                </a:solidFill>
                <a:latin typeface="Segoe UI"/>
                <a:ea typeface="Segoe UI"/>
                <a:cs typeface="Segoe UI"/>
              </a:defRPr>
            </a:lvl8pPr>
            <a:lvl9pPr algn="l">
              <a:defRPr sz="975" b="1">
                <a:solidFill>
                  <a:srgbClr val="FFFDF9"/>
                </a:solidFill>
                <a:latin typeface="Segoe UI"/>
                <a:ea typeface="Segoe UI"/>
                <a:cs typeface="Segoe UI"/>
              </a:defRPr>
            </a:lvl9pPr>
          </a:lstStyle>
          <a:p xmlns:a="http://schemas.openxmlformats.org/drawingml/2006/main">
            <a:pPr algn="l">
              <a:defRPr sz="975" b="1">
                <a:solidFill>
                  <a:srgbClr val="FFFDF9"/>
                </a:solidFill>
                <a:latin typeface="Segoe UI"/>
                <a:ea typeface="Segoe UI"/>
                <a:cs typeface="Segoe UI"/>
              </a:defRPr>
            </a:pPr>
            <a:r>
              <a:rPr sz="975" b="1">
                <a:solidFill>
                  <a:srgbClr val="FFFDF9"/>
                </a:solidFill>
                <a:latin typeface="Segoe UI"/>
                <a:ea typeface="Segoe UI"/>
                <a:cs typeface="Segoe UI"/>
              </a:rPr>
              <a:t>MODEST  |  ONECASE  |  SIH26264</a:t>
            </a:r>
          </a:p>
        </p:txBody>
      </p:sp>
      <p:sp>
        <p:nvSpPr>
          <p:cNvPr id="9" name="">
            <a:extLst xmlns:a="http://schemas.openxmlformats.org/drawingml/2006/main">
              <a:ext uri="{FF2B5EF4-FFF2-40B4-BE49-F238E27FC236}">
                <a16:creationId xmlns:a16="http://schemas.microsoft.com/office/drawing/2014/main" id="{24E3C811-3B88-4AB1-90AB-D67B9287B67F}"/>
              </a:ext>
            </a:extLst>
          </p:cNvPr>
          <p:cNvSpPr>
            <a:spLocks xmlns:a="http://schemas.openxmlformats.org/drawingml/2006/main" noGrp="1"/>
          </p:cNvSpPr>
          <p:nvPr/>
        </p:nvSpPr>
        <p:spPr>
          <a:xfrm xmlns:a="http://schemas.openxmlformats.org/drawingml/2006/main">
            <a:off x="11363325" y="66579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75" b="1">
                <a:solidFill>
                  <a:srgbClr val="FFFDF9"/>
                </a:solidFill>
                <a:latin typeface="Segoe UI"/>
                <a:ea typeface="Segoe UI"/>
                <a:cs typeface="Segoe UI"/>
              </a:defRPr>
            </a:defPPr>
            <a:lvl1pPr algn="r">
              <a:defRPr sz="975" b="1">
                <a:solidFill>
                  <a:srgbClr val="FFFDF9"/>
                </a:solidFill>
                <a:latin typeface="Segoe UI"/>
                <a:ea typeface="Segoe UI"/>
                <a:cs typeface="Segoe UI"/>
              </a:defRPr>
            </a:lvl1pPr>
            <a:lvl2pPr algn="r">
              <a:defRPr sz="975" b="1">
                <a:solidFill>
                  <a:srgbClr val="FFFDF9"/>
                </a:solidFill>
                <a:latin typeface="Segoe UI"/>
                <a:ea typeface="Segoe UI"/>
                <a:cs typeface="Segoe UI"/>
              </a:defRPr>
            </a:lvl2pPr>
            <a:lvl3pPr algn="r">
              <a:defRPr sz="975" b="1">
                <a:solidFill>
                  <a:srgbClr val="FFFDF9"/>
                </a:solidFill>
                <a:latin typeface="Segoe UI"/>
                <a:ea typeface="Segoe UI"/>
                <a:cs typeface="Segoe UI"/>
              </a:defRPr>
            </a:lvl3pPr>
            <a:lvl4pPr algn="r">
              <a:defRPr sz="975" b="1">
                <a:solidFill>
                  <a:srgbClr val="FFFDF9"/>
                </a:solidFill>
                <a:latin typeface="Segoe UI"/>
                <a:ea typeface="Segoe UI"/>
                <a:cs typeface="Segoe UI"/>
              </a:defRPr>
            </a:lvl4pPr>
            <a:lvl5pPr algn="r">
              <a:defRPr sz="975" b="1">
                <a:solidFill>
                  <a:srgbClr val="FFFDF9"/>
                </a:solidFill>
                <a:latin typeface="Segoe UI"/>
                <a:ea typeface="Segoe UI"/>
                <a:cs typeface="Segoe UI"/>
              </a:defRPr>
            </a:lvl5pPr>
            <a:lvl6pPr algn="r">
              <a:defRPr sz="975" b="1">
                <a:solidFill>
                  <a:srgbClr val="FFFDF9"/>
                </a:solidFill>
                <a:latin typeface="Segoe UI"/>
                <a:ea typeface="Segoe UI"/>
                <a:cs typeface="Segoe UI"/>
              </a:defRPr>
            </a:lvl6pPr>
            <a:lvl7pPr algn="r">
              <a:defRPr sz="975" b="1">
                <a:solidFill>
                  <a:srgbClr val="FFFDF9"/>
                </a:solidFill>
                <a:latin typeface="Segoe UI"/>
                <a:ea typeface="Segoe UI"/>
                <a:cs typeface="Segoe UI"/>
              </a:defRPr>
            </a:lvl7pPr>
            <a:lvl8pPr algn="r">
              <a:defRPr sz="975" b="1">
                <a:solidFill>
                  <a:srgbClr val="FFFDF9"/>
                </a:solidFill>
                <a:latin typeface="Segoe UI"/>
                <a:ea typeface="Segoe UI"/>
                <a:cs typeface="Segoe UI"/>
              </a:defRPr>
            </a:lvl8pPr>
            <a:lvl9pPr algn="r">
              <a:defRPr sz="975" b="1">
                <a:solidFill>
                  <a:srgbClr val="FFFDF9"/>
                </a:solidFill>
                <a:latin typeface="Segoe UI"/>
                <a:ea typeface="Segoe UI"/>
                <a:cs typeface="Segoe UI"/>
              </a:defRPr>
            </a:lvl9pPr>
          </a:lstStyle>
          <a:p xmlns:a="http://schemas.openxmlformats.org/drawingml/2006/main">
            <a:pPr algn="r">
              <a:defRPr sz="975" b="1">
                <a:solidFill>
                  <a:srgbClr val="FFFDF9"/>
                </a:solidFill>
                <a:latin typeface="Segoe UI"/>
                <a:ea typeface="Segoe UI"/>
                <a:cs typeface="Segoe UI"/>
              </a:defRPr>
            </a:pPr>
            <a:r>
              <a:rPr sz="975" b="1">
                <a:solidFill>
                  <a:srgbClr val="FFFDF9"/>
                </a:solidFill>
                <a:latin typeface="Segoe UI"/>
                <a:ea typeface="Segoe UI"/>
                <a:cs typeface="Segoe UI"/>
              </a:rPr>
              <a:t>01</a:t>
            </a:r>
          </a:p>
        </p:txBody>
      </p:sp>
      <p:sp>
        <p:nvSpPr>
          <p:cNvPr id="10" name="">
            <a:extLst xmlns:a="http://schemas.openxmlformats.org/drawingml/2006/main">
              <a:ext uri="{FF2B5EF4-FFF2-40B4-BE49-F238E27FC236}">
                <a16:creationId xmlns:a16="http://schemas.microsoft.com/office/drawing/2014/main" id="{9483DE71-8409-40C4-B91F-78995C753337}"/>
              </a:ext>
            </a:extLst>
          </p:cNvPr>
          <p:cNvSpPr>
            <a:spLocks xmlns:a="http://schemas.openxmlformats.org/drawingml/2006/main" noGrp="1"/>
          </p:cNvSpPr>
          <p:nvPr/>
        </p:nvSpPr>
        <p:spPr>
          <a:xfrm xmlns:a="http://schemas.openxmlformats.org/drawingml/2006/main">
            <a:off x="495300" y="1304925"/>
            <a:ext cx="11201400" cy="8953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E95554A-4465-4CD2-93B5-09FF31F35F49}"/>
              </a:ext>
            </a:extLst>
          </p:cNvPr>
          <p:cNvSpPr>
            <a:spLocks xmlns:a="http://schemas.openxmlformats.org/drawingml/2006/main" noGrp="1"/>
          </p:cNvSpPr>
          <p:nvPr/>
        </p:nvSpPr>
        <p:spPr>
          <a:xfrm xmlns:a="http://schemas.openxmlformats.org/drawingml/2006/main">
            <a:off x="685800" y="1438275"/>
            <a:ext cx="10791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352C24"/>
                </a:solidFill>
                <a:latin typeface="Segoe UI"/>
                <a:ea typeface="Segoe UI"/>
                <a:cs typeface="Segoe UI"/>
              </a:defRPr>
            </a:defPPr>
            <a:lvl1pPr algn="l">
              <a:defRPr sz="2250" b="1">
                <a:solidFill>
                  <a:srgbClr val="352C24"/>
                </a:solidFill>
                <a:latin typeface="Segoe UI"/>
                <a:ea typeface="Segoe UI"/>
                <a:cs typeface="Segoe UI"/>
              </a:defRPr>
            </a:lvl1pPr>
            <a:lvl2pPr algn="l">
              <a:defRPr sz="2250" b="1">
                <a:solidFill>
                  <a:srgbClr val="352C24"/>
                </a:solidFill>
                <a:latin typeface="Segoe UI"/>
                <a:ea typeface="Segoe UI"/>
                <a:cs typeface="Segoe UI"/>
              </a:defRPr>
            </a:lvl2pPr>
            <a:lvl3pPr algn="l">
              <a:defRPr sz="2250" b="1">
                <a:solidFill>
                  <a:srgbClr val="352C24"/>
                </a:solidFill>
                <a:latin typeface="Segoe UI"/>
                <a:ea typeface="Segoe UI"/>
                <a:cs typeface="Segoe UI"/>
              </a:defRPr>
            </a:lvl3pPr>
            <a:lvl4pPr algn="l">
              <a:defRPr sz="2250" b="1">
                <a:solidFill>
                  <a:srgbClr val="352C24"/>
                </a:solidFill>
                <a:latin typeface="Segoe UI"/>
                <a:ea typeface="Segoe UI"/>
                <a:cs typeface="Segoe UI"/>
              </a:defRPr>
            </a:lvl4pPr>
            <a:lvl5pPr algn="l">
              <a:defRPr sz="2250" b="1">
                <a:solidFill>
                  <a:srgbClr val="352C24"/>
                </a:solidFill>
                <a:latin typeface="Segoe UI"/>
                <a:ea typeface="Segoe UI"/>
                <a:cs typeface="Segoe UI"/>
              </a:defRPr>
            </a:lvl5pPr>
            <a:lvl6pPr algn="l">
              <a:defRPr sz="2250" b="1">
                <a:solidFill>
                  <a:srgbClr val="352C24"/>
                </a:solidFill>
                <a:latin typeface="Segoe UI"/>
                <a:ea typeface="Segoe UI"/>
                <a:cs typeface="Segoe UI"/>
              </a:defRPr>
            </a:lvl6pPr>
            <a:lvl7pPr algn="l">
              <a:defRPr sz="2250" b="1">
                <a:solidFill>
                  <a:srgbClr val="352C24"/>
                </a:solidFill>
                <a:latin typeface="Segoe UI"/>
                <a:ea typeface="Segoe UI"/>
                <a:cs typeface="Segoe UI"/>
              </a:defRPr>
            </a:lvl7pPr>
            <a:lvl8pPr algn="l">
              <a:defRPr sz="2250" b="1">
                <a:solidFill>
                  <a:srgbClr val="352C24"/>
                </a:solidFill>
                <a:latin typeface="Segoe UI"/>
                <a:ea typeface="Segoe UI"/>
                <a:cs typeface="Segoe UI"/>
              </a:defRPr>
            </a:lvl8pPr>
            <a:lvl9pPr algn="l">
              <a:defRPr sz="2250" b="1">
                <a:solidFill>
                  <a:srgbClr val="352C24"/>
                </a:solidFill>
                <a:latin typeface="Segoe UI"/>
                <a:ea typeface="Segoe UI"/>
                <a:cs typeface="Segoe UI"/>
              </a:defRPr>
            </a:lvl9pPr>
          </a:lstStyle>
          <a:p xmlns:a="http://schemas.openxmlformats.org/drawingml/2006/main">
            <a:pPr algn="l">
              <a:defRPr sz="2250" b="1">
                <a:solidFill>
                  <a:srgbClr val="352C24"/>
                </a:solidFill>
                <a:latin typeface="Segoe UI"/>
                <a:ea typeface="Segoe UI"/>
                <a:cs typeface="Segoe UI"/>
              </a:defRPr>
            </a:pPr>
            <a:r>
              <a:rPr sz="2250" b="1">
                <a:solidFill>
                  <a:srgbClr val="352C24"/>
                </a:solidFill>
                <a:latin typeface="Segoe UI"/>
                <a:ea typeface="Segoe UI"/>
                <a:cs typeface="Segoe UI"/>
              </a:rPr>
              <a:t>A connected workspace for institution-related complaints</a:t>
            </a:r>
          </a:p>
        </p:txBody>
      </p:sp>
      <p:sp>
        <p:nvSpPr>
          <p:cNvPr id="12" name="">
            <a:extLst xmlns:a="http://schemas.openxmlformats.org/drawingml/2006/main">
              <a:ext uri="{FF2B5EF4-FFF2-40B4-BE49-F238E27FC236}">
                <a16:creationId xmlns:a16="http://schemas.microsoft.com/office/drawing/2014/main" id="{9BD8AA74-ECE0-46C6-99E9-1E27121B5D10}"/>
              </a:ext>
            </a:extLst>
          </p:cNvPr>
          <p:cNvSpPr>
            <a:spLocks xmlns:a="http://schemas.openxmlformats.org/drawingml/2006/main" noGrp="1"/>
          </p:cNvSpPr>
          <p:nvPr/>
        </p:nvSpPr>
        <p:spPr>
          <a:xfrm xmlns:a="http://schemas.openxmlformats.org/drawingml/2006/main">
            <a:off x="685800" y="1847850"/>
            <a:ext cx="1079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352C24"/>
                </a:solidFill>
                <a:latin typeface="Segoe UI"/>
                <a:ea typeface="Segoe UI"/>
                <a:cs typeface="Segoe UI"/>
              </a:defRPr>
            </a:defPPr>
            <a:lvl1pPr algn="l">
              <a:defRPr sz="1650" b="0">
                <a:solidFill>
                  <a:srgbClr val="352C24"/>
                </a:solidFill>
                <a:latin typeface="Segoe UI"/>
                <a:ea typeface="Segoe UI"/>
                <a:cs typeface="Segoe UI"/>
              </a:defRPr>
            </a:lvl1pPr>
            <a:lvl2pPr algn="l">
              <a:defRPr sz="1650" b="0">
                <a:solidFill>
                  <a:srgbClr val="352C24"/>
                </a:solidFill>
                <a:latin typeface="Segoe UI"/>
                <a:ea typeface="Segoe UI"/>
                <a:cs typeface="Segoe UI"/>
              </a:defRPr>
            </a:lvl2pPr>
            <a:lvl3pPr algn="l">
              <a:defRPr sz="1650" b="0">
                <a:solidFill>
                  <a:srgbClr val="352C24"/>
                </a:solidFill>
                <a:latin typeface="Segoe UI"/>
                <a:ea typeface="Segoe UI"/>
                <a:cs typeface="Segoe UI"/>
              </a:defRPr>
            </a:lvl3pPr>
            <a:lvl4pPr algn="l">
              <a:defRPr sz="1650" b="0">
                <a:solidFill>
                  <a:srgbClr val="352C24"/>
                </a:solidFill>
                <a:latin typeface="Segoe UI"/>
                <a:ea typeface="Segoe UI"/>
                <a:cs typeface="Segoe UI"/>
              </a:defRPr>
            </a:lvl4pPr>
            <a:lvl5pPr algn="l">
              <a:defRPr sz="1650" b="0">
                <a:solidFill>
                  <a:srgbClr val="352C24"/>
                </a:solidFill>
                <a:latin typeface="Segoe UI"/>
                <a:ea typeface="Segoe UI"/>
                <a:cs typeface="Segoe UI"/>
              </a:defRPr>
            </a:lvl5pPr>
            <a:lvl6pPr algn="l">
              <a:defRPr sz="1650" b="0">
                <a:solidFill>
                  <a:srgbClr val="352C24"/>
                </a:solidFill>
                <a:latin typeface="Segoe UI"/>
                <a:ea typeface="Segoe UI"/>
                <a:cs typeface="Segoe UI"/>
              </a:defRPr>
            </a:lvl6pPr>
            <a:lvl7pPr algn="l">
              <a:defRPr sz="1650" b="0">
                <a:solidFill>
                  <a:srgbClr val="352C24"/>
                </a:solidFill>
                <a:latin typeface="Segoe UI"/>
                <a:ea typeface="Segoe UI"/>
                <a:cs typeface="Segoe UI"/>
              </a:defRPr>
            </a:lvl7pPr>
            <a:lvl8pPr algn="l">
              <a:defRPr sz="1650" b="0">
                <a:solidFill>
                  <a:srgbClr val="352C24"/>
                </a:solidFill>
                <a:latin typeface="Segoe UI"/>
                <a:ea typeface="Segoe UI"/>
                <a:cs typeface="Segoe UI"/>
              </a:defRPr>
            </a:lvl8pPr>
            <a:lvl9pPr algn="l">
              <a:defRPr sz="1650" b="0">
                <a:solidFill>
                  <a:srgbClr val="352C24"/>
                </a:solidFill>
                <a:latin typeface="Segoe UI"/>
                <a:ea typeface="Segoe UI"/>
                <a:cs typeface="Segoe UI"/>
              </a:defRPr>
            </a:lvl9pPr>
          </a:lstStyle>
          <a:p xmlns:a="http://schemas.openxmlformats.org/drawingml/2006/main">
            <a:pPr algn="l">
              <a:defRPr sz="1650" b="0">
                <a:solidFill>
                  <a:srgbClr val="352C24"/>
                </a:solidFill>
                <a:latin typeface="Segoe UI"/>
                <a:ea typeface="Segoe UI"/>
                <a:cs typeface="Segoe UI"/>
              </a:defRPr>
            </a:pPr>
            <a:r>
              <a:rPr sz="1650" b="0">
                <a:solidFill>
                  <a:srgbClr val="352C24"/>
                </a:solidFill>
                <a:latin typeface="Segoe UI"/>
                <a:ea typeface="Segoe UI"/>
                <a:cs typeface="Segoe UI"/>
              </a:rPr>
              <a:t>Coordinate ownership, proceedings, evidence and outcomes across AICTE bureaus and cells.</a:t>
            </a:r>
          </a:p>
        </p:txBody>
      </p:sp>
      <p:sp>
        <p:nvSpPr>
          <p:cNvPr id="13" name="">
            <a:extLst xmlns:a="http://schemas.openxmlformats.org/drawingml/2006/main">
              <a:ext uri="{FF2B5EF4-FFF2-40B4-BE49-F238E27FC236}">
                <a16:creationId xmlns:a16="http://schemas.microsoft.com/office/drawing/2014/main" id="{CD7EBF0B-91BC-406E-A314-94D648FD0852}"/>
              </a:ext>
            </a:extLst>
          </p:cNvPr>
          <p:cNvSpPr>
            <a:spLocks xmlns:a="http://schemas.openxmlformats.org/drawingml/2006/main" noGrp="1"/>
          </p:cNvSpPr>
          <p:nvPr/>
        </p:nvSpPr>
        <p:spPr>
          <a:xfrm xmlns:a="http://schemas.openxmlformats.org/drawingml/2006/main">
            <a:off x="495300" y="2390775"/>
            <a:ext cx="1771650" cy="7239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F10534D-8C18-452F-A704-AB4D52B0570B}"/>
              </a:ext>
            </a:extLst>
          </p:cNvPr>
          <p:cNvSpPr>
            <a:spLocks xmlns:a="http://schemas.openxmlformats.org/drawingml/2006/main" noGrp="1"/>
          </p:cNvSpPr>
          <p:nvPr/>
        </p:nvSpPr>
        <p:spPr>
          <a:xfrm xmlns:a="http://schemas.openxmlformats.org/drawingml/2006/main">
            <a:off x="600075" y="251460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650" b="1">
                <a:solidFill>
                  <a:srgbClr val="FFFDF9"/>
                </a:solidFill>
                <a:latin typeface="Segoe UI"/>
                <a:ea typeface="Segoe UI"/>
                <a:cs typeface="Segoe UI"/>
              </a:defRPr>
            </a:defPPr>
            <a:lvl1pPr algn="ctr">
              <a:defRPr sz="1650" b="1">
                <a:solidFill>
                  <a:srgbClr val="FFFDF9"/>
                </a:solidFill>
                <a:latin typeface="Segoe UI"/>
                <a:ea typeface="Segoe UI"/>
                <a:cs typeface="Segoe UI"/>
              </a:defRPr>
            </a:lvl1pPr>
            <a:lvl2pPr algn="ctr">
              <a:defRPr sz="1650" b="1">
                <a:solidFill>
                  <a:srgbClr val="FFFDF9"/>
                </a:solidFill>
                <a:latin typeface="Segoe UI"/>
                <a:ea typeface="Segoe UI"/>
                <a:cs typeface="Segoe UI"/>
              </a:defRPr>
            </a:lvl2pPr>
            <a:lvl3pPr algn="ctr">
              <a:defRPr sz="1650" b="1">
                <a:solidFill>
                  <a:srgbClr val="FFFDF9"/>
                </a:solidFill>
                <a:latin typeface="Segoe UI"/>
                <a:ea typeface="Segoe UI"/>
                <a:cs typeface="Segoe UI"/>
              </a:defRPr>
            </a:lvl3pPr>
            <a:lvl4pPr algn="ctr">
              <a:defRPr sz="1650" b="1">
                <a:solidFill>
                  <a:srgbClr val="FFFDF9"/>
                </a:solidFill>
                <a:latin typeface="Segoe UI"/>
                <a:ea typeface="Segoe UI"/>
                <a:cs typeface="Segoe UI"/>
              </a:defRPr>
            </a:lvl4pPr>
            <a:lvl5pPr algn="ctr">
              <a:defRPr sz="1650" b="1">
                <a:solidFill>
                  <a:srgbClr val="FFFDF9"/>
                </a:solidFill>
                <a:latin typeface="Segoe UI"/>
                <a:ea typeface="Segoe UI"/>
                <a:cs typeface="Segoe UI"/>
              </a:defRPr>
            </a:lvl5pPr>
            <a:lvl6pPr algn="ctr">
              <a:defRPr sz="1650" b="1">
                <a:solidFill>
                  <a:srgbClr val="FFFDF9"/>
                </a:solidFill>
                <a:latin typeface="Segoe UI"/>
                <a:ea typeface="Segoe UI"/>
                <a:cs typeface="Segoe UI"/>
              </a:defRPr>
            </a:lvl6pPr>
            <a:lvl7pPr algn="ctr">
              <a:defRPr sz="1650" b="1">
                <a:solidFill>
                  <a:srgbClr val="FFFDF9"/>
                </a:solidFill>
                <a:latin typeface="Segoe UI"/>
                <a:ea typeface="Segoe UI"/>
                <a:cs typeface="Segoe UI"/>
              </a:defRPr>
            </a:lvl7pPr>
            <a:lvl8pPr algn="ctr">
              <a:defRPr sz="1650" b="1">
                <a:solidFill>
                  <a:srgbClr val="FFFDF9"/>
                </a:solidFill>
                <a:latin typeface="Segoe UI"/>
                <a:ea typeface="Segoe UI"/>
                <a:cs typeface="Segoe UI"/>
              </a:defRPr>
            </a:lvl8pPr>
            <a:lvl9pPr algn="ctr">
              <a:defRPr sz="1650" b="1">
                <a:solidFill>
                  <a:srgbClr val="FFFDF9"/>
                </a:solidFill>
                <a:latin typeface="Segoe UI"/>
                <a:ea typeface="Segoe UI"/>
                <a:cs typeface="Segoe UI"/>
              </a:defRPr>
            </a:lvl9pPr>
          </a:lstStyle>
          <a:p xmlns:a="http://schemas.openxmlformats.org/drawingml/2006/main">
            <a:pPr algn="ctr">
              <a:defRPr sz="1650" b="1">
                <a:solidFill>
                  <a:srgbClr val="FFFDF9"/>
                </a:solidFill>
                <a:latin typeface="Segoe UI"/>
                <a:ea typeface="Segoe UI"/>
                <a:cs typeface="Segoe UI"/>
              </a:defRPr>
            </a:pPr>
            <a:r>
              <a:rPr sz="1650" b="1">
                <a:solidFill>
                  <a:srgbClr val="FFFDF9"/>
                </a:solidFill>
                <a:latin typeface="Segoe UI"/>
                <a:ea typeface="Segoe UI"/>
                <a:cs typeface="Segoe UI"/>
              </a:rPr>
              <a:t>Complaint</a:t>
            </a:r>
          </a:p>
          <a:p xmlns:a="http://schemas.openxmlformats.org/drawingml/2006/main">
            <a:pPr algn="ctr">
              <a:defRPr sz="1650" b="1">
                <a:solidFill>
                  <a:srgbClr val="FFFDF9"/>
                </a:solidFill>
                <a:latin typeface="Segoe UI"/>
                <a:ea typeface="Segoe UI"/>
                <a:cs typeface="Segoe UI"/>
              </a:defRPr>
            </a:pPr>
            <a:r>
              <a:rPr sz="1650" b="1">
                <a:solidFill>
                  <a:srgbClr val="FFFDF9"/>
                </a:solidFill>
                <a:latin typeface="Segoe UI"/>
                <a:ea typeface="Segoe UI"/>
                <a:cs typeface="Segoe UI"/>
              </a:rPr>
              <a:t>intake</a:t>
            </a:r>
          </a:p>
        </p:txBody>
      </p:sp>
      <p:sp>
        <p:nvSpPr>
          <p:cNvPr id="15" name="">
            <a:extLst xmlns:a="http://schemas.openxmlformats.org/drawingml/2006/main">
              <a:ext uri="{FF2B5EF4-FFF2-40B4-BE49-F238E27FC236}">
                <a16:creationId xmlns:a16="http://schemas.microsoft.com/office/drawing/2014/main" id="{4975A6DE-EC9B-4103-8883-014CEABFD0A7}"/>
              </a:ext>
            </a:extLst>
          </p:cNvPr>
          <p:cNvSpPr>
            <a:spLocks xmlns:a="http://schemas.openxmlformats.org/drawingml/2006/main" noGrp="1"/>
          </p:cNvSpPr>
          <p:nvPr/>
        </p:nvSpPr>
        <p:spPr>
          <a:xfrm xmlns:a="http://schemas.openxmlformats.org/drawingml/2006/main">
            <a:off x="2381250" y="2390775"/>
            <a:ext cx="1771650" cy="723900"/>
          </a:xfrm>
          <a:prstGeom xmlns:a="http://schemas.openxmlformats.org/drawingml/2006/main" prst="rect">
            <a:avLst/>
          </a:prstGeom>
          <a:solidFill xmlns:a="http://schemas.openxmlformats.org/drawingml/2006/main">
            <a:srgbClr val="FFFDF9"/>
          </a:solidFill>
          <a:ln xmlns:a="http://schemas.openxmlformats.org/drawingml/2006/main" w="9525">
            <a:solidFill>
              <a:srgbClr val="CFBDA6"/>
            </a:solidFill>
          </a:ln>
        </p:spPr>
      </p:sp>
      <p:sp>
        <p:nvSpPr>
          <p:cNvPr id="16" name="">
            <a:extLst xmlns:a="http://schemas.openxmlformats.org/drawingml/2006/main">
              <a:ext uri="{FF2B5EF4-FFF2-40B4-BE49-F238E27FC236}">
                <a16:creationId xmlns:a16="http://schemas.microsoft.com/office/drawing/2014/main" id="{24E93CB4-7CA0-410F-9434-019928998D41}"/>
              </a:ext>
            </a:extLst>
          </p:cNvPr>
          <p:cNvSpPr>
            <a:spLocks xmlns:a="http://schemas.openxmlformats.org/drawingml/2006/main" noGrp="1"/>
          </p:cNvSpPr>
          <p:nvPr/>
        </p:nvSpPr>
        <p:spPr>
          <a:xfrm xmlns:a="http://schemas.openxmlformats.org/drawingml/2006/main">
            <a:off x="2486025" y="251460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650" b="1">
                <a:solidFill>
                  <a:srgbClr val="352C24"/>
                </a:solidFill>
                <a:latin typeface="Segoe UI"/>
                <a:ea typeface="Segoe UI"/>
                <a:cs typeface="Segoe UI"/>
              </a:defRPr>
            </a:defPPr>
            <a:lvl1pPr algn="ctr">
              <a:defRPr sz="1650" b="1">
                <a:solidFill>
                  <a:srgbClr val="352C24"/>
                </a:solidFill>
                <a:latin typeface="Segoe UI"/>
                <a:ea typeface="Segoe UI"/>
                <a:cs typeface="Segoe UI"/>
              </a:defRPr>
            </a:lvl1pPr>
            <a:lvl2pPr algn="ctr">
              <a:defRPr sz="1650" b="1">
                <a:solidFill>
                  <a:srgbClr val="352C24"/>
                </a:solidFill>
                <a:latin typeface="Segoe UI"/>
                <a:ea typeface="Segoe UI"/>
                <a:cs typeface="Segoe UI"/>
              </a:defRPr>
            </a:lvl2pPr>
            <a:lvl3pPr algn="ctr">
              <a:defRPr sz="1650" b="1">
                <a:solidFill>
                  <a:srgbClr val="352C24"/>
                </a:solidFill>
                <a:latin typeface="Segoe UI"/>
                <a:ea typeface="Segoe UI"/>
                <a:cs typeface="Segoe UI"/>
              </a:defRPr>
            </a:lvl3pPr>
            <a:lvl4pPr algn="ctr">
              <a:defRPr sz="1650" b="1">
                <a:solidFill>
                  <a:srgbClr val="352C24"/>
                </a:solidFill>
                <a:latin typeface="Segoe UI"/>
                <a:ea typeface="Segoe UI"/>
                <a:cs typeface="Segoe UI"/>
              </a:defRPr>
            </a:lvl4pPr>
            <a:lvl5pPr algn="ctr">
              <a:defRPr sz="1650" b="1">
                <a:solidFill>
                  <a:srgbClr val="352C24"/>
                </a:solidFill>
                <a:latin typeface="Segoe UI"/>
                <a:ea typeface="Segoe UI"/>
                <a:cs typeface="Segoe UI"/>
              </a:defRPr>
            </a:lvl5pPr>
            <a:lvl6pPr algn="ctr">
              <a:defRPr sz="1650" b="1">
                <a:solidFill>
                  <a:srgbClr val="352C24"/>
                </a:solidFill>
                <a:latin typeface="Segoe UI"/>
                <a:ea typeface="Segoe UI"/>
                <a:cs typeface="Segoe UI"/>
              </a:defRPr>
            </a:lvl6pPr>
            <a:lvl7pPr algn="ctr">
              <a:defRPr sz="1650" b="1">
                <a:solidFill>
                  <a:srgbClr val="352C24"/>
                </a:solidFill>
                <a:latin typeface="Segoe UI"/>
                <a:ea typeface="Segoe UI"/>
                <a:cs typeface="Segoe UI"/>
              </a:defRPr>
            </a:lvl7pPr>
            <a:lvl8pPr algn="ctr">
              <a:defRPr sz="1650" b="1">
                <a:solidFill>
                  <a:srgbClr val="352C24"/>
                </a:solidFill>
                <a:latin typeface="Segoe UI"/>
                <a:ea typeface="Segoe UI"/>
                <a:cs typeface="Segoe UI"/>
              </a:defRPr>
            </a:lvl8pPr>
            <a:lvl9pPr algn="ctr">
              <a:defRPr sz="1650" b="1">
                <a:solidFill>
                  <a:srgbClr val="352C24"/>
                </a:solidFill>
                <a:latin typeface="Segoe UI"/>
                <a:ea typeface="Segoe UI"/>
                <a:cs typeface="Segoe UI"/>
              </a:defRPr>
            </a:lvl9pPr>
          </a:lstStyle>
          <a:p xmlns:a="http://schemas.openxmlformats.org/drawingml/2006/main">
            <a:pPr algn="ctr">
              <a:defRPr sz="1650" b="1">
                <a:solidFill>
                  <a:srgbClr val="352C24"/>
                </a:solidFill>
                <a:latin typeface="Segoe UI"/>
                <a:ea typeface="Segoe UI"/>
                <a:cs typeface="Segoe UI"/>
              </a:defRPr>
            </a:pPr>
            <a:r>
              <a:rPr sz="1650" b="1">
                <a:solidFill>
                  <a:srgbClr val="352C24"/>
                </a:solidFill>
                <a:latin typeface="Segoe UI"/>
                <a:ea typeface="Segoe UI"/>
                <a:cs typeface="Segoe UI"/>
              </a:rPr>
              <a:t>Accountable</a:t>
            </a:r>
          </a:p>
          <a:p xmlns:a="http://schemas.openxmlformats.org/drawingml/2006/main">
            <a:pPr algn="ctr">
              <a:defRPr sz="1650" b="1">
                <a:solidFill>
                  <a:srgbClr val="352C24"/>
                </a:solidFill>
                <a:latin typeface="Segoe UI"/>
                <a:ea typeface="Segoe UI"/>
                <a:cs typeface="Segoe UI"/>
              </a:defRPr>
            </a:pPr>
            <a:r>
              <a:rPr sz="1650" b="1">
                <a:solidFill>
                  <a:srgbClr val="352C24"/>
                </a:solidFill>
                <a:latin typeface="Segoe UI"/>
                <a:ea typeface="Segoe UI"/>
                <a:cs typeface="Segoe UI"/>
              </a:rPr>
              <a:t>ownership</a:t>
            </a:r>
          </a:p>
        </p:txBody>
      </p:sp>
      <p:sp>
        <p:nvSpPr>
          <p:cNvPr id="17" name="">
            <a:extLst xmlns:a="http://schemas.openxmlformats.org/drawingml/2006/main">
              <a:ext uri="{FF2B5EF4-FFF2-40B4-BE49-F238E27FC236}">
                <a16:creationId xmlns:a16="http://schemas.microsoft.com/office/drawing/2014/main" id="{20A6E195-F8EA-4904-9F67-9E2987FD8C0C}"/>
              </a:ext>
            </a:extLst>
          </p:cNvPr>
          <p:cNvSpPr>
            <a:spLocks xmlns:a="http://schemas.openxmlformats.org/drawingml/2006/main" noGrp="1"/>
          </p:cNvSpPr>
          <p:nvPr/>
        </p:nvSpPr>
        <p:spPr>
          <a:xfrm xmlns:a="http://schemas.openxmlformats.org/drawingml/2006/main">
            <a:off x="4267200" y="2390775"/>
            <a:ext cx="1771650" cy="7239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3CA99BF-7556-43A2-81BF-AB7FE4FB6D73}"/>
              </a:ext>
            </a:extLst>
          </p:cNvPr>
          <p:cNvSpPr>
            <a:spLocks xmlns:a="http://schemas.openxmlformats.org/drawingml/2006/main" noGrp="1"/>
          </p:cNvSpPr>
          <p:nvPr/>
        </p:nvSpPr>
        <p:spPr>
          <a:xfrm xmlns:a="http://schemas.openxmlformats.org/drawingml/2006/main">
            <a:off x="4371975" y="251460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650" b="1">
                <a:solidFill>
                  <a:srgbClr val="FFFDF9"/>
                </a:solidFill>
                <a:latin typeface="Segoe UI"/>
                <a:ea typeface="Segoe UI"/>
                <a:cs typeface="Segoe UI"/>
              </a:defRPr>
            </a:defPPr>
            <a:lvl1pPr algn="ctr">
              <a:defRPr sz="1650" b="1">
                <a:solidFill>
                  <a:srgbClr val="FFFDF9"/>
                </a:solidFill>
                <a:latin typeface="Segoe UI"/>
                <a:ea typeface="Segoe UI"/>
                <a:cs typeface="Segoe UI"/>
              </a:defRPr>
            </a:lvl1pPr>
            <a:lvl2pPr algn="ctr">
              <a:defRPr sz="1650" b="1">
                <a:solidFill>
                  <a:srgbClr val="FFFDF9"/>
                </a:solidFill>
                <a:latin typeface="Segoe UI"/>
                <a:ea typeface="Segoe UI"/>
                <a:cs typeface="Segoe UI"/>
              </a:defRPr>
            </a:lvl2pPr>
            <a:lvl3pPr algn="ctr">
              <a:defRPr sz="1650" b="1">
                <a:solidFill>
                  <a:srgbClr val="FFFDF9"/>
                </a:solidFill>
                <a:latin typeface="Segoe UI"/>
                <a:ea typeface="Segoe UI"/>
                <a:cs typeface="Segoe UI"/>
              </a:defRPr>
            </a:lvl3pPr>
            <a:lvl4pPr algn="ctr">
              <a:defRPr sz="1650" b="1">
                <a:solidFill>
                  <a:srgbClr val="FFFDF9"/>
                </a:solidFill>
                <a:latin typeface="Segoe UI"/>
                <a:ea typeface="Segoe UI"/>
                <a:cs typeface="Segoe UI"/>
              </a:defRPr>
            </a:lvl4pPr>
            <a:lvl5pPr algn="ctr">
              <a:defRPr sz="1650" b="1">
                <a:solidFill>
                  <a:srgbClr val="FFFDF9"/>
                </a:solidFill>
                <a:latin typeface="Segoe UI"/>
                <a:ea typeface="Segoe UI"/>
                <a:cs typeface="Segoe UI"/>
              </a:defRPr>
            </a:lvl5pPr>
            <a:lvl6pPr algn="ctr">
              <a:defRPr sz="1650" b="1">
                <a:solidFill>
                  <a:srgbClr val="FFFDF9"/>
                </a:solidFill>
                <a:latin typeface="Segoe UI"/>
                <a:ea typeface="Segoe UI"/>
                <a:cs typeface="Segoe UI"/>
              </a:defRPr>
            </a:lvl6pPr>
            <a:lvl7pPr algn="ctr">
              <a:defRPr sz="1650" b="1">
                <a:solidFill>
                  <a:srgbClr val="FFFDF9"/>
                </a:solidFill>
                <a:latin typeface="Segoe UI"/>
                <a:ea typeface="Segoe UI"/>
                <a:cs typeface="Segoe UI"/>
              </a:defRPr>
            </a:lvl7pPr>
            <a:lvl8pPr algn="ctr">
              <a:defRPr sz="1650" b="1">
                <a:solidFill>
                  <a:srgbClr val="FFFDF9"/>
                </a:solidFill>
                <a:latin typeface="Segoe UI"/>
                <a:ea typeface="Segoe UI"/>
                <a:cs typeface="Segoe UI"/>
              </a:defRPr>
            </a:lvl8pPr>
            <a:lvl9pPr algn="ctr">
              <a:defRPr sz="1650" b="1">
                <a:solidFill>
                  <a:srgbClr val="FFFDF9"/>
                </a:solidFill>
                <a:latin typeface="Segoe UI"/>
                <a:ea typeface="Segoe UI"/>
                <a:cs typeface="Segoe UI"/>
              </a:defRPr>
            </a:lvl9pPr>
          </a:lstStyle>
          <a:p xmlns:a="http://schemas.openxmlformats.org/drawingml/2006/main">
            <a:pPr algn="ctr">
              <a:defRPr sz="1650" b="1">
                <a:solidFill>
                  <a:srgbClr val="FFFDF9"/>
                </a:solidFill>
                <a:latin typeface="Segoe UI"/>
                <a:ea typeface="Segoe UI"/>
                <a:cs typeface="Segoe UI"/>
              </a:defRPr>
            </a:pPr>
            <a:r>
              <a:rPr sz="1650" b="1">
                <a:solidFill>
                  <a:srgbClr val="FFFDF9"/>
                </a:solidFill>
                <a:latin typeface="Segoe UI"/>
                <a:ea typeface="Segoe UI"/>
                <a:cs typeface="Segoe UI"/>
              </a:rPr>
              <a:t>Proceeding</a:t>
            </a:r>
          </a:p>
          <a:p xmlns:a="http://schemas.openxmlformats.org/drawingml/2006/main">
            <a:pPr algn="ctr">
              <a:defRPr sz="1650" b="1">
                <a:solidFill>
                  <a:srgbClr val="FFFDF9"/>
                </a:solidFill>
                <a:latin typeface="Segoe UI"/>
                <a:ea typeface="Segoe UI"/>
                <a:cs typeface="Segoe UI"/>
              </a:defRPr>
            </a:pPr>
            <a:r>
              <a:rPr sz="1650" b="1">
                <a:solidFill>
                  <a:srgbClr val="FFFDF9"/>
                </a:solidFill>
                <a:latin typeface="Segoe UI"/>
                <a:ea typeface="Segoe UI"/>
                <a:cs typeface="Segoe UI"/>
              </a:rPr>
              <a:t>records</a:t>
            </a:r>
          </a:p>
        </p:txBody>
      </p:sp>
      <p:sp>
        <p:nvSpPr>
          <p:cNvPr id="19" name="">
            <a:extLst xmlns:a="http://schemas.openxmlformats.org/drawingml/2006/main">
              <a:ext uri="{FF2B5EF4-FFF2-40B4-BE49-F238E27FC236}">
                <a16:creationId xmlns:a16="http://schemas.microsoft.com/office/drawing/2014/main" id="{A13DB4E3-DCDF-4840-A04A-863B03B662AD}"/>
              </a:ext>
            </a:extLst>
          </p:cNvPr>
          <p:cNvSpPr>
            <a:spLocks xmlns:a="http://schemas.openxmlformats.org/drawingml/2006/main" noGrp="1"/>
          </p:cNvSpPr>
          <p:nvPr/>
        </p:nvSpPr>
        <p:spPr>
          <a:xfrm xmlns:a="http://schemas.openxmlformats.org/drawingml/2006/main">
            <a:off x="6153150" y="2390775"/>
            <a:ext cx="1771650" cy="723900"/>
          </a:xfrm>
          <a:prstGeom xmlns:a="http://schemas.openxmlformats.org/drawingml/2006/main" prst="rect">
            <a:avLst/>
          </a:prstGeom>
          <a:solidFill xmlns:a="http://schemas.openxmlformats.org/drawingml/2006/main">
            <a:srgbClr val="FFFDF9"/>
          </a:solidFill>
          <a:ln xmlns:a="http://schemas.openxmlformats.org/drawingml/2006/main" w="9525">
            <a:solidFill>
              <a:srgbClr val="CFBDA6"/>
            </a:solidFill>
          </a:ln>
        </p:spPr>
      </p:sp>
      <p:sp>
        <p:nvSpPr>
          <p:cNvPr id="20" name="">
            <a:extLst xmlns:a="http://schemas.openxmlformats.org/drawingml/2006/main">
              <a:ext uri="{FF2B5EF4-FFF2-40B4-BE49-F238E27FC236}">
                <a16:creationId xmlns:a16="http://schemas.microsoft.com/office/drawing/2014/main" id="{EDB0BD0E-D99C-40C5-ACB2-13C680E2E78C}"/>
              </a:ext>
            </a:extLst>
          </p:cNvPr>
          <p:cNvSpPr>
            <a:spLocks xmlns:a="http://schemas.openxmlformats.org/drawingml/2006/main" noGrp="1"/>
          </p:cNvSpPr>
          <p:nvPr/>
        </p:nvSpPr>
        <p:spPr>
          <a:xfrm xmlns:a="http://schemas.openxmlformats.org/drawingml/2006/main">
            <a:off x="6257925" y="251460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650" b="1">
                <a:solidFill>
                  <a:srgbClr val="352C24"/>
                </a:solidFill>
                <a:latin typeface="Segoe UI"/>
                <a:ea typeface="Segoe UI"/>
                <a:cs typeface="Segoe UI"/>
              </a:defRPr>
            </a:defPPr>
            <a:lvl1pPr algn="ctr">
              <a:defRPr sz="1650" b="1">
                <a:solidFill>
                  <a:srgbClr val="352C24"/>
                </a:solidFill>
                <a:latin typeface="Segoe UI"/>
                <a:ea typeface="Segoe UI"/>
                <a:cs typeface="Segoe UI"/>
              </a:defRPr>
            </a:lvl1pPr>
            <a:lvl2pPr algn="ctr">
              <a:defRPr sz="1650" b="1">
                <a:solidFill>
                  <a:srgbClr val="352C24"/>
                </a:solidFill>
                <a:latin typeface="Segoe UI"/>
                <a:ea typeface="Segoe UI"/>
                <a:cs typeface="Segoe UI"/>
              </a:defRPr>
            </a:lvl2pPr>
            <a:lvl3pPr algn="ctr">
              <a:defRPr sz="1650" b="1">
                <a:solidFill>
                  <a:srgbClr val="352C24"/>
                </a:solidFill>
                <a:latin typeface="Segoe UI"/>
                <a:ea typeface="Segoe UI"/>
                <a:cs typeface="Segoe UI"/>
              </a:defRPr>
            </a:lvl3pPr>
            <a:lvl4pPr algn="ctr">
              <a:defRPr sz="1650" b="1">
                <a:solidFill>
                  <a:srgbClr val="352C24"/>
                </a:solidFill>
                <a:latin typeface="Segoe UI"/>
                <a:ea typeface="Segoe UI"/>
                <a:cs typeface="Segoe UI"/>
              </a:defRPr>
            </a:lvl4pPr>
            <a:lvl5pPr algn="ctr">
              <a:defRPr sz="1650" b="1">
                <a:solidFill>
                  <a:srgbClr val="352C24"/>
                </a:solidFill>
                <a:latin typeface="Segoe UI"/>
                <a:ea typeface="Segoe UI"/>
                <a:cs typeface="Segoe UI"/>
              </a:defRPr>
            </a:lvl5pPr>
            <a:lvl6pPr algn="ctr">
              <a:defRPr sz="1650" b="1">
                <a:solidFill>
                  <a:srgbClr val="352C24"/>
                </a:solidFill>
                <a:latin typeface="Segoe UI"/>
                <a:ea typeface="Segoe UI"/>
                <a:cs typeface="Segoe UI"/>
              </a:defRPr>
            </a:lvl6pPr>
            <a:lvl7pPr algn="ctr">
              <a:defRPr sz="1650" b="1">
                <a:solidFill>
                  <a:srgbClr val="352C24"/>
                </a:solidFill>
                <a:latin typeface="Segoe UI"/>
                <a:ea typeface="Segoe UI"/>
                <a:cs typeface="Segoe UI"/>
              </a:defRPr>
            </a:lvl7pPr>
            <a:lvl8pPr algn="ctr">
              <a:defRPr sz="1650" b="1">
                <a:solidFill>
                  <a:srgbClr val="352C24"/>
                </a:solidFill>
                <a:latin typeface="Segoe UI"/>
                <a:ea typeface="Segoe UI"/>
                <a:cs typeface="Segoe UI"/>
              </a:defRPr>
            </a:lvl8pPr>
            <a:lvl9pPr algn="ctr">
              <a:defRPr sz="1650" b="1">
                <a:solidFill>
                  <a:srgbClr val="352C24"/>
                </a:solidFill>
                <a:latin typeface="Segoe UI"/>
                <a:ea typeface="Segoe UI"/>
                <a:cs typeface="Segoe UI"/>
              </a:defRPr>
            </a:lvl9pPr>
          </a:lstStyle>
          <a:p xmlns:a="http://schemas.openxmlformats.org/drawingml/2006/main">
            <a:pPr algn="ctr">
              <a:defRPr sz="1650" b="1">
                <a:solidFill>
                  <a:srgbClr val="352C24"/>
                </a:solidFill>
                <a:latin typeface="Segoe UI"/>
                <a:ea typeface="Segoe UI"/>
                <a:cs typeface="Segoe UI"/>
              </a:defRPr>
            </a:pPr>
            <a:r>
              <a:rPr sz="1650" b="1">
                <a:solidFill>
                  <a:srgbClr val="352C24"/>
                </a:solidFill>
                <a:latin typeface="Segoe UI"/>
                <a:ea typeface="Segoe UI"/>
                <a:cs typeface="Segoe UI"/>
              </a:rPr>
              <a:t>Semantic</a:t>
            </a:r>
          </a:p>
          <a:p xmlns:a="http://schemas.openxmlformats.org/drawingml/2006/main">
            <a:pPr algn="ctr">
              <a:defRPr sz="1650" b="1">
                <a:solidFill>
                  <a:srgbClr val="352C24"/>
                </a:solidFill>
                <a:latin typeface="Segoe UI"/>
                <a:ea typeface="Segoe UI"/>
                <a:cs typeface="Segoe UI"/>
              </a:defRPr>
            </a:pPr>
            <a:r>
              <a:rPr sz="1650" b="1">
                <a:solidFill>
                  <a:srgbClr val="352C24"/>
                </a:solidFill>
                <a:latin typeface="Segoe UI"/>
                <a:ea typeface="Segoe UI"/>
                <a:cs typeface="Segoe UI"/>
              </a:rPr>
              <a:t>overlap review</a:t>
            </a:r>
          </a:p>
        </p:txBody>
      </p:sp>
      <p:sp>
        <p:nvSpPr>
          <p:cNvPr id="21" name="">
            <a:extLst xmlns:a="http://schemas.openxmlformats.org/drawingml/2006/main">
              <a:ext uri="{FF2B5EF4-FFF2-40B4-BE49-F238E27FC236}">
                <a16:creationId xmlns:a16="http://schemas.microsoft.com/office/drawing/2014/main" id="{F5F79C44-FA75-4F06-9605-00DB61B061B9}"/>
              </a:ext>
            </a:extLst>
          </p:cNvPr>
          <p:cNvSpPr>
            <a:spLocks xmlns:a="http://schemas.openxmlformats.org/drawingml/2006/main" noGrp="1"/>
          </p:cNvSpPr>
          <p:nvPr/>
        </p:nvSpPr>
        <p:spPr>
          <a:xfrm xmlns:a="http://schemas.openxmlformats.org/drawingml/2006/main">
            <a:off x="8039100" y="2390775"/>
            <a:ext cx="1771650" cy="7239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B311DC7-ED06-43C9-812B-3B05A3307C25}"/>
              </a:ext>
            </a:extLst>
          </p:cNvPr>
          <p:cNvSpPr>
            <a:spLocks xmlns:a="http://schemas.openxmlformats.org/drawingml/2006/main" noGrp="1"/>
          </p:cNvSpPr>
          <p:nvPr/>
        </p:nvSpPr>
        <p:spPr>
          <a:xfrm xmlns:a="http://schemas.openxmlformats.org/drawingml/2006/main">
            <a:off x="8143875" y="251460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650" b="1">
                <a:solidFill>
                  <a:srgbClr val="FFFDF9"/>
                </a:solidFill>
                <a:latin typeface="Segoe UI"/>
                <a:ea typeface="Segoe UI"/>
                <a:cs typeface="Segoe UI"/>
              </a:defRPr>
            </a:defPPr>
            <a:lvl1pPr algn="ctr">
              <a:defRPr sz="1650" b="1">
                <a:solidFill>
                  <a:srgbClr val="FFFDF9"/>
                </a:solidFill>
                <a:latin typeface="Segoe UI"/>
                <a:ea typeface="Segoe UI"/>
                <a:cs typeface="Segoe UI"/>
              </a:defRPr>
            </a:lvl1pPr>
            <a:lvl2pPr algn="ctr">
              <a:defRPr sz="1650" b="1">
                <a:solidFill>
                  <a:srgbClr val="FFFDF9"/>
                </a:solidFill>
                <a:latin typeface="Segoe UI"/>
                <a:ea typeface="Segoe UI"/>
                <a:cs typeface="Segoe UI"/>
              </a:defRPr>
            </a:lvl2pPr>
            <a:lvl3pPr algn="ctr">
              <a:defRPr sz="1650" b="1">
                <a:solidFill>
                  <a:srgbClr val="FFFDF9"/>
                </a:solidFill>
                <a:latin typeface="Segoe UI"/>
                <a:ea typeface="Segoe UI"/>
                <a:cs typeface="Segoe UI"/>
              </a:defRPr>
            </a:lvl3pPr>
            <a:lvl4pPr algn="ctr">
              <a:defRPr sz="1650" b="1">
                <a:solidFill>
                  <a:srgbClr val="FFFDF9"/>
                </a:solidFill>
                <a:latin typeface="Segoe UI"/>
                <a:ea typeface="Segoe UI"/>
                <a:cs typeface="Segoe UI"/>
              </a:defRPr>
            </a:lvl4pPr>
            <a:lvl5pPr algn="ctr">
              <a:defRPr sz="1650" b="1">
                <a:solidFill>
                  <a:srgbClr val="FFFDF9"/>
                </a:solidFill>
                <a:latin typeface="Segoe UI"/>
                <a:ea typeface="Segoe UI"/>
                <a:cs typeface="Segoe UI"/>
              </a:defRPr>
            </a:lvl5pPr>
            <a:lvl6pPr algn="ctr">
              <a:defRPr sz="1650" b="1">
                <a:solidFill>
                  <a:srgbClr val="FFFDF9"/>
                </a:solidFill>
                <a:latin typeface="Segoe UI"/>
                <a:ea typeface="Segoe UI"/>
                <a:cs typeface="Segoe UI"/>
              </a:defRPr>
            </a:lvl6pPr>
            <a:lvl7pPr algn="ctr">
              <a:defRPr sz="1650" b="1">
                <a:solidFill>
                  <a:srgbClr val="FFFDF9"/>
                </a:solidFill>
                <a:latin typeface="Segoe UI"/>
                <a:ea typeface="Segoe UI"/>
                <a:cs typeface="Segoe UI"/>
              </a:defRPr>
            </a:lvl7pPr>
            <a:lvl8pPr algn="ctr">
              <a:defRPr sz="1650" b="1">
                <a:solidFill>
                  <a:srgbClr val="FFFDF9"/>
                </a:solidFill>
                <a:latin typeface="Segoe UI"/>
                <a:ea typeface="Segoe UI"/>
                <a:cs typeface="Segoe UI"/>
              </a:defRPr>
            </a:lvl8pPr>
            <a:lvl9pPr algn="ctr">
              <a:defRPr sz="1650" b="1">
                <a:solidFill>
                  <a:srgbClr val="FFFDF9"/>
                </a:solidFill>
                <a:latin typeface="Segoe UI"/>
                <a:ea typeface="Segoe UI"/>
                <a:cs typeface="Segoe UI"/>
              </a:defRPr>
            </a:lvl9pPr>
          </a:lstStyle>
          <a:p xmlns:a="http://schemas.openxmlformats.org/drawingml/2006/main">
            <a:pPr algn="ctr">
              <a:defRPr sz="1650" b="1">
                <a:solidFill>
                  <a:srgbClr val="FFFDF9"/>
                </a:solidFill>
                <a:latin typeface="Segoe UI"/>
                <a:ea typeface="Segoe UI"/>
                <a:cs typeface="Segoe UI"/>
              </a:defRPr>
            </a:pPr>
            <a:r>
              <a:rPr sz="1650" b="1">
                <a:solidFill>
                  <a:srgbClr val="FFFDF9"/>
                </a:solidFill>
                <a:latin typeface="Segoe UI"/>
                <a:ea typeface="Segoe UI"/>
                <a:cs typeface="Segoe UI"/>
              </a:rPr>
              <a:t>Deadline</a:t>
            </a:r>
          </a:p>
          <a:p xmlns:a="http://schemas.openxmlformats.org/drawingml/2006/main">
            <a:pPr algn="ctr">
              <a:defRPr sz="1650" b="1">
                <a:solidFill>
                  <a:srgbClr val="FFFDF9"/>
                </a:solidFill>
                <a:latin typeface="Segoe UI"/>
                <a:ea typeface="Segoe UI"/>
                <a:cs typeface="Segoe UI"/>
              </a:defRPr>
            </a:pPr>
            <a:r>
              <a:rPr sz="1650" b="1">
                <a:solidFill>
                  <a:srgbClr val="FFFDF9"/>
                </a:solidFill>
                <a:latin typeface="Segoe UI"/>
                <a:ea typeface="Segoe UI"/>
                <a:cs typeface="Segoe UI"/>
              </a:rPr>
              <a:t>monitoring</a:t>
            </a:r>
          </a:p>
        </p:txBody>
      </p:sp>
      <p:sp>
        <p:nvSpPr>
          <p:cNvPr id="23" name="">
            <a:extLst xmlns:a="http://schemas.openxmlformats.org/drawingml/2006/main">
              <a:ext uri="{FF2B5EF4-FFF2-40B4-BE49-F238E27FC236}">
                <a16:creationId xmlns:a16="http://schemas.microsoft.com/office/drawing/2014/main" id="{2D763D66-3D57-4505-8AC7-790EDF41F513}"/>
              </a:ext>
            </a:extLst>
          </p:cNvPr>
          <p:cNvSpPr>
            <a:spLocks xmlns:a="http://schemas.openxmlformats.org/drawingml/2006/main" noGrp="1"/>
          </p:cNvSpPr>
          <p:nvPr/>
        </p:nvSpPr>
        <p:spPr>
          <a:xfrm xmlns:a="http://schemas.openxmlformats.org/drawingml/2006/main">
            <a:off x="9925050" y="2390775"/>
            <a:ext cx="1771650" cy="723900"/>
          </a:xfrm>
          <a:prstGeom xmlns:a="http://schemas.openxmlformats.org/drawingml/2006/main" prst="rect">
            <a:avLst/>
          </a:prstGeom>
          <a:solidFill xmlns:a="http://schemas.openxmlformats.org/drawingml/2006/main">
            <a:srgbClr val="FFFDF9"/>
          </a:solidFill>
          <a:ln xmlns:a="http://schemas.openxmlformats.org/drawingml/2006/main" w="9525">
            <a:solidFill>
              <a:srgbClr val="CFBDA6"/>
            </a:solidFill>
          </a:ln>
        </p:spPr>
      </p:sp>
      <p:sp>
        <p:nvSpPr>
          <p:cNvPr id="24" name="">
            <a:extLst xmlns:a="http://schemas.openxmlformats.org/drawingml/2006/main">
              <a:ext uri="{FF2B5EF4-FFF2-40B4-BE49-F238E27FC236}">
                <a16:creationId xmlns:a16="http://schemas.microsoft.com/office/drawing/2014/main" id="{90C70EC3-9938-41ED-8451-20D87FE55A11}"/>
              </a:ext>
            </a:extLst>
          </p:cNvPr>
          <p:cNvSpPr>
            <a:spLocks xmlns:a="http://schemas.openxmlformats.org/drawingml/2006/main" noGrp="1"/>
          </p:cNvSpPr>
          <p:nvPr/>
        </p:nvSpPr>
        <p:spPr>
          <a:xfrm xmlns:a="http://schemas.openxmlformats.org/drawingml/2006/main">
            <a:off x="10029825" y="251460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650" b="1">
                <a:solidFill>
                  <a:srgbClr val="352C24"/>
                </a:solidFill>
                <a:latin typeface="Segoe UI"/>
                <a:ea typeface="Segoe UI"/>
                <a:cs typeface="Segoe UI"/>
              </a:defRPr>
            </a:defPPr>
            <a:lvl1pPr algn="ctr">
              <a:defRPr sz="1650" b="1">
                <a:solidFill>
                  <a:srgbClr val="352C24"/>
                </a:solidFill>
                <a:latin typeface="Segoe UI"/>
                <a:ea typeface="Segoe UI"/>
                <a:cs typeface="Segoe UI"/>
              </a:defRPr>
            </a:lvl1pPr>
            <a:lvl2pPr algn="ctr">
              <a:defRPr sz="1650" b="1">
                <a:solidFill>
                  <a:srgbClr val="352C24"/>
                </a:solidFill>
                <a:latin typeface="Segoe UI"/>
                <a:ea typeface="Segoe UI"/>
                <a:cs typeface="Segoe UI"/>
              </a:defRPr>
            </a:lvl2pPr>
            <a:lvl3pPr algn="ctr">
              <a:defRPr sz="1650" b="1">
                <a:solidFill>
                  <a:srgbClr val="352C24"/>
                </a:solidFill>
                <a:latin typeface="Segoe UI"/>
                <a:ea typeface="Segoe UI"/>
                <a:cs typeface="Segoe UI"/>
              </a:defRPr>
            </a:lvl3pPr>
            <a:lvl4pPr algn="ctr">
              <a:defRPr sz="1650" b="1">
                <a:solidFill>
                  <a:srgbClr val="352C24"/>
                </a:solidFill>
                <a:latin typeface="Segoe UI"/>
                <a:ea typeface="Segoe UI"/>
                <a:cs typeface="Segoe UI"/>
              </a:defRPr>
            </a:lvl4pPr>
            <a:lvl5pPr algn="ctr">
              <a:defRPr sz="1650" b="1">
                <a:solidFill>
                  <a:srgbClr val="352C24"/>
                </a:solidFill>
                <a:latin typeface="Segoe UI"/>
                <a:ea typeface="Segoe UI"/>
                <a:cs typeface="Segoe UI"/>
              </a:defRPr>
            </a:lvl5pPr>
            <a:lvl6pPr algn="ctr">
              <a:defRPr sz="1650" b="1">
                <a:solidFill>
                  <a:srgbClr val="352C24"/>
                </a:solidFill>
                <a:latin typeface="Segoe UI"/>
                <a:ea typeface="Segoe UI"/>
                <a:cs typeface="Segoe UI"/>
              </a:defRPr>
            </a:lvl6pPr>
            <a:lvl7pPr algn="ctr">
              <a:defRPr sz="1650" b="1">
                <a:solidFill>
                  <a:srgbClr val="352C24"/>
                </a:solidFill>
                <a:latin typeface="Segoe UI"/>
                <a:ea typeface="Segoe UI"/>
                <a:cs typeface="Segoe UI"/>
              </a:defRPr>
            </a:lvl7pPr>
            <a:lvl8pPr algn="ctr">
              <a:defRPr sz="1650" b="1">
                <a:solidFill>
                  <a:srgbClr val="352C24"/>
                </a:solidFill>
                <a:latin typeface="Segoe UI"/>
                <a:ea typeface="Segoe UI"/>
                <a:cs typeface="Segoe UI"/>
              </a:defRPr>
            </a:lvl8pPr>
            <a:lvl9pPr algn="ctr">
              <a:defRPr sz="1650" b="1">
                <a:solidFill>
                  <a:srgbClr val="352C24"/>
                </a:solidFill>
                <a:latin typeface="Segoe UI"/>
                <a:ea typeface="Segoe UI"/>
                <a:cs typeface="Segoe UI"/>
              </a:defRPr>
            </a:lvl9pPr>
          </a:lstStyle>
          <a:p xmlns:a="http://schemas.openxmlformats.org/drawingml/2006/main">
            <a:pPr algn="ctr">
              <a:defRPr sz="1650" b="1">
                <a:solidFill>
                  <a:srgbClr val="352C24"/>
                </a:solidFill>
                <a:latin typeface="Segoe UI"/>
                <a:ea typeface="Segoe UI"/>
                <a:cs typeface="Segoe UI"/>
              </a:defRPr>
            </a:pPr>
            <a:r>
              <a:rPr sz="1650" b="1">
                <a:solidFill>
                  <a:srgbClr val="352C24"/>
                </a:solidFill>
                <a:latin typeface="Segoe UI"/>
                <a:ea typeface="Segoe UI"/>
                <a:cs typeface="Segoe UI"/>
              </a:rPr>
              <a:t>Evidence &amp;</a:t>
            </a:r>
          </a:p>
          <a:p xmlns:a="http://schemas.openxmlformats.org/drawingml/2006/main">
            <a:pPr algn="ctr">
              <a:defRPr sz="1650" b="1">
                <a:solidFill>
                  <a:srgbClr val="352C24"/>
                </a:solidFill>
                <a:latin typeface="Segoe UI"/>
                <a:ea typeface="Segoe UI"/>
                <a:cs typeface="Segoe UI"/>
              </a:defRPr>
            </a:pPr>
            <a:r>
              <a:rPr sz="1650" b="1">
                <a:solidFill>
                  <a:srgbClr val="352C24"/>
                </a:solidFill>
                <a:latin typeface="Segoe UI"/>
                <a:ea typeface="Segoe UI"/>
                <a:cs typeface="Segoe UI"/>
              </a:rPr>
              <a:t>closure PDFs</a:t>
            </a:r>
          </a:p>
        </p:txBody>
      </p:sp>
      <p:sp>
        <p:nvSpPr>
          <p:cNvPr id="25" name="">
            <a:extLst xmlns:a="http://schemas.openxmlformats.org/drawingml/2006/main">
              <a:ext uri="{FF2B5EF4-FFF2-40B4-BE49-F238E27FC236}">
                <a16:creationId xmlns:a16="http://schemas.microsoft.com/office/drawing/2014/main" id="{6FA482DD-DF4D-4C6B-B73E-DAF18638F576}"/>
              </a:ext>
            </a:extLst>
          </p:cNvPr>
          <p:cNvSpPr>
            <a:spLocks xmlns:a="http://schemas.openxmlformats.org/drawingml/2006/main" noGrp="1"/>
          </p:cNvSpPr>
          <p:nvPr/>
        </p:nvSpPr>
        <p:spPr>
          <a:xfrm xmlns:a="http://schemas.openxmlformats.org/drawingml/2006/main">
            <a:off x="495300" y="3381375"/>
            <a:ext cx="5067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9C482E"/>
                </a:solidFill>
                <a:latin typeface="Segoe UI"/>
                <a:ea typeface="Segoe UI"/>
                <a:cs typeface="Segoe UI"/>
              </a:defRPr>
            </a:defPPr>
            <a:lvl1pPr algn="l">
              <a:defRPr sz="1800" b="1">
                <a:solidFill>
                  <a:srgbClr val="9C482E"/>
                </a:solidFill>
                <a:latin typeface="Segoe UI"/>
                <a:ea typeface="Segoe UI"/>
                <a:cs typeface="Segoe UI"/>
              </a:defRPr>
            </a:lvl1pPr>
            <a:lvl2pPr algn="l">
              <a:defRPr sz="1800" b="1">
                <a:solidFill>
                  <a:srgbClr val="9C482E"/>
                </a:solidFill>
                <a:latin typeface="Segoe UI"/>
                <a:ea typeface="Segoe UI"/>
                <a:cs typeface="Segoe UI"/>
              </a:defRPr>
            </a:lvl2pPr>
            <a:lvl3pPr algn="l">
              <a:defRPr sz="1800" b="1">
                <a:solidFill>
                  <a:srgbClr val="9C482E"/>
                </a:solidFill>
                <a:latin typeface="Segoe UI"/>
                <a:ea typeface="Segoe UI"/>
                <a:cs typeface="Segoe UI"/>
              </a:defRPr>
            </a:lvl3pPr>
            <a:lvl4pPr algn="l">
              <a:defRPr sz="1800" b="1">
                <a:solidFill>
                  <a:srgbClr val="9C482E"/>
                </a:solidFill>
                <a:latin typeface="Segoe UI"/>
                <a:ea typeface="Segoe UI"/>
                <a:cs typeface="Segoe UI"/>
              </a:defRPr>
            </a:lvl4pPr>
            <a:lvl5pPr algn="l">
              <a:defRPr sz="1800" b="1">
                <a:solidFill>
                  <a:srgbClr val="9C482E"/>
                </a:solidFill>
                <a:latin typeface="Segoe UI"/>
                <a:ea typeface="Segoe UI"/>
                <a:cs typeface="Segoe UI"/>
              </a:defRPr>
            </a:lvl5pPr>
            <a:lvl6pPr algn="l">
              <a:defRPr sz="1800" b="1">
                <a:solidFill>
                  <a:srgbClr val="9C482E"/>
                </a:solidFill>
                <a:latin typeface="Segoe UI"/>
                <a:ea typeface="Segoe UI"/>
                <a:cs typeface="Segoe UI"/>
              </a:defRPr>
            </a:lvl6pPr>
            <a:lvl7pPr algn="l">
              <a:defRPr sz="1800" b="1">
                <a:solidFill>
                  <a:srgbClr val="9C482E"/>
                </a:solidFill>
                <a:latin typeface="Segoe UI"/>
                <a:ea typeface="Segoe UI"/>
                <a:cs typeface="Segoe UI"/>
              </a:defRPr>
            </a:lvl7pPr>
            <a:lvl8pPr algn="l">
              <a:defRPr sz="1800" b="1">
                <a:solidFill>
                  <a:srgbClr val="9C482E"/>
                </a:solidFill>
                <a:latin typeface="Segoe UI"/>
                <a:ea typeface="Segoe UI"/>
                <a:cs typeface="Segoe UI"/>
              </a:defRPr>
            </a:lvl8pPr>
            <a:lvl9pPr algn="l">
              <a:defRPr sz="1800" b="1">
                <a:solidFill>
                  <a:srgbClr val="9C482E"/>
                </a:solidFill>
                <a:latin typeface="Segoe UI"/>
                <a:ea typeface="Segoe UI"/>
                <a:cs typeface="Segoe UI"/>
              </a:defRPr>
            </a:lvl9pPr>
          </a:lstStyle>
          <a:p xmlns:a="http://schemas.openxmlformats.org/drawingml/2006/main">
            <a:pPr algn="l">
              <a:defRPr sz="1800" b="1">
                <a:solidFill>
                  <a:srgbClr val="9C482E"/>
                </a:solidFill>
                <a:latin typeface="Segoe UI"/>
                <a:ea typeface="Segoe UI"/>
                <a:cs typeface="Segoe UI"/>
              </a:defRPr>
            </a:pPr>
            <a:r>
              <a:rPr sz="1800" b="1">
                <a:solidFill>
                  <a:srgbClr val="9C482E"/>
                </a:solidFill>
                <a:latin typeface="Segoe UI"/>
                <a:ea typeface="Segoe UI"/>
                <a:cs typeface="Segoe UI"/>
              </a:rPr>
              <a:t>COMPLAINT JOURNEY</a:t>
            </a:r>
          </a:p>
        </p:txBody>
      </p:sp>
      <p:sp>
        <p:nvSpPr>
          <p:cNvPr id="26" name="">
            <a:extLst xmlns:a="http://schemas.openxmlformats.org/drawingml/2006/main">
              <a:ext uri="{FF2B5EF4-FFF2-40B4-BE49-F238E27FC236}">
                <a16:creationId xmlns:a16="http://schemas.microsoft.com/office/drawing/2014/main" id="{2339DAF7-1B08-488C-8CC7-06F4F169E1EF}"/>
              </a:ext>
            </a:extLst>
          </p:cNvPr>
          <p:cNvSpPr>
            <a:spLocks xmlns:a="http://schemas.openxmlformats.org/drawingml/2006/main" noGrp="1"/>
          </p:cNvSpPr>
          <p:nvPr/>
        </p:nvSpPr>
        <p:spPr>
          <a:xfrm xmlns:a="http://schemas.openxmlformats.org/drawingml/2006/main">
            <a:off x="495300" y="3771900"/>
            <a:ext cx="5067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352C24"/>
                </a:solidFill>
                <a:latin typeface="Segoe UI"/>
                <a:ea typeface="Segoe UI"/>
                <a:cs typeface="Segoe UI"/>
              </a:defRPr>
            </a:defPPr>
            <a:lvl1pPr algn="l">
              <a:defRPr sz="1725" b="1">
                <a:solidFill>
                  <a:srgbClr val="352C24"/>
                </a:solidFill>
                <a:latin typeface="Segoe UI"/>
                <a:ea typeface="Segoe UI"/>
                <a:cs typeface="Segoe UI"/>
              </a:defRPr>
            </a:lvl1pPr>
            <a:lvl2pPr algn="l">
              <a:defRPr sz="1725" b="1">
                <a:solidFill>
                  <a:srgbClr val="352C24"/>
                </a:solidFill>
                <a:latin typeface="Segoe UI"/>
                <a:ea typeface="Segoe UI"/>
                <a:cs typeface="Segoe UI"/>
              </a:defRPr>
            </a:lvl2pPr>
            <a:lvl3pPr algn="l">
              <a:defRPr sz="1725" b="1">
                <a:solidFill>
                  <a:srgbClr val="352C24"/>
                </a:solidFill>
                <a:latin typeface="Segoe UI"/>
                <a:ea typeface="Segoe UI"/>
                <a:cs typeface="Segoe UI"/>
              </a:defRPr>
            </a:lvl3pPr>
            <a:lvl4pPr algn="l">
              <a:defRPr sz="1725" b="1">
                <a:solidFill>
                  <a:srgbClr val="352C24"/>
                </a:solidFill>
                <a:latin typeface="Segoe UI"/>
                <a:ea typeface="Segoe UI"/>
                <a:cs typeface="Segoe UI"/>
              </a:defRPr>
            </a:lvl4pPr>
            <a:lvl5pPr algn="l">
              <a:defRPr sz="1725" b="1">
                <a:solidFill>
                  <a:srgbClr val="352C24"/>
                </a:solidFill>
                <a:latin typeface="Segoe UI"/>
                <a:ea typeface="Segoe UI"/>
                <a:cs typeface="Segoe UI"/>
              </a:defRPr>
            </a:lvl5pPr>
            <a:lvl6pPr algn="l">
              <a:defRPr sz="1725" b="1">
                <a:solidFill>
                  <a:srgbClr val="352C24"/>
                </a:solidFill>
                <a:latin typeface="Segoe UI"/>
                <a:ea typeface="Segoe UI"/>
                <a:cs typeface="Segoe UI"/>
              </a:defRPr>
            </a:lvl6pPr>
            <a:lvl7pPr algn="l">
              <a:defRPr sz="1725" b="1">
                <a:solidFill>
                  <a:srgbClr val="352C24"/>
                </a:solidFill>
                <a:latin typeface="Segoe UI"/>
                <a:ea typeface="Segoe UI"/>
                <a:cs typeface="Segoe UI"/>
              </a:defRPr>
            </a:lvl7pPr>
            <a:lvl8pPr algn="l">
              <a:defRPr sz="1725" b="1">
                <a:solidFill>
                  <a:srgbClr val="352C24"/>
                </a:solidFill>
                <a:latin typeface="Segoe UI"/>
                <a:ea typeface="Segoe UI"/>
                <a:cs typeface="Segoe UI"/>
              </a:defRPr>
            </a:lvl8pPr>
            <a:lvl9pPr algn="l">
              <a:defRPr sz="1725" b="1">
                <a:solidFill>
                  <a:srgbClr val="352C24"/>
                </a:solidFill>
                <a:latin typeface="Segoe UI"/>
                <a:ea typeface="Segoe UI"/>
                <a:cs typeface="Segoe UI"/>
              </a:defRPr>
            </a:lvl9pPr>
          </a:lstStyle>
          <a:p xmlns:a="http://schemas.openxmlformats.org/drawingml/2006/main">
            <a:pPr algn="l">
              <a:defRPr sz="1725" b="1">
                <a:solidFill>
                  <a:srgbClr val="352C24"/>
                </a:solidFill>
                <a:latin typeface="Segoe UI"/>
                <a:ea typeface="Segoe UI"/>
                <a:cs typeface="Segoe UI"/>
              </a:defRPr>
            </a:pPr>
            <a:r>
              <a:rPr sz="1725" b="1">
                <a:solidFill>
                  <a:srgbClr val="352C24"/>
                </a:solidFill>
                <a:latin typeface="Segoe UI"/>
                <a:ea typeface="Segoe UI"/>
                <a:cs typeface="Segoe UI"/>
              </a:rPr>
              <a:t>Register → assign → coordinate → verify → communicate → close</a:t>
            </a:r>
          </a:p>
        </p:txBody>
      </p:sp>
      <p:sp>
        <p:nvSpPr>
          <p:cNvPr id="27" name="">
            <a:extLst xmlns:a="http://schemas.openxmlformats.org/drawingml/2006/main">
              <a:ext uri="{FF2B5EF4-FFF2-40B4-BE49-F238E27FC236}">
                <a16:creationId xmlns:a16="http://schemas.microsoft.com/office/drawing/2014/main" id="{8DF818F6-A207-4624-A098-5F9FDE787DE0}"/>
              </a:ext>
            </a:extLst>
          </p:cNvPr>
          <p:cNvSpPr>
            <a:spLocks xmlns:a="http://schemas.openxmlformats.org/drawingml/2006/main" noGrp="1"/>
          </p:cNvSpPr>
          <p:nvPr/>
        </p:nvSpPr>
        <p:spPr>
          <a:xfrm xmlns:a="http://schemas.openxmlformats.org/drawingml/2006/main">
            <a:off x="495300" y="4562475"/>
            <a:ext cx="5067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9C482E"/>
                </a:solidFill>
                <a:latin typeface="Segoe UI"/>
                <a:ea typeface="Segoe UI"/>
                <a:cs typeface="Segoe UI"/>
              </a:defRPr>
            </a:defPPr>
            <a:lvl1pPr algn="l">
              <a:defRPr sz="1800" b="1">
                <a:solidFill>
                  <a:srgbClr val="9C482E"/>
                </a:solidFill>
                <a:latin typeface="Segoe UI"/>
                <a:ea typeface="Segoe UI"/>
                <a:cs typeface="Segoe UI"/>
              </a:defRPr>
            </a:lvl1pPr>
            <a:lvl2pPr algn="l">
              <a:defRPr sz="1800" b="1">
                <a:solidFill>
                  <a:srgbClr val="9C482E"/>
                </a:solidFill>
                <a:latin typeface="Segoe UI"/>
                <a:ea typeface="Segoe UI"/>
                <a:cs typeface="Segoe UI"/>
              </a:defRPr>
            </a:lvl2pPr>
            <a:lvl3pPr algn="l">
              <a:defRPr sz="1800" b="1">
                <a:solidFill>
                  <a:srgbClr val="9C482E"/>
                </a:solidFill>
                <a:latin typeface="Segoe UI"/>
                <a:ea typeface="Segoe UI"/>
                <a:cs typeface="Segoe UI"/>
              </a:defRPr>
            </a:lvl3pPr>
            <a:lvl4pPr algn="l">
              <a:defRPr sz="1800" b="1">
                <a:solidFill>
                  <a:srgbClr val="9C482E"/>
                </a:solidFill>
                <a:latin typeface="Segoe UI"/>
                <a:ea typeface="Segoe UI"/>
                <a:cs typeface="Segoe UI"/>
              </a:defRPr>
            </a:lvl4pPr>
            <a:lvl5pPr algn="l">
              <a:defRPr sz="1800" b="1">
                <a:solidFill>
                  <a:srgbClr val="9C482E"/>
                </a:solidFill>
                <a:latin typeface="Segoe UI"/>
                <a:ea typeface="Segoe UI"/>
                <a:cs typeface="Segoe UI"/>
              </a:defRPr>
            </a:lvl5pPr>
            <a:lvl6pPr algn="l">
              <a:defRPr sz="1800" b="1">
                <a:solidFill>
                  <a:srgbClr val="9C482E"/>
                </a:solidFill>
                <a:latin typeface="Segoe UI"/>
                <a:ea typeface="Segoe UI"/>
                <a:cs typeface="Segoe UI"/>
              </a:defRPr>
            </a:lvl6pPr>
            <a:lvl7pPr algn="l">
              <a:defRPr sz="1800" b="1">
                <a:solidFill>
                  <a:srgbClr val="9C482E"/>
                </a:solidFill>
                <a:latin typeface="Segoe UI"/>
                <a:ea typeface="Segoe UI"/>
                <a:cs typeface="Segoe UI"/>
              </a:defRPr>
            </a:lvl7pPr>
            <a:lvl8pPr algn="l">
              <a:defRPr sz="1800" b="1">
                <a:solidFill>
                  <a:srgbClr val="9C482E"/>
                </a:solidFill>
                <a:latin typeface="Segoe UI"/>
                <a:ea typeface="Segoe UI"/>
                <a:cs typeface="Segoe UI"/>
              </a:defRPr>
            </a:lvl8pPr>
            <a:lvl9pPr algn="l">
              <a:defRPr sz="1800" b="1">
                <a:solidFill>
                  <a:srgbClr val="9C482E"/>
                </a:solidFill>
                <a:latin typeface="Segoe UI"/>
                <a:ea typeface="Segoe UI"/>
                <a:cs typeface="Segoe UI"/>
              </a:defRPr>
            </a:lvl9pPr>
          </a:lstStyle>
          <a:p xmlns:a="http://schemas.openxmlformats.org/drawingml/2006/main">
            <a:pPr algn="l">
              <a:defRPr sz="1800" b="1">
                <a:solidFill>
                  <a:srgbClr val="9C482E"/>
                </a:solidFill>
                <a:latin typeface="Segoe UI"/>
                <a:ea typeface="Segoe UI"/>
                <a:cs typeface="Segoe UI"/>
              </a:defRPr>
            </a:pPr>
            <a:r>
              <a:rPr sz="1800" b="1">
                <a:solidFill>
                  <a:srgbClr val="9C482E"/>
                </a:solidFill>
                <a:latin typeface="Segoe UI"/>
                <a:ea typeface="Segoe UI"/>
                <a:cs typeface="Segoe UI"/>
              </a:rPr>
              <a:t>WHO USES IT</a:t>
            </a:r>
          </a:p>
        </p:txBody>
      </p:sp>
      <p:sp>
        <p:nvSpPr>
          <p:cNvPr id="28" name="">
            <a:extLst xmlns:a="http://schemas.openxmlformats.org/drawingml/2006/main">
              <a:ext uri="{FF2B5EF4-FFF2-40B4-BE49-F238E27FC236}">
                <a16:creationId xmlns:a16="http://schemas.microsoft.com/office/drawing/2014/main" id="{7DEB24E3-E104-4D58-BC62-548E90847058}"/>
              </a:ext>
            </a:extLst>
          </p:cNvPr>
          <p:cNvSpPr>
            <a:spLocks xmlns:a="http://schemas.openxmlformats.org/drawingml/2006/main" noGrp="1"/>
          </p:cNvSpPr>
          <p:nvPr/>
        </p:nvSpPr>
        <p:spPr>
          <a:xfrm xmlns:a="http://schemas.openxmlformats.org/drawingml/2006/main">
            <a:off x="495300" y="4914900"/>
            <a:ext cx="5067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352C24"/>
                </a:solidFill>
                <a:latin typeface="Segoe UI"/>
                <a:ea typeface="Segoe UI"/>
                <a:cs typeface="Segoe UI"/>
              </a:defRPr>
            </a:defPPr>
            <a:lvl1pPr algn="l">
              <a:defRPr sz="1650" b="0">
                <a:solidFill>
                  <a:srgbClr val="352C24"/>
                </a:solidFill>
                <a:latin typeface="Segoe UI"/>
                <a:ea typeface="Segoe UI"/>
                <a:cs typeface="Segoe UI"/>
              </a:defRPr>
            </a:lvl1pPr>
            <a:lvl2pPr algn="l">
              <a:defRPr sz="1650" b="0">
                <a:solidFill>
                  <a:srgbClr val="352C24"/>
                </a:solidFill>
                <a:latin typeface="Segoe UI"/>
                <a:ea typeface="Segoe UI"/>
                <a:cs typeface="Segoe UI"/>
              </a:defRPr>
            </a:lvl2pPr>
            <a:lvl3pPr algn="l">
              <a:defRPr sz="1650" b="0">
                <a:solidFill>
                  <a:srgbClr val="352C24"/>
                </a:solidFill>
                <a:latin typeface="Segoe UI"/>
                <a:ea typeface="Segoe UI"/>
                <a:cs typeface="Segoe UI"/>
              </a:defRPr>
            </a:lvl3pPr>
            <a:lvl4pPr algn="l">
              <a:defRPr sz="1650" b="0">
                <a:solidFill>
                  <a:srgbClr val="352C24"/>
                </a:solidFill>
                <a:latin typeface="Segoe UI"/>
                <a:ea typeface="Segoe UI"/>
                <a:cs typeface="Segoe UI"/>
              </a:defRPr>
            </a:lvl4pPr>
            <a:lvl5pPr algn="l">
              <a:defRPr sz="1650" b="0">
                <a:solidFill>
                  <a:srgbClr val="352C24"/>
                </a:solidFill>
                <a:latin typeface="Segoe UI"/>
                <a:ea typeface="Segoe UI"/>
                <a:cs typeface="Segoe UI"/>
              </a:defRPr>
            </a:lvl5pPr>
            <a:lvl6pPr algn="l">
              <a:defRPr sz="1650" b="0">
                <a:solidFill>
                  <a:srgbClr val="352C24"/>
                </a:solidFill>
                <a:latin typeface="Segoe UI"/>
                <a:ea typeface="Segoe UI"/>
                <a:cs typeface="Segoe UI"/>
              </a:defRPr>
            </a:lvl6pPr>
            <a:lvl7pPr algn="l">
              <a:defRPr sz="1650" b="0">
                <a:solidFill>
                  <a:srgbClr val="352C24"/>
                </a:solidFill>
                <a:latin typeface="Segoe UI"/>
                <a:ea typeface="Segoe UI"/>
                <a:cs typeface="Segoe UI"/>
              </a:defRPr>
            </a:lvl7pPr>
            <a:lvl8pPr algn="l">
              <a:defRPr sz="1650" b="0">
                <a:solidFill>
                  <a:srgbClr val="352C24"/>
                </a:solidFill>
                <a:latin typeface="Segoe UI"/>
                <a:ea typeface="Segoe UI"/>
                <a:cs typeface="Segoe UI"/>
              </a:defRPr>
            </a:lvl8pPr>
            <a:lvl9pPr algn="l">
              <a:defRPr sz="1650" b="0">
                <a:solidFill>
                  <a:srgbClr val="352C24"/>
                </a:solidFill>
                <a:latin typeface="Segoe UI"/>
                <a:ea typeface="Segoe UI"/>
                <a:cs typeface="Segoe UI"/>
              </a:defRPr>
            </a:lvl9pPr>
          </a:lstStyle>
          <a:p xmlns:a="http://schemas.openxmlformats.org/drawingml/2006/main">
            <a:pPr algn="l">
              <a:defRPr sz="1650" b="0">
                <a:solidFill>
                  <a:srgbClr val="352C24"/>
                </a:solidFill>
                <a:latin typeface="Segoe UI"/>
                <a:ea typeface="Segoe UI"/>
                <a:cs typeface="Segoe UI"/>
              </a:defRPr>
            </a:pPr>
            <a:r>
              <a:rPr sz="1650" b="0">
                <a:solidFill>
                  <a:srgbClr val="352C24"/>
                </a:solidFill>
                <a:latin typeface="Segoe UI"/>
                <a:ea typeface="Segoe UI"/>
                <a:cs typeface="Segoe UI"/>
              </a:rPr>
              <a:t>Students, parents, faculty, staff and other stakeholders; approved officers, leads, reviewers and appointed participants.</a:t>
            </a:r>
          </a:p>
        </p:txBody>
      </p:sp>
      <p:sp>
        <p:nvSpPr>
          <p:cNvPr id="29" name="">
            <a:extLst xmlns:a="http://schemas.openxmlformats.org/drawingml/2006/main">
              <a:ext uri="{FF2B5EF4-FFF2-40B4-BE49-F238E27FC236}">
                <a16:creationId xmlns:a16="http://schemas.microsoft.com/office/drawing/2014/main" id="{2ED63C0B-8CBC-4666-8533-C3CBB096E9E9}"/>
              </a:ext>
            </a:extLst>
          </p:cNvPr>
          <p:cNvSpPr>
            <a:spLocks xmlns:a="http://schemas.openxmlformats.org/drawingml/2006/main" noGrp="1"/>
          </p:cNvSpPr>
          <p:nvPr/>
        </p:nvSpPr>
        <p:spPr>
          <a:xfrm xmlns:a="http://schemas.openxmlformats.org/drawingml/2006/main">
            <a:off x="495300" y="58674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816C59"/>
                </a:solidFill>
                <a:latin typeface="Segoe UI"/>
                <a:ea typeface="Segoe UI"/>
                <a:cs typeface="Segoe UI"/>
              </a:defRPr>
            </a:defPPr>
            <a:lvl1pPr algn="l">
              <a:defRPr sz="1575" b="0">
                <a:solidFill>
                  <a:srgbClr val="816C59"/>
                </a:solidFill>
                <a:latin typeface="Segoe UI"/>
                <a:ea typeface="Segoe UI"/>
                <a:cs typeface="Segoe UI"/>
              </a:defRPr>
            </a:lvl1pPr>
            <a:lvl2pPr algn="l">
              <a:defRPr sz="1575" b="0">
                <a:solidFill>
                  <a:srgbClr val="816C59"/>
                </a:solidFill>
                <a:latin typeface="Segoe UI"/>
                <a:ea typeface="Segoe UI"/>
                <a:cs typeface="Segoe UI"/>
              </a:defRPr>
            </a:lvl2pPr>
            <a:lvl3pPr algn="l">
              <a:defRPr sz="1575" b="0">
                <a:solidFill>
                  <a:srgbClr val="816C59"/>
                </a:solidFill>
                <a:latin typeface="Segoe UI"/>
                <a:ea typeface="Segoe UI"/>
                <a:cs typeface="Segoe UI"/>
              </a:defRPr>
            </a:lvl3pPr>
            <a:lvl4pPr algn="l">
              <a:defRPr sz="1575" b="0">
                <a:solidFill>
                  <a:srgbClr val="816C59"/>
                </a:solidFill>
                <a:latin typeface="Segoe UI"/>
                <a:ea typeface="Segoe UI"/>
                <a:cs typeface="Segoe UI"/>
              </a:defRPr>
            </a:lvl4pPr>
            <a:lvl5pPr algn="l">
              <a:defRPr sz="1575" b="0">
                <a:solidFill>
                  <a:srgbClr val="816C59"/>
                </a:solidFill>
                <a:latin typeface="Segoe UI"/>
                <a:ea typeface="Segoe UI"/>
                <a:cs typeface="Segoe UI"/>
              </a:defRPr>
            </a:lvl5pPr>
            <a:lvl6pPr algn="l">
              <a:defRPr sz="1575" b="0">
                <a:solidFill>
                  <a:srgbClr val="816C59"/>
                </a:solidFill>
                <a:latin typeface="Segoe UI"/>
                <a:ea typeface="Segoe UI"/>
                <a:cs typeface="Segoe UI"/>
              </a:defRPr>
            </a:lvl6pPr>
            <a:lvl7pPr algn="l">
              <a:defRPr sz="1575" b="0">
                <a:solidFill>
                  <a:srgbClr val="816C59"/>
                </a:solidFill>
                <a:latin typeface="Segoe UI"/>
                <a:ea typeface="Segoe UI"/>
                <a:cs typeface="Segoe UI"/>
              </a:defRPr>
            </a:lvl7pPr>
            <a:lvl8pPr algn="l">
              <a:defRPr sz="1575" b="0">
                <a:solidFill>
                  <a:srgbClr val="816C59"/>
                </a:solidFill>
                <a:latin typeface="Segoe UI"/>
                <a:ea typeface="Segoe UI"/>
                <a:cs typeface="Segoe UI"/>
              </a:defRPr>
            </a:lvl8pPr>
            <a:lvl9pPr algn="l">
              <a:defRPr sz="1575" b="0">
                <a:solidFill>
                  <a:srgbClr val="816C59"/>
                </a:solidFill>
                <a:latin typeface="Segoe UI"/>
                <a:ea typeface="Segoe UI"/>
                <a:cs typeface="Segoe UI"/>
              </a:defRPr>
            </a:lvl9pPr>
          </a:lstStyle>
          <a:p xmlns:a="http://schemas.openxmlformats.org/drawingml/2006/main">
            <a:pPr algn="l">
              <a:defRPr sz="1575" b="0">
                <a:solidFill>
                  <a:srgbClr val="816C59"/>
                </a:solidFill>
                <a:latin typeface="Segoe UI"/>
                <a:ea typeface="Segoe UI"/>
                <a:cs typeface="Segoe UI"/>
              </a:defRPr>
            </a:pPr>
            <a:r>
              <a:rPr sz="1575" b="0">
                <a:solidFill>
                  <a:srgbClr val="816C59"/>
                </a:solidFill>
                <a:latin typeface="Segoe UI"/>
                <a:ea typeface="Segoe UI"/>
                <a:cs typeface="Segoe UI"/>
              </a:rPr>
              <a:t>Original receipt, source, ownership and action history stay connected.</a:t>
            </a:r>
          </a:p>
        </p:txBody>
      </p:sp>
      <p:pic>
        <p:nvPicPr>
          <p:cNvPr id="30" name="">
            <a:extLst xmlns:a="http://schemas.openxmlformats.org/drawingml/2006/main">
              <a:ext uri="{FF2B5EF4-FFF2-40B4-BE49-F238E27FC236}">
                <a16:creationId xmlns:a16="http://schemas.microsoft.com/office/drawing/2014/main" id="{01D1F76D-D12C-40D1-BAAF-749800F868A6}"/>
              </a:ext>
            </a:extLst>
          </p:cNvPr>
          <p:cNvPicPr>
            <a:picLocks xmlns:a="http://schemas.openxmlformats.org/drawingml/2006/main" noChangeAspect="1"/>
          </p:cNvPicPr>
          <p:nvPr/>
        </p:nvPicPr>
        <p:blipFill>
          <a:blip xmlns:r="http://schemas.openxmlformats.org/officeDocument/2006/relationships" xmlns:a="http://schemas.openxmlformats.org/drawingml/2006/main" r:embed="R594d2b6a7bc44bfc"/>
          <a:stretch xmlns:a="http://schemas.openxmlformats.org/drawingml/2006/main"/>
        </p:blipFill>
        <p:spPr>
          <a:xfrm xmlns:a="http://schemas.openxmlformats.org/drawingml/2006/main">
            <a:off x="6913984" y="3343275"/>
            <a:ext cx="4002833" cy="27241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0D901537-3CED-40F3-A0B9-E16C11CC0CED}"/>
              </a:ext>
            </a:extLst>
          </p:cNvPr>
          <p:cNvSpPr>
            <a:spLocks xmlns:a="http://schemas.openxmlformats.org/drawingml/2006/main" noGrp="1"/>
          </p:cNvSpPr>
          <p:nvPr/>
        </p:nvSpPr>
        <p:spPr>
          <a:xfrm xmlns:a="http://schemas.openxmlformats.org/drawingml/2006/main">
            <a:off x="6134100" y="6162675"/>
            <a:ext cx="5562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9C482E"/>
                </a:solidFill>
                <a:latin typeface="Segoe UI"/>
                <a:ea typeface="Segoe UI"/>
                <a:cs typeface="Segoe UI"/>
              </a:defRPr>
            </a:defPPr>
            <a:lvl1pPr algn="l">
              <a:defRPr sz="1350" b="0">
                <a:solidFill>
                  <a:srgbClr val="9C482E"/>
                </a:solidFill>
                <a:latin typeface="Segoe UI"/>
                <a:ea typeface="Segoe UI"/>
                <a:cs typeface="Segoe UI"/>
              </a:defRPr>
            </a:lvl1pPr>
            <a:lvl2pPr algn="l">
              <a:defRPr sz="1350" b="0">
                <a:solidFill>
                  <a:srgbClr val="9C482E"/>
                </a:solidFill>
                <a:latin typeface="Segoe UI"/>
                <a:ea typeface="Segoe UI"/>
                <a:cs typeface="Segoe UI"/>
              </a:defRPr>
            </a:lvl2pPr>
            <a:lvl3pPr algn="l">
              <a:defRPr sz="1350" b="0">
                <a:solidFill>
                  <a:srgbClr val="9C482E"/>
                </a:solidFill>
                <a:latin typeface="Segoe UI"/>
                <a:ea typeface="Segoe UI"/>
                <a:cs typeface="Segoe UI"/>
              </a:defRPr>
            </a:lvl3pPr>
            <a:lvl4pPr algn="l">
              <a:defRPr sz="1350" b="0">
                <a:solidFill>
                  <a:srgbClr val="9C482E"/>
                </a:solidFill>
                <a:latin typeface="Segoe UI"/>
                <a:ea typeface="Segoe UI"/>
                <a:cs typeface="Segoe UI"/>
              </a:defRPr>
            </a:lvl4pPr>
            <a:lvl5pPr algn="l">
              <a:defRPr sz="1350" b="0">
                <a:solidFill>
                  <a:srgbClr val="9C482E"/>
                </a:solidFill>
                <a:latin typeface="Segoe UI"/>
                <a:ea typeface="Segoe UI"/>
                <a:cs typeface="Segoe UI"/>
              </a:defRPr>
            </a:lvl5pPr>
            <a:lvl6pPr algn="l">
              <a:defRPr sz="1350" b="0">
                <a:solidFill>
                  <a:srgbClr val="9C482E"/>
                </a:solidFill>
                <a:latin typeface="Segoe UI"/>
                <a:ea typeface="Segoe UI"/>
                <a:cs typeface="Segoe UI"/>
              </a:defRPr>
            </a:lvl6pPr>
            <a:lvl7pPr algn="l">
              <a:defRPr sz="1350" b="0">
                <a:solidFill>
                  <a:srgbClr val="9C482E"/>
                </a:solidFill>
                <a:latin typeface="Segoe UI"/>
                <a:ea typeface="Segoe UI"/>
                <a:cs typeface="Segoe UI"/>
              </a:defRPr>
            </a:lvl7pPr>
            <a:lvl8pPr algn="l">
              <a:defRPr sz="1350" b="0">
                <a:solidFill>
                  <a:srgbClr val="9C482E"/>
                </a:solidFill>
                <a:latin typeface="Segoe UI"/>
                <a:ea typeface="Segoe UI"/>
                <a:cs typeface="Segoe UI"/>
              </a:defRPr>
            </a:lvl8pPr>
            <a:lvl9pPr algn="l">
              <a:defRPr sz="1350" b="0">
                <a:solidFill>
                  <a:srgbClr val="9C482E"/>
                </a:solidFill>
                <a:latin typeface="Segoe UI"/>
                <a:ea typeface="Segoe UI"/>
                <a:cs typeface="Segoe UI"/>
              </a:defRPr>
            </a:lvl9pPr>
          </a:lstStyle>
          <a:p xmlns:a="http://schemas.openxmlformats.org/drawingml/2006/main">
            <a:pPr algn="l">
              <a:defRPr sz="1350" b="0">
                <a:solidFill>
                  <a:srgbClr val="9C482E"/>
                </a:solidFill>
                <a:latin typeface="Segoe UI"/>
                <a:ea typeface="Segoe UI"/>
                <a:cs typeface="Segoe UI"/>
              </a:defRPr>
            </a:pPr>
            <a:r>
              <a:rPr sz="1350" u="sng">
                <a:solidFill>
                  <a:srgbClr val="9C482E"/>
                </a:solidFill>
                <a:latin typeface="Segoe UI"/>
                <a:ea typeface="Segoe UI"/>
                <a:cs typeface="Segoe UI"/>
                <a:hlinkClick xmlns:r="http://schemas.openxmlformats.org/officeDocument/2006/relationships" r:id="R87f408ee8c884ded"/>
              </a:rPr>
              <a:t>Live: sih-solution-kappa.vercel.app</a:t>
            </a:r>
          </a:p>
        </p:txBody>
      </p:sp>
    </p:spTree>
    <p:extLst>
      <p:ext uri="{BB962C8B-B14F-4D97-AF65-F5344CB8AC3E}">
        <p14:creationId xmlns:p14="http://schemas.microsoft.com/office/powerpoint/2010/main" val="1943415103"/>
      </p:ext>
    </p:extLst>
  </p:cSld>
</p:sld>
</file>

<file path=ppt/slides/slide2.xml><?xml version="1.0" encoding="utf-8"?>
<p:sld xmlns:p="http://schemas.openxmlformats.org/presentationml/2006/main">
  <p:cSld>
    <p:bg>
      <p:bgPr>
        <a:solidFill xmlns:a="http://schemas.openxmlformats.org/drawingml/2006/main">
          <a:srgbClr val="F8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BA15E12-1A57-4BDF-8286-7AD11B9A6B38}"/>
              </a:ext>
            </a:extLst>
          </p:cNvPr>
          <p:cNvSpPr>
            <a:spLocks xmlns:a="http://schemas.openxmlformats.org/drawingml/2006/main" noGrp="1"/>
          </p:cNvSpPr>
          <p:nvPr/>
        </p:nvSpPr>
        <p:spPr>
          <a:xfrm xmlns:a="http://schemas.openxmlformats.org/drawingml/2006/main">
            <a:off x="425768" y="266700"/>
            <a:ext cx="1428750" cy="590550"/>
          </a:xfrm>
          <a:prstGeom xmlns:a="http://schemas.openxmlformats.org/drawingml/2006/main" prst="rect">
            <a:avLst/>
          </a:prstGeom>
          <a:solidFill xmlns:a="http://schemas.openxmlformats.org/drawingml/2006/main">
            <a:srgbClr val="FFFDF9"/>
          </a:solidFill>
          <a:ln xmlns:a="http://schemas.openxmlformats.org/drawingml/2006/main" w="9525">
            <a:solidFill>
              <a:srgbClr val="9C482E"/>
            </a:solidFill>
          </a:ln>
        </p:spPr>
      </p:sp>
      <p:sp>
        <p:nvSpPr>
          <p:cNvPr id="3" name="">
            <a:extLst xmlns:a="http://schemas.openxmlformats.org/drawingml/2006/main">
              <a:ext uri="{FF2B5EF4-FFF2-40B4-BE49-F238E27FC236}">
                <a16:creationId xmlns:a16="http://schemas.microsoft.com/office/drawing/2014/main" id="{50C9281D-0AC6-4899-854A-05C37D336D0B}"/>
              </a:ext>
            </a:extLst>
          </p:cNvPr>
          <p:cNvSpPr>
            <a:spLocks xmlns:a="http://schemas.openxmlformats.org/drawingml/2006/main" noGrp="1"/>
          </p:cNvSpPr>
          <p:nvPr/>
        </p:nvSpPr>
        <p:spPr>
          <a:xfrm xmlns:a="http://schemas.openxmlformats.org/drawingml/2006/main">
            <a:off x="511493" y="4476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275" b="1">
                <a:solidFill>
                  <a:srgbClr val="9C482E"/>
                </a:solidFill>
                <a:latin typeface="Segoe UI"/>
                <a:ea typeface="Segoe UI"/>
                <a:cs typeface="Segoe UI"/>
              </a:defRPr>
            </a:defPPr>
            <a:lvl1pPr algn="ctr">
              <a:defRPr sz="1275" b="1">
                <a:solidFill>
                  <a:srgbClr val="9C482E"/>
                </a:solidFill>
                <a:latin typeface="Segoe UI"/>
                <a:ea typeface="Segoe UI"/>
                <a:cs typeface="Segoe UI"/>
              </a:defRPr>
            </a:lvl1pPr>
            <a:lvl2pPr algn="ctr">
              <a:defRPr sz="1275" b="1">
                <a:solidFill>
                  <a:srgbClr val="9C482E"/>
                </a:solidFill>
                <a:latin typeface="Segoe UI"/>
                <a:ea typeface="Segoe UI"/>
                <a:cs typeface="Segoe UI"/>
              </a:defRPr>
            </a:lvl2pPr>
            <a:lvl3pPr algn="ctr">
              <a:defRPr sz="1275" b="1">
                <a:solidFill>
                  <a:srgbClr val="9C482E"/>
                </a:solidFill>
                <a:latin typeface="Segoe UI"/>
                <a:ea typeface="Segoe UI"/>
                <a:cs typeface="Segoe UI"/>
              </a:defRPr>
            </a:lvl3pPr>
            <a:lvl4pPr algn="ctr">
              <a:defRPr sz="1275" b="1">
                <a:solidFill>
                  <a:srgbClr val="9C482E"/>
                </a:solidFill>
                <a:latin typeface="Segoe UI"/>
                <a:ea typeface="Segoe UI"/>
                <a:cs typeface="Segoe UI"/>
              </a:defRPr>
            </a:lvl4pPr>
            <a:lvl5pPr algn="ctr">
              <a:defRPr sz="1275" b="1">
                <a:solidFill>
                  <a:srgbClr val="9C482E"/>
                </a:solidFill>
                <a:latin typeface="Segoe UI"/>
                <a:ea typeface="Segoe UI"/>
                <a:cs typeface="Segoe UI"/>
              </a:defRPr>
            </a:lvl5pPr>
            <a:lvl6pPr algn="ctr">
              <a:defRPr sz="1275" b="1">
                <a:solidFill>
                  <a:srgbClr val="9C482E"/>
                </a:solidFill>
                <a:latin typeface="Segoe UI"/>
                <a:ea typeface="Segoe UI"/>
                <a:cs typeface="Segoe UI"/>
              </a:defRPr>
            </a:lvl6pPr>
            <a:lvl7pPr algn="ctr">
              <a:defRPr sz="1275" b="1">
                <a:solidFill>
                  <a:srgbClr val="9C482E"/>
                </a:solidFill>
                <a:latin typeface="Segoe UI"/>
                <a:ea typeface="Segoe UI"/>
                <a:cs typeface="Segoe UI"/>
              </a:defRPr>
            </a:lvl7pPr>
            <a:lvl8pPr algn="ctr">
              <a:defRPr sz="1275" b="1">
                <a:solidFill>
                  <a:srgbClr val="9C482E"/>
                </a:solidFill>
                <a:latin typeface="Segoe UI"/>
                <a:ea typeface="Segoe UI"/>
                <a:cs typeface="Segoe UI"/>
              </a:defRPr>
            </a:lvl8pPr>
            <a:lvl9pPr algn="ctr">
              <a:defRPr sz="1275" b="1">
                <a:solidFill>
                  <a:srgbClr val="9C482E"/>
                </a:solidFill>
                <a:latin typeface="Segoe UI"/>
                <a:ea typeface="Segoe UI"/>
                <a:cs typeface="Segoe UI"/>
              </a:defRPr>
            </a:lvl9pPr>
          </a:lstStyle>
          <a:p xmlns:a="http://schemas.openxmlformats.org/drawingml/2006/main">
            <a:pPr algn="ctr">
              <a:defRPr sz="1425" b="1">
                <a:solidFill>
                  <a:srgbClr val="9C482E"/>
                </a:solidFill>
                <a:latin typeface="Segoe UI"/>
                <a:ea typeface="Segoe UI"/>
                <a:cs typeface="Segoe UI"/>
              </a:defRPr>
            </a:pPr>
            <a:r>
              <a:rPr sz="1275" b="1">
                <a:solidFill>
                  <a:srgbClr val="9C482E"/>
                </a:solidFill>
                <a:latin typeface="Segoe UI"/>
                <a:ea typeface="Segoe UI"/>
                <a:cs typeface="Segoe UI"/>
              </a:rPr>
              <a:t>TEAM MODEST</a:t>
            </a:r>
          </a:p>
        </p:txBody>
      </p:sp>
      <p:sp>
        <p:nvSpPr>
          <p:cNvPr id="4" name="">
            <a:extLst xmlns:a="http://schemas.openxmlformats.org/drawingml/2006/main">
              <a:ext uri="{FF2B5EF4-FFF2-40B4-BE49-F238E27FC236}">
                <a16:creationId xmlns:a16="http://schemas.microsoft.com/office/drawing/2014/main" id="{8AEE1CF2-B635-4EAA-AAC8-46D28B756544}"/>
              </a:ext>
            </a:extLst>
          </p:cNvPr>
          <p:cNvSpPr>
            <a:spLocks xmlns:a="http://schemas.openxmlformats.org/drawingml/2006/main" noGrp="1"/>
          </p:cNvSpPr>
          <p:nvPr/>
        </p:nvSpPr>
        <p:spPr>
          <a:xfrm xmlns:a="http://schemas.openxmlformats.org/drawingml/2006/main">
            <a:off x="2143125" y="2952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225" b="1">
                <a:solidFill>
                  <a:srgbClr val="352C24"/>
                </a:solidFill>
                <a:latin typeface="Georgia"/>
                <a:ea typeface="Georgia"/>
                <a:cs typeface="Georgia"/>
              </a:defRPr>
            </a:defPPr>
            <a:lvl1pPr algn="ctr">
              <a:defRPr sz="3225" b="1">
                <a:solidFill>
                  <a:srgbClr val="352C24"/>
                </a:solidFill>
                <a:latin typeface="Georgia"/>
                <a:ea typeface="Georgia"/>
                <a:cs typeface="Georgia"/>
              </a:defRPr>
            </a:lvl1pPr>
            <a:lvl2pPr algn="ctr">
              <a:defRPr sz="3225" b="1">
                <a:solidFill>
                  <a:srgbClr val="352C24"/>
                </a:solidFill>
                <a:latin typeface="Georgia"/>
                <a:ea typeface="Georgia"/>
                <a:cs typeface="Georgia"/>
              </a:defRPr>
            </a:lvl2pPr>
            <a:lvl3pPr algn="ctr">
              <a:defRPr sz="3225" b="1">
                <a:solidFill>
                  <a:srgbClr val="352C24"/>
                </a:solidFill>
                <a:latin typeface="Georgia"/>
                <a:ea typeface="Georgia"/>
                <a:cs typeface="Georgia"/>
              </a:defRPr>
            </a:lvl3pPr>
            <a:lvl4pPr algn="ctr">
              <a:defRPr sz="3225" b="1">
                <a:solidFill>
                  <a:srgbClr val="352C24"/>
                </a:solidFill>
                <a:latin typeface="Georgia"/>
                <a:ea typeface="Georgia"/>
                <a:cs typeface="Georgia"/>
              </a:defRPr>
            </a:lvl4pPr>
            <a:lvl5pPr algn="ctr">
              <a:defRPr sz="3225" b="1">
                <a:solidFill>
                  <a:srgbClr val="352C24"/>
                </a:solidFill>
                <a:latin typeface="Georgia"/>
                <a:ea typeface="Georgia"/>
                <a:cs typeface="Georgia"/>
              </a:defRPr>
            </a:lvl5pPr>
            <a:lvl6pPr algn="ctr">
              <a:defRPr sz="3225" b="1">
                <a:solidFill>
                  <a:srgbClr val="352C24"/>
                </a:solidFill>
                <a:latin typeface="Georgia"/>
                <a:ea typeface="Georgia"/>
                <a:cs typeface="Georgia"/>
              </a:defRPr>
            </a:lvl6pPr>
            <a:lvl7pPr algn="ctr">
              <a:defRPr sz="3225" b="1">
                <a:solidFill>
                  <a:srgbClr val="352C24"/>
                </a:solidFill>
                <a:latin typeface="Georgia"/>
                <a:ea typeface="Georgia"/>
                <a:cs typeface="Georgia"/>
              </a:defRPr>
            </a:lvl7pPr>
            <a:lvl8pPr algn="ctr">
              <a:defRPr sz="3225" b="1">
                <a:solidFill>
                  <a:srgbClr val="352C24"/>
                </a:solidFill>
                <a:latin typeface="Georgia"/>
                <a:ea typeface="Georgia"/>
                <a:cs typeface="Georgia"/>
              </a:defRPr>
            </a:lvl8pPr>
            <a:lvl9pPr algn="ctr">
              <a:defRPr sz="3225" b="1">
                <a:solidFill>
                  <a:srgbClr val="352C24"/>
                </a:solidFill>
                <a:latin typeface="Georgia"/>
                <a:ea typeface="Georgia"/>
                <a:cs typeface="Georgia"/>
              </a:defRPr>
            </a:lvl9pPr>
          </a:lstStyle>
          <a:p xmlns:a="http://schemas.openxmlformats.org/drawingml/2006/main">
            <a:pPr algn="ctr">
              <a:defRPr sz="3225" b="1">
                <a:solidFill>
                  <a:srgbClr val="352C24"/>
                </a:solidFill>
                <a:latin typeface="Georgia"/>
                <a:ea typeface="Georgia"/>
                <a:cs typeface="Georgia"/>
              </a:defRPr>
            </a:pPr>
            <a:r>
              <a:rPr sz="3225" b="1">
                <a:solidFill>
                  <a:srgbClr val="352C24"/>
                </a:solidFill>
                <a:latin typeface="Georgia"/>
                <a:ea typeface="Georgia"/>
                <a:cs typeface="Georgia"/>
              </a:rPr>
              <a:t>TECHNICAL APPROACH</a:t>
            </a:r>
          </a:p>
        </p:txBody>
      </p:sp>
      <p:pic>
        <p:nvPicPr>
          <p:cNvPr id="5" name="">
            <a:extLst xmlns:a="http://schemas.openxmlformats.org/drawingml/2006/main">
              <a:ext uri="{FF2B5EF4-FFF2-40B4-BE49-F238E27FC236}">
                <a16:creationId xmlns:a16="http://schemas.microsoft.com/office/drawing/2014/main" id="{FB91C0B4-98EC-4A49-A560-AD6337EC8323}"/>
              </a:ext>
            </a:extLst>
          </p:cNvPr>
          <p:cNvPicPr>
            <a:picLocks xmlns:a="http://schemas.openxmlformats.org/drawingml/2006/main" noChangeAspect="1"/>
          </p:cNvPicPr>
          <p:nvPr/>
        </p:nvPicPr>
        <p:blipFill>
          <a:blip xmlns:r="http://schemas.openxmlformats.org/officeDocument/2006/relationships" xmlns:a="http://schemas.openxmlformats.org/drawingml/2006/main" r:embed="Rd468e5ede4c342fb"/>
          <a:stretch xmlns:a="http://schemas.openxmlformats.org/drawingml/2006/main"/>
        </p:blipFill>
        <p:spPr>
          <a:xfrm xmlns:a="http://schemas.openxmlformats.org/drawingml/2006/main">
            <a:off x="10808018" y="142875"/>
            <a:ext cx="952500" cy="95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395AD8E-13F9-4C35-93A4-8CE57F33A13B}"/>
              </a:ext>
            </a:extLst>
          </p:cNvPr>
          <p:cNvSpPr>
            <a:spLocks xmlns:a="http://schemas.openxmlformats.org/drawingml/2006/main" noGrp="1"/>
          </p:cNvSpPr>
          <p:nvPr/>
        </p:nvSpPr>
        <p:spPr>
          <a:xfrm xmlns:a="http://schemas.openxmlformats.org/drawingml/2006/main">
            <a:off x="425768" y="1066800"/>
            <a:ext cx="11353800" cy="28575"/>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A1B1433-E7C5-4A4E-81D7-B9CED04C4BDC}"/>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5D910E4-CE73-40D2-AE7D-6F4CE50EC479}"/>
              </a:ext>
            </a:extLst>
          </p:cNvPr>
          <p:cNvSpPr>
            <a:spLocks xmlns:a="http://schemas.openxmlformats.org/drawingml/2006/main" noGrp="1"/>
          </p:cNvSpPr>
          <p:nvPr/>
        </p:nvSpPr>
        <p:spPr>
          <a:xfrm xmlns:a="http://schemas.openxmlformats.org/drawingml/2006/main">
            <a:off x="463868" y="66579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1">
                <a:solidFill>
                  <a:srgbClr val="FFFDF9"/>
                </a:solidFill>
                <a:latin typeface="Segoe UI"/>
                <a:ea typeface="Segoe UI"/>
                <a:cs typeface="Segoe UI"/>
              </a:defRPr>
            </a:defPPr>
            <a:lvl1pPr algn="l">
              <a:defRPr sz="975" b="1">
                <a:solidFill>
                  <a:srgbClr val="FFFDF9"/>
                </a:solidFill>
                <a:latin typeface="Segoe UI"/>
                <a:ea typeface="Segoe UI"/>
                <a:cs typeface="Segoe UI"/>
              </a:defRPr>
            </a:lvl1pPr>
            <a:lvl2pPr algn="l">
              <a:defRPr sz="975" b="1">
                <a:solidFill>
                  <a:srgbClr val="FFFDF9"/>
                </a:solidFill>
                <a:latin typeface="Segoe UI"/>
                <a:ea typeface="Segoe UI"/>
                <a:cs typeface="Segoe UI"/>
              </a:defRPr>
            </a:lvl2pPr>
            <a:lvl3pPr algn="l">
              <a:defRPr sz="975" b="1">
                <a:solidFill>
                  <a:srgbClr val="FFFDF9"/>
                </a:solidFill>
                <a:latin typeface="Segoe UI"/>
                <a:ea typeface="Segoe UI"/>
                <a:cs typeface="Segoe UI"/>
              </a:defRPr>
            </a:lvl3pPr>
            <a:lvl4pPr algn="l">
              <a:defRPr sz="975" b="1">
                <a:solidFill>
                  <a:srgbClr val="FFFDF9"/>
                </a:solidFill>
                <a:latin typeface="Segoe UI"/>
                <a:ea typeface="Segoe UI"/>
                <a:cs typeface="Segoe UI"/>
              </a:defRPr>
            </a:lvl4pPr>
            <a:lvl5pPr algn="l">
              <a:defRPr sz="975" b="1">
                <a:solidFill>
                  <a:srgbClr val="FFFDF9"/>
                </a:solidFill>
                <a:latin typeface="Segoe UI"/>
                <a:ea typeface="Segoe UI"/>
                <a:cs typeface="Segoe UI"/>
              </a:defRPr>
            </a:lvl5pPr>
            <a:lvl6pPr algn="l">
              <a:defRPr sz="975" b="1">
                <a:solidFill>
                  <a:srgbClr val="FFFDF9"/>
                </a:solidFill>
                <a:latin typeface="Segoe UI"/>
                <a:ea typeface="Segoe UI"/>
                <a:cs typeface="Segoe UI"/>
              </a:defRPr>
            </a:lvl6pPr>
            <a:lvl7pPr algn="l">
              <a:defRPr sz="975" b="1">
                <a:solidFill>
                  <a:srgbClr val="FFFDF9"/>
                </a:solidFill>
                <a:latin typeface="Segoe UI"/>
                <a:ea typeface="Segoe UI"/>
                <a:cs typeface="Segoe UI"/>
              </a:defRPr>
            </a:lvl7pPr>
            <a:lvl8pPr algn="l">
              <a:defRPr sz="975" b="1">
                <a:solidFill>
                  <a:srgbClr val="FFFDF9"/>
                </a:solidFill>
                <a:latin typeface="Segoe UI"/>
                <a:ea typeface="Segoe UI"/>
                <a:cs typeface="Segoe UI"/>
              </a:defRPr>
            </a:lvl8pPr>
            <a:lvl9pPr algn="l">
              <a:defRPr sz="975" b="1">
                <a:solidFill>
                  <a:srgbClr val="FFFDF9"/>
                </a:solidFill>
                <a:latin typeface="Segoe UI"/>
                <a:ea typeface="Segoe UI"/>
                <a:cs typeface="Segoe UI"/>
              </a:defRPr>
            </a:lvl9pPr>
          </a:lstStyle>
          <a:p xmlns:a="http://schemas.openxmlformats.org/drawingml/2006/main">
            <a:pPr algn="l">
              <a:defRPr sz="975" b="1">
                <a:solidFill>
                  <a:srgbClr val="FFFDF9"/>
                </a:solidFill>
                <a:latin typeface="Segoe UI"/>
                <a:ea typeface="Segoe UI"/>
                <a:cs typeface="Segoe UI"/>
              </a:defRPr>
            </a:pPr>
            <a:r>
              <a:rPr sz="975" b="1">
                <a:solidFill>
                  <a:srgbClr val="FFFDF9"/>
                </a:solidFill>
                <a:latin typeface="Segoe UI"/>
                <a:ea typeface="Segoe UI"/>
                <a:cs typeface="Segoe UI"/>
              </a:rPr>
              <a:t>MODEST  |  ONECASE  |  SIH26264</a:t>
            </a:r>
          </a:p>
        </p:txBody>
      </p:sp>
      <p:sp>
        <p:nvSpPr>
          <p:cNvPr id="9" name="">
            <a:extLst xmlns:a="http://schemas.openxmlformats.org/drawingml/2006/main">
              <a:ext uri="{FF2B5EF4-FFF2-40B4-BE49-F238E27FC236}">
                <a16:creationId xmlns:a16="http://schemas.microsoft.com/office/drawing/2014/main" id="{8C76066E-B4B1-4299-AB4D-3EFAF7694DCA}"/>
              </a:ext>
            </a:extLst>
          </p:cNvPr>
          <p:cNvSpPr>
            <a:spLocks xmlns:a="http://schemas.openxmlformats.org/drawingml/2006/main" noGrp="1"/>
          </p:cNvSpPr>
          <p:nvPr/>
        </p:nvSpPr>
        <p:spPr>
          <a:xfrm xmlns:a="http://schemas.openxmlformats.org/drawingml/2006/main">
            <a:off x="11363325" y="66579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75" b="1">
                <a:solidFill>
                  <a:srgbClr val="FFFDF9"/>
                </a:solidFill>
                <a:latin typeface="Segoe UI"/>
                <a:ea typeface="Segoe UI"/>
                <a:cs typeface="Segoe UI"/>
              </a:defRPr>
            </a:defPPr>
            <a:lvl1pPr algn="r">
              <a:defRPr sz="975" b="1">
                <a:solidFill>
                  <a:srgbClr val="FFFDF9"/>
                </a:solidFill>
                <a:latin typeface="Segoe UI"/>
                <a:ea typeface="Segoe UI"/>
                <a:cs typeface="Segoe UI"/>
              </a:defRPr>
            </a:lvl1pPr>
            <a:lvl2pPr algn="r">
              <a:defRPr sz="975" b="1">
                <a:solidFill>
                  <a:srgbClr val="FFFDF9"/>
                </a:solidFill>
                <a:latin typeface="Segoe UI"/>
                <a:ea typeface="Segoe UI"/>
                <a:cs typeface="Segoe UI"/>
              </a:defRPr>
            </a:lvl2pPr>
            <a:lvl3pPr algn="r">
              <a:defRPr sz="975" b="1">
                <a:solidFill>
                  <a:srgbClr val="FFFDF9"/>
                </a:solidFill>
                <a:latin typeface="Segoe UI"/>
                <a:ea typeface="Segoe UI"/>
                <a:cs typeface="Segoe UI"/>
              </a:defRPr>
            </a:lvl3pPr>
            <a:lvl4pPr algn="r">
              <a:defRPr sz="975" b="1">
                <a:solidFill>
                  <a:srgbClr val="FFFDF9"/>
                </a:solidFill>
                <a:latin typeface="Segoe UI"/>
                <a:ea typeface="Segoe UI"/>
                <a:cs typeface="Segoe UI"/>
              </a:defRPr>
            </a:lvl4pPr>
            <a:lvl5pPr algn="r">
              <a:defRPr sz="975" b="1">
                <a:solidFill>
                  <a:srgbClr val="FFFDF9"/>
                </a:solidFill>
                <a:latin typeface="Segoe UI"/>
                <a:ea typeface="Segoe UI"/>
                <a:cs typeface="Segoe UI"/>
              </a:defRPr>
            </a:lvl5pPr>
            <a:lvl6pPr algn="r">
              <a:defRPr sz="975" b="1">
                <a:solidFill>
                  <a:srgbClr val="FFFDF9"/>
                </a:solidFill>
                <a:latin typeface="Segoe UI"/>
                <a:ea typeface="Segoe UI"/>
                <a:cs typeface="Segoe UI"/>
              </a:defRPr>
            </a:lvl6pPr>
            <a:lvl7pPr algn="r">
              <a:defRPr sz="975" b="1">
                <a:solidFill>
                  <a:srgbClr val="FFFDF9"/>
                </a:solidFill>
                <a:latin typeface="Segoe UI"/>
                <a:ea typeface="Segoe UI"/>
                <a:cs typeface="Segoe UI"/>
              </a:defRPr>
            </a:lvl7pPr>
            <a:lvl8pPr algn="r">
              <a:defRPr sz="975" b="1">
                <a:solidFill>
                  <a:srgbClr val="FFFDF9"/>
                </a:solidFill>
                <a:latin typeface="Segoe UI"/>
                <a:ea typeface="Segoe UI"/>
                <a:cs typeface="Segoe UI"/>
              </a:defRPr>
            </a:lvl8pPr>
            <a:lvl9pPr algn="r">
              <a:defRPr sz="975" b="1">
                <a:solidFill>
                  <a:srgbClr val="FFFDF9"/>
                </a:solidFill>
                <a:latin typeface="Segoe UI"/>
                <a:ea typeface="Segoe UI"/>
                <a:cs typeface="Segoe UI"/>
              </a:defRPr>
            </a:lvl9pPr>
          </a:lstStyle>
          <a:p xmlns:a="http://schemas.openxmlformats.org/drawingml/2006/main">
            <a:pPr algn="r">
              <a:defRPr sz="975" b="1">
                <a:solidFill>
                  <a:srgbClr val="FFFDF9"/>
                </a:solidFill>
                <a:latin typeface="Segoe UI"/>
                <a:ea typeface="Segoe UI"/>
                <a:cs typeface="Segoe UI"/>
              </a:defRPr>
            </a:pPr>
            <a:r>
              <a:rPr sz="975" b="1">
                <a:solidFill>
                  <a:srgbClr val="FFFDF9"/>
                </a:solidFill>
                <a:latin typeface="Segoe UI"/>
                <a:ea typeface="Segoe UI"/>
                <a:cs typeface="Segoe UI"/>
              </a:rPr>
              <a:t>02</a:t>
            </a:r>
          </a:p>
        </p:txBody>
      </p:sp>
      <p:sp>
        <p:nvSpPr>
          <p:cNvPr id="10" name="">
            <a:extLst xmlns:a="http://schemas.openxmlformats.org/drawingml/2006/main">
              <a:ext uri="{FF2B5EF4-FFF2-40B4-BE49-F238E27FC236}">
                <a16:creationId xmlns:a16="http://schemas.microsoft.com/office/drawing/2014/main" id="{5B5DCB35-4AD9-46BE-B024-E1AB88AC85FA}"/>
              </a:ext>
            </a:extLst>
          </p:cNvPr>
          <p:cNvSpPr>
            <a:spLocks xmlns:a="http://schemas.openxmlformats.org/drawingml/2006/main" noGrp="1"/>
          </p:cNvSpPr>
          <p:nvPr/>
        </p:nvSpPr>
        <p:spPr>
          <a:xfrm xmlns:a="http://schemas.openxmlformats.org/drawingml/2006/main">
            <a:off x="495300" y="1381125"/>
            <a:ext cx="2857500" cy="7810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442AF17-2DBF-46E9-BCC1-3877B78BD1F4}"/>
              </a:ext>
            </a:extLst>
          </p:cNvPr>
          <p:cNvSpPr>
            <a:spLocks xmlns:a="http://schemas.openxmlformats.org/drawingml/2006/main" noGrp="1"/>
          </p:cNvSpPr>
          <p:nvPr/>
        </p:nvSpPr>
        <p:spPr>
          <a:xfrm xmlns:a="http://schemas.openxmlformats.org/drawingml/2006/main">
            <a:off x="619125" y="1476375"/>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9C482E"/>
                </a:solidFill>
                <a:latin typeface="Segoe UI"/>
                <a:ea typeface="Segoe UI"/>
                <a:cs typeface="Segoe UI"/>
              </a:defRPr>
            </a:defPPr>
            <a:lvl1pPr algn="l">
              <a:defRPr sz="1575" b="1">
                <a:solidFill>
                  <a:srgbClr val="9C482E"/>
                </a:solidFill>
                <a:latin typeface="Segoe UI"/>
                <a:ea typeface="Segoe UI"/>
                <a:cs typeface="Segoe UI"/>
              </a:defRPr>
            </a:lvl1pPr>
            <a:lvl2pPr algn="l">
              <a:defRPr sz="1575" b="1">
                <a:solidFill>
                  <a:srgbClr val="9C482E"/>
                </a:solidFill>
                <a:latin typeface="Segoe UI"/>
                <a:ea typeface="Segoe UI"/>
                <a:cs typeface="Segoe UI"/>
              </a:defRPr>
            </a:lvl2pPr>
            <a:lvl3pPr algn="l">
              <a:defRPr sz="1575" b="1">
                <a:solidFill>
                  <a:srgbClr val="9C482E"/>
                </a:solidFill>
                <a:latin typeface="Segoe UI"/>
                <a:ea typeface="Segoe UI"/>
                <a:cs typeface="Segoe UI"/>
              </a:defRPr>
            </a:lvl3pPr>
            <a:lvl4pPr algn="l">
              <a:defRPr sz="1575" b="1">
                <a:solidFill>
                  <a:srgbClr val="9C482E"/>
                </a:solidFill>
                <a:latin typeface="Segoe UI"/>
                <a:ea typeface="Segoe UI"/>
                <a:cs typeface="Segoe UI"/>
              </a:defRPr>
            </a:lvl4pPr>
            <a:lvl5pPr algn="l">
              <a:defRPr sz="1575" b="1">
                <a:solidFill>
                  <a:srgbClr val="9C482E"/>
                </a:solidFill>
                <a:latin typeface="Segoe UI"/>
                <a:ea typeface="Segoe UI"/>
                <a:cs typeface="Segoe UI"/>
              </a:defRPr>
            </a:lvl5pPr>
            <a:lvl6pPr algn="l">
              <a:defRPr sz="1575" b="1">
                <a:solidFill>
                  <a:srgbClr val="9C482E"/>
                </a:solidFill>
                <a:latin typeface="Segoe UI"/>
                <a:ea typeface="Segoe UI"/>
                <a:cs typeface="Segoe UI"/>
              </a:defRPr>
            </a:lvl6pPr>
            <a:lvl7pPr algn="l">
              <a:defRPr sz="1575" b="1">
                <a:solidFill>
                  <a:srgbClr val="9C482E"/>
                </a:solidFill>
                <a:latin typeface="Segoe UI"/>
                <a:ea typeface="Segoe UI"/>
                <a:cs typeface="Segoe UI"/>
              </a:defRPr>
            </a:lvl7pPr>
            <a:lvl8pPr algn="l">
              <a:defRPr sz="1575" b="1">
                <a:solidFill>
                  <a:srgbClr val="9C482E"/>
                </a:solidFill>
                <a:latin typeface="Segoe UI"/>
                <a:ea typeface="Segoe UI"/>
                <a:cs typeface="Segoe UI"/>
              </a:defRPr>
            </a:lvl8pPr>
            <a:lvl9pPr algn="l">
              <a:defRPr sz="1575" b="1">
                <a:solidFill>
                  <a:srgbClr val="9C482E"/>
                </a:solidFill>
                <a:latin typeface="Segoe UI"/>
                <a:ea typeface="Segoe UI"/>
                <a:cs typeface="Segoe UI"/>
              </a:defRPr>
            </a:lvl9pPr>
          </a:lstStyle>
          <a:p xmlns:a="http://schemas.openxmlformats.org/drawingml/2006/main">
            <a:pPr algn="l">
              <a:defRPr sz="1575" b="1">
                <a:solidFill>
                  <a:srgbClr val="9C482E"/>
                </a:solidFill>
                <a:latin typeface="Segoe UI"/>
                <a:ea typeface="Segoe UI"/>
                <a:cs typeface="Segoe UI"/>
              </a:defRPr>
            </a:pPr>
            <a:r>
              <a:rPr sz="1575" b="1">
                <a:solidFill>
                  <a:srgbClr val="9C482E"/>
                </a:solidFill>
                <a:latin typeface="Segoe UI"/>
                <a:ea typeface="Segoe UI"/>
                <a:cs typeface="Segoe UI"/>
              </a:rPr>
              <a:t>FRONTEND · VERCEL</a:t>
            </a:r>
          </a:p>
        </p:txBody>
      </p:sp>
      <p:sp>
        <p:nvSpPr>
          <p:cNvPr id="12" name="">
            <a:extLst xmlns:a="http://schemas.openxmlformats.org/drawingml/2006/main">
              <a:ext uri="{FF2B5EF4-FFF2-40B4-BE49-F238E27FC236}">
                <a16:creationId xmlns:a16="http://schemas.microsoft.com/office/drawing/2014/main" id="{F1924818-E3C5-405C-8726-936F234BF08B}"/>
              </a:ext>
            </a:extLst>
          </p:cNvPr>
          <p:cNvSpPr>
            <a:spLocks xmlns:a="http://schemas.openxmlformats.org/drawingml/2006/main" noGrp="1"/>
          </p:cNvSpPr>
          <p:nvPr/>
        </p:nvSpPr>
        <p:spPr>
          <a:xfrm xmlns:a="http://schemas.openxmlformats.org/drawingml/2006/main">
            <a:off x="619125" y="179070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352C24"/>
                </a:solidFill>
                <a:latin typeface="Segoe UI"/>
                <a:ea typeface="Segoe UI"/>
                <a:cs typeface="Segoe UI"/>
              </a:defRPr>
            </a:defPPr>
            <a:lvl1pPr algn="l">
              <a:defRPr sz="1425" b="0">
                <a:solidFill>
                  <a:srgbClr val="352C24"/>
                </a:solidFill>
                <a:latin typeface="Segoe UI"/>
                <a:ea typeface="Segoe UI"/>
                <a:cs typeface="Segoe UI"/>
              </a:defRPr>
            </a:lvl1pPr>
            <a:lvl2pPr algn="l">
              <a:defRPr sz="1425" b="0">
                <a:solidFill>
                  <a:srgbClr val="352C24"/>
                </a:solidFill>
                <a:latin typeface="Segoe UI"/>
                <a:ea typeface="Segoe UI"/>
                <a:cs typeface="Segoe UI"/>
              </a:defRPr>
            </a:lvl2pPr>
            <a:lvl3pPr algn="l">
              <a:defRPr sz="1425" b="0">
                <a:solidFill>
                  <a:srgbClr val="352C24"/>
                </a:solidFill>
                <a:latin typeface="Segoe UI"/>
                <a:ea typeface="Segoe UI"/>
                <a:cs typeface="Segoe UI"/>
              </a:defRPr>
            </a:lvl3pPr>
            <a:lvl4pPr algn="l">
              <a:defRPr sz="1425" b="0">
                <a:solidFill>
                  <a:srgbClr val="352C24"/>
                </a:solidFill>
                <a:latin typeface="Segoe UI"/>
                <a:ea typeface="Segoe UI"/>
                <a:cs typeface="Segoe UI"/>
              </a:defRPr>
            </a:lvl4pPr>
            <a:lvl5pPr algn="l">
              <a:defRPr sz="1425" b="0">
                <a:solidFill>
                  <a:srgbClr val="352C24"/>
                </a:solidFill>
                <a:latin typeface="Segoe UI"/>
                <a:ea typeface="Segoe UI"/>
                <a:cs typeface="Segoe UI"/>
              </a:defRPr>
            </a:lvl5pPr>
            <a:lvl6pPr algn="l">
              <a:defRPr sz="1425" b="0">
                <a:solidFill>
                  <a:srgbClr val="352C24"/>
                </a:solidFill>
                <a:latin typeface="Segoe UI"/>
                <a:ea typeface="Segoe UI"/>
                <a:cs typeface="Segoe UI"/>
              </a:defRPr>
            </a:lvl6pPr>
            <a:lvl7pPr algn="l">
              <a:defRPr sz="1425" b="0">
                <a:solidFill>
                  <a:srgbClr val="352C24"/>
                </a:solidFill>
                <a:latin typeface="Segoe UI"/>
                <a:ea typeface="Segoe UI"/>
                <a:cs typeface="Segoe UI"/>
              </a:defRPr>
            </a:lvl7pPr>
            <a:lvl8pPr algn="l">
              <a:defRPr sz="1425" b="0">
                <a:solidFill>
                  <a:srgbClr val="352C24"/>
                </a:solidFill>
                <a:latin typeface="Segoe UI"/>
                <a:ea typeface="Segoe UI"/>
                <a:cs typeface="Segoe UI"/>
              </a:defRPr>
            </a:lvl8pPr>
            <a:lvl9pPr algn="l">
              <a:defRPr sz="1425" b="0">
                <a:solidFill>
                  <a:srgbClr val="352C24"/>
                </a:solidFill>
                <a:latin typeface="Segoe UI"/>
                <a:ea typeface="Segoe UI"/>
                <a:cs typeface="Segoe UI"/>
              </a:defRPr>
            </a:lvl9pPr>
          </a:lstStyle>
          <a:p xmlns:a="http://schemas.openxmlformats.org/drawingml/2006/main">
            <a:pPr algn="l">
              <a:defRPr sz="1425" b="0">
                <a:solidFill>
                  <a:srgbClr val="352C24"/>
                </a:solidFill>
                <a:latin typeface="Segoe UI"/>
                <a:ea typeface="Segoe UI"/>
                <a:cs typeface="Segoe UI"/>
              </a:defRPr>
            </a:pPr>
            <a:r>
              <a:rPr sz="1425" b="0">
                <a:solidFill>
                  <a:srgbClr val="352C24"/>
                </a:solidFill>
                <a:latin typeface="Segoe UI"/>
                <a:ea typeface="Segoe UI"/>
                <a:cs typeface="Segoe UI"/>
              </a:rPr>
              <a:t>React + TypeScript + Vite</a:t>
            </a:r>
          </a:p>
        </p:txBody>
      </p:sp>
      <p:sp>
        <p:nvSpPr>
          <p:cNvPr id="13" name="">
            <a:extLst xmlns:a="http://schemas.openxmlformats.org/drawingml/2006/main">
              <a:ext uri="{FF2B5EF4-FFF2-40B4-BE49-F238E27FC236}">
                <a16:creationId xmlns:a16="http://schemas.microsoft.com/office/drawing/2014/main" id="{9CD3DB7B-6DE1-473C-88F2-5B3FE755AE82}"/>
              </a:ext>
            </a:extLst>
          </p:cNvPr>
          <p:cNvSpPr>
            <a:spLocks xmlns:a="http://schemas.openxmlformats.org/drawingml/2006/main" noGrp="1"/>
          </p:cNvSpPr>
          <p:nvPr/>
        </p:nvSpPr>
        <p:spPr>
          <a:xfrm xmlns:a="http://schemas.openxmlformats.org/drawingml/2006/main">
            <a:off x="495300" y="2276475"/>
            <a:ext cx="2857500" cy="781050"/>
          </a:xfrm>
          <a:prstGeom xmlns:a="http://schemas.openxmlformats.org/drawingml/2006/main" prst="rect">
            <a:avLst/>
          </a:prstGeom>
          <a:solidFill xmlns:a="http://schemas.openxmlformats.org/drawingml/2006/main">
            <a:srgbClr val="FFFDF9"/>
          </a:solidFill>
          <a:ln xmlns:a="http://schemas.openxmlformats.org/drawingml/2006/main" w="9525">
            <a:solidFill>
              <a:srgbClr val="CFBDA6"/>
            </a:solidFill>
          </a:ln>
        </p:spPr>
      </p:sp>
      <p:sp>
        <p:nvSpPr>
          <p:cNvPr id="14" name="">
            <a:extLst xmlns:a="http://schemas.openxmlformats.org/drawingml/2006/main">
              <a:ext uri="{FF2B5EF4-FFF2-40B4-BE49-F238E27FC236}">
                <a16:creationId xmlns:a16="http://schemas.microsoft.com/office/drawing/2014/main" id="{0EFC8714-C17D-4B6F-AD4E-4DA507192551}"/>
              </a:ext>
            </a:extLst>
          </p:cNvPr>
          <p:cNvSpPr>
            <a:spLocks xmlns:a="http://schemas.openxmlformats.org/drawingml/2006/main" noGrp="1"/>
          </p:cNvSpPr>
          <p:nvPr/>
        </p:nvSpPr>
        <p:spPr>
          <a:xfrm xmlns:a="http://schemas.openxmlformats.org/drawingml/2006/main">
            <a:off x="619125" y="2371725"/>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9C482E"/>
                </a:solidFill>
                <a:latin typeface="Segoe UI"/>
                <a:ea typeface="Segoe UI"/>
                <a:cs typeface="Segoe UI"/>
              </a:defRPr>
            </a:defPPr>
            <a:lvl1pPr algn="l">
              <a:defRPr sz="1575" b="1">
                <a:solidFill>
                  <a:srgbClr val="9C482E"/>
                </a:solidFill>
                <a:latin typeface="Segoe UI"/>
                <a:ea typeface="Segoe UI"/>
                <a:cs typeface="Segoe UI"/>
              </a:defRPr>
            </a:lvl1pPr>
            <a:lvl2pPr algn="l">
              <a:defRPr sz="1575" b="1">
                <a:solidFill>
                  <a:srgbClr val="9C482E"/>
                </a:solidFill>
                <a:latin typeface="Segoe UI"/>
                <a:ea typeface="Segoe UI"/>
                <a:cs typeface="Segoe UI"/>
              </a:defRPr>
            </a:lvl2pPr>
            <a:lvl3pPr algn="l">
              <a:defRPr sz="1575" b="1">
                <a:solidFill>
                  <a:srgbClr val="9C482E"/>
                </a:solidFill>
                <a:latin typeface="Segoe UI"/>
                <a:ea typeface="Segoe UI"/>
                <a:cs typeface="Segoe UI"/>
              </a:defRPr>
            </a:lvl3pPr>
            <a:lvl4pPr algn="l">
              <a:defRPr sz="1575" b="1">
                <a:solidFill>
                  <a:srgbClr val="9C482E"/>
                </a:solidFill>
                <a:latin typeface="Segoe UI"/>
                <a:ea typeface="Segoe UI"/>
                <a:cs typeface="Segoe UI"/>
              </a:defRPr>
            </a:lvl4pPr>
            <a:lvl5pPr algn="l">
              <a:defRPr sz="1575" b="1">
                <a:solidFill>
                  <a:srgbClr val="9C482E"/>
                </a:solidFill>
                <a:latin typeface="Segoe UI"/>
                <a:ea typeface="Segoe UI"/>
                <a:cs typeface="Segoe UI"/>
              </a:defRPr>
            </a:lvl5pPr>
            <a:lvl6pPr algn="l">
              <a:defRPr sz="1575" b="1">
                <a:solidFill>
                  <a:srgbClr val="9C482E"/>
                </a:solidFill>
                <a:latin typeface="Segoe UI"/>
                <a:ea typeface="Segoe UI"/>
                <a:cs typeface="Segoe UI"/>
              </a:defRPr>
            </a:lvl6pPr>
            <a:lvl7pPr algn="l">
              <a:defRPr sz="1575" b="1">
                <a:solidFill>
                  <a:srgbClr val="9C482E"/>
                </a:solidFill>
                <a:latin typeface="Segoe UI"/>
                <a:ea typeface="Segoe UI"/>
                <a:cs typeface="Segoe UI"/>
              </a:defRPr>
            </a:lvl7pPr>
            <a:lvl8pPr algn="l">
              <a:defRPr sz="1575" b="1">
                <a:solidFill>
                  <a:srgbClr val="9C482E"/>
                </a:solidFill>
                <a:latin typeface="Segoe UI"/>
                <a:ea typeface="Segoe UI"/>
                <a:cs typeface="Segoe UI"/>
              </a:defRPr>
            </a:lvl8pPr>
            <a:lvl9pPr algn="l">
              <a:defRPr sz="1575" b="1">
                <a:solidFill>
                  <a:srgbClr val="9C482E"/>
                </a:solidFill>
                <a:latin typeface="Segoe UI"/>
                <a:ea typeface="Segoe UI"/>
                <a:cs typeface="Segoe UI"/>
              </a:defRPr>
            </a:lvl9pPr>
          </a:lstStyle>
          <a:p xmlns:a="http://schemas.openxmlformats.org/drawingml/2006/main">
            <a:pPr algn="l">
              <a:defRPr sz="1575" b="1">
                <a:solidFill>
                  <a:srgbClr val="9C482E"/>
                </a:solidFill>
                <a:latin typeface="Segoe UI"/>
                <a:ea typeface="Segoe UI"/>
                <a:cs typeface="Segoe UI"/>
              </a:defRPr>
            </a:pPr>
            <a:r>
              <a:rPr sz="1575" b="1">
                <a:solidFill>
                  <a:srgbClr val="9C482E"/>
                </a:solidFill>
                <a:latin typeface="Segoe UI"/>
                <a:ea typeface="Segoe UI"/>
                <a:cs typeface="Segoe UI"/>
              </a:rPr>
              <a:t>API · RENDER</a:t>
            </a:r>
          </a:p>
        </p:txBody>
      </p:sp>
      <p:sp>
        <p:nvSpPr>
          <p:cNvPr id="15" name="">
            <a:extLst xmlns:a="http://schemas.openxmlformats.org/drawingml/2006/main">
              <a:ext uri="{FF2B5EF4-FFF2-40B4-BE49-F238E27FC236}">
                <a16:creationId xmlns:a16="http://schemas.microsoft.com/office/drawing/2014/main" id="{E61DA92A-856B-4C9F-9E7A-5AF9C027BE32}"/>
              </a:ext>
            </a:extLst>
          </p:cNvPr>
          <p:cNvSpPr>
            <a:spLocks xmlns:a="http://schemas.openxmlformats.org/drawingml/2006/main" noGrp="1"/>
          </p:cNvSpPr>
          <p:nvPr/>
        </p:nvSpPr>
        <p:spPr>
          <a:xfrm xmlns:a="http://schemas.openxmlformats.org/drawingml/2006/main">
            <a:off x="619125" y="268605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352C24"/>
                </a:solidFill>
                <a:latin typeface="Segoe UI"/>
                <a:ea typeface="Segoe UI"/>
                <a:cs typeface="Segoe UI"/>
              </a:defRPr>
            </a:defPPr>
            <a:lvl1pPr algn="l">
              <a:defRPr sz="1425" b="0">
                <a:solidFill>
                  <a:srgbClr val="352C24"/>
                </a:solidFill>
                <a:latin typeface="Segoe UI"/>
                <a:ea typeface="Segoe UI"/>
                <a:cs typeface="Segoe UI"/>
              </a:defRPr>
            </a:lvl1pPr>
            <a:lvl2pPr algn="l">
              <a:defRPr sz="1425" b="0">
                <a:solidFill>
                  <a:srgbClr val="352C24"/>
                </a:solidFill>
                <a:latin typeface="Segoe UI"/>
                <a:ea typeface="Segoe UI"/>
                <a:cs typeface="Segoe UI"/>
              </a:defRPr>
            </a:lvl2pPr>
            <a:lvl3pPr algn="l">
              <a:defRPr sz="1425" b="0">
                <a:solidFill>
                  <a:srgbClr val="352C24"/>
                </a:solidFill>
                <a:latin typeface="Segoe UI"/>
                <a:ea typeface="Segoe UI"/>
                <a:cs typeface="Segoe UI"/>
              </a:defRPr>
            </a:lvl3pPr>
            <a:lvl4pPr algn="l">
              <a:defRPr sz="1425" b="0">
                <a:solidFill>
                  <a:srgbClr val="352C24"/>
                </a:solidFill>
                <a:latin typeface="Segoe UI"/>
                <a:ea typeface="Segoe UI"/>
                <a:cs typeface="Segoe UI"/>
              </a:defRPr>
            </a:lvl4pPr>
            <a:lvl5pPr algn="l">
              <a:defRPr sz="1425" b="0">
                <a:solidFill>
                  <a:srgbClr val="352C24"/>
                </a:solidFill>
                <a:latin typeface="Segoe UI"/>
                <a:ea typeface="Segoe UI"/>
                <a:cs typeface="Segoe UI"/>
              </a:defRPr>
            </a:lvl5pPr>
            <a:lvl6pPr algn="l">
              <a:defRPr sz="1425" b="0">
                <a:solidFill>
                  <a:srgbClr val="352C24"/>
                </a:solidFill>
                <a:latin typeface="Segoe UI"/>
                <a:ea typeface="Segoe UI"/>
                <a:cs typeface="Segoe UI"/>
              </a:defRPr>
            </a:lvl6pPr>
            <a:lvl7pPr algn="l">
              <a:defRPr sz="1425" b="0">
                <a:solidFill>
                  <a:srgbClr val="352C24"/>
                </a:solidFill>
                <a:latin typeface="Segoe UI"/>
                <a:ea typeface="Segoe UI"/>
                <a:cs typeface="Segoe UI"/>
              </a:defRPr>
            </a:lvl7pPr>
            <a:lvl8pPr algn="l">
              <a:defRPr sz="1425" b="0">
                <a:solidFill>
                  <a:srgbClr val="352C24"/>
                </a:solidFill>
                <a:latin typeface="Segoe UI"/>
                <a:ea typeface="Segoe UI"/>
                <a:cs typeface="Segoe UI"/>
              </a:defRPr>
            </a:lvl8pPr>
            <a:lvl9pPr algn="l">
              <a:defRPr sz="1425" b="0">
                <a:solidFill>
                  <a:srgbClr val="352C24"/>
                </a:solidFill>
                <a:latin typeface="Segoe UI"/>
                <a:ea typeface="Segoe UI"/>
                <a:cs typeface="Segoe UI"/>
              </a:defRPr>
            </a:lvl9pPr>
          </a:lstStyle>
          <a:p xmlns:a="http://schemas.openxmlformats.org/drawingml/2006/main">
            <a:pPr algn="l">
              <a:defRPr sz="1425" b="0">
                <a:solidFill>
                  <a:srgbClr val="352C24"/>
                </a:solidFill>
                <a:latin typeface="Segoe UI"/>
                <a:ea typeface="Segoe UI"/>
                <a:cs typeface="Segoe UI"/>
              </a:defRPr>
            </a:pPr>
            <a:r>
              <a:rPr sz="1425" b="0">
                <a:solidFill>
                  <a:srgbClr val="352C24"/>
                </a:solidFill>
                <a:latin typeface="Segoe UI"/>
                <a:ea typeface="Segoe UI"/>
                <a:cs typeface="Segoe UI"/>
              </a:rPr>
              <a:t>Flask + SQLAlchemy + Waitress</a:t>
            </a:r>
          </a:p>
        </p:txBody>
      </p:sp>
      <p:sp>
        <p:nvSpPr>
          <p:cNvPr id="16" name="">
            <a:extLst xmlns:a="http://schemas.openxmlformats.org/drawingml/2006/main">
              <a:ext uri="{FF2B5EF4-FFF2-40B4-BE49-F238E27FC236}">
                <a16:creationId xmlns:a16="http://schemas.microsoft.com/office/drawing/2014/main" id="{0B5D5F1F-0349-45A3-9187-E2EA93F6C2B2}"/>
              </a:ext>
            </a:extLst>
          </p:cNvPr>
          <p:cNvSpPr>
            <a:spLocks xmlns:a="http://schemas.openxmlformats.org/drawingml/2006/main" noGrp="1"/>
          </p:cNvSpPr>
          <p:nvPr/>
        </p:nvSpPr>
        <p:spPr>
          <a:xfrm xmlns:a="http://schemas.openxmlformats.org/drawingml/2006/main">
            <a:off x="495300" y="3171825"/>
            <a:ext cx="2857500" cy="7810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00E8F3B-2F2B-4E55-A71F-83862926BF8D}"/>
              </a:ext>
            </a:extLst>
          </p:cNvPr>
          <p:cNvSpPr>
            <a:spLocks xmlns:a="http://schemas.openxmlformats.org/drawingml/2006/main" noGrp="1"/>
          </p:cNvSpPr>
          <p:nvPr/>
        </p:nvSpPr>
        <p:spPr>
          <a:xfrm xmlns:a="http://schemas.openxmlformats.org/drawingml/2006/main">
            <a:off x="619125" y="3267075"/>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9C482E"/>
                </a:solidFill>
                <a:latin typeface="Segoe UI"/>
                <a:ea typeface="Segoe UI"/>
                <a:cs typeface="Segoe UI"/>
              </a:defRPr>
            </a:defPPr>
            <a:lvl1pPr algn="l">
              <a:defRPr sz="1575" b="1">
                <a:solidFill>
                  <a:srgbClr val="9C482E"/>
                </a:solidFill>
                <a:latin typeface="Segoe UI"/>
                <a:ea typeface="Segoe UI"/>
                <a:cs typeface="Segoe UI"/>
              </a:defRPr>
            </a:lvl1pPr>
            <a:lvl2pPr algn="l">
              <a:defRPr sz="1575" b="1">
                <a:solidFill>
                  <a:srgbClr val="9C482E"/>
                </a:solidFill>
                <a:latin typeface="Segoe UI"/>
                <a:ea typeface="Segoe UI"/>
                <a:cs typeface="Segoe UI"/>
              </a:defRPr>
            </a:lvl2pPr>
            <a:lvl3pPr algn="l">
              <a:defRPr sz="1575" b="1">
                <a:solidFill>
                  <a:srgbClr val="9C482E"/>
                </a:solidFill>
                <a:latin typeface="Segoe UI"/>
                <a:ea typeface="Segoe UI"/>
                <a:cs typeface="Segoe UI"/>
              </a:defRPr>
            </a:lvl3pPr>
            <a:lvl4pPr algn="l">
              <a:defRPr sz="1575" b="1">
                <a:solidFill>
                  <a:srgbClr val="9C482E"/>
                </a:solidFill>
                <a:latin typeface="Segoe UI"/>
                <a:ea typeface="Segoe UI"/>
                <a:cs typeface="Segoe UI"/>
              </a:defRPr>
            </a:lvl4pPr>
            <a:lvl5pPr algn="l">
              <a:defRPr sz="1575" b="1">
                <a:solidFill>
                  <a:srgbClr val="9C482E"/>
                </a:solidFill>
                <a:latin typeface="Segoe UI"/>
                <a:ea typeface="Segoe UI"/>
                <a:cs typeface="Segoe UI"/>
              </a:defRPr>
            </a:lvl5pPr>
            <a:lvl6pPr algn="l">
              <a:defRPr sz="1575" b="1">
                <a:solidFill>
                  <a:srgbClr val="9C482E"/>
                </a:solidFill>
                <a:latin typeface="Segoe UI"/>
                <a:ea typeface="Segoe UI"/>
                <a:cs typeface="Segoe UI"/>
              </a:defRPr>
            </a:lvl6pPr>
            <a:lvl7pPr algn="l">
              <a:defRPr sz="1575" b="1">
                <a:solidFill>
                  <a:srgbClr val="9C482E"/>
                </a:solidFill>
                <a:latin typeface="Segoe UI"/>
                <a:ea typeface="Segoe UI"/>
                <a:cs typeface="Segoe UI"/>
              </a:defRPr>
            </a:lvl7pPr>
            <a:lvl8pPr algn="l">
              <a:defRPr sz="1575" b="1">
                <a:solidFill>
                  <a:srgbClr val="9C482E"/>
                </a:solidFill>
                <a:latin typeface="Segoe UI"/>
                <a:ea typeface="Segoe UI"/>
                <a:cs typeface="Segoe UI"/>
              </a:defRPr>
            </a:lvl8pPr>
            <a:lvl9pPr algn="l">
              <a:defRPr sz="1575" b="1">
                <a:solidFill>
                  <a:srgbClr val="9C482E"/>
                </a:solidFill>
                <a:latin typeface="Segoe UI"/>
                <a:ea typeface="Segoe UI"/>
                <a:cs typeface="Segoe UI"/>
              </a:defRPr>
            </a:lvl9pPr>
          </a:lstStyle>
          <a:p xmlns:a="http://schemas.openxmlformats.org/drawingml/2006/main">
            <a:pPr algn="l">
              <a:defRPr sz="1575" b="1">
                <a:solidFill>
                  <a:srgbClr val="9C482E"/>
                </a:solidFill>
                <a:latin typeface="Segoe UI"/>
                <a:ea typeface="Segoe UI"/>
                <a:cs typeface="Segoe UI"/>
              </a:defRPr>
            </a:pPr>
            <a:r>
              <a:rPr sz="1575" b="1">
                <a:solidFill>
                  <a:srgbClr val="9C482E"/>
                </a:solidFill>
                <a:latin typeface="Segoe UI"/>
                <a:ea typeface="Segoe UI"/>
                <a:cs typeface="Segoe UI"/>
              </a:rPr>
              <a:t>PERSISTENCE · NEON</a:t>
            </a:r>
          </a:p>
        </p:txBody>
      </p:sp>
      <p:sp>
        <p:nvSpPr>
          <p:cNvPr id="18" name="">
            <a:extLst xmlns:a="http://schemas.openxmlformats.org/drawingml/2006/main">
              <a:ext uri="{FF2B5EF4-FFF2-40B4-BE49-F238E27FC236}">
                <a16:creationId xmlns:a16="http://schemas.microsoft.com/office/drawing/2014/main" id="{B7711541-7CB1-4C4A-B702-13EF03677534}"/>
              </a:ext>
            </a:extLst>
          </p:cNvPr>
          <p:cNvSpPr>
            <a:spLocks xmlns:a="http://schemas.openxmlformats.org/drawingml/2006/main" noGrp="1"/>
          </p:cNvSpPr>
          <p:nvPr/>
        </p:nvSpPr>
        <p:spPr>
          <a:xfrm xmlns:a="http://schemas.openxmlformats.org/drawingml/2006/main">
            <a:off x="619125" y="358140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352C24"/>
                </a:solidFill>
                <a:latin typeface="Segoe UI"/>
                <a:ea typeface="Segoe UI"/>
                <a:cs typeface="Segoe UI"/>
              </a:defRPr>
            </a:defPPr>
            <a:lvl1pPr algn="l">
              <a:defRPr sz="1425" b="0">
                <a:solidFill>
                  <a:srgbClr val="352C24"/>
                </a:solidFill>
                <a:latin typeface="Segoe UI"/>
                <a:ea typeface="Segoe UI"/>
                <a:cs typeface="Segoe UI"/>
              </a:defRPr>
            </a:lvl1pPr>
            <a:lvl2pPr algn="l">
              <a:defRPr sz="1425" b="0">
                <a:solidFill>
                  <a:srgbClr val="352C24"/>
                </a:solidFill>
                <a:latin typeface="Segoe UI"/>
                <a:ea typeface="Segoe UI"/>
                <a:cs typeface="Segoe UI"/>
              </a:defRPr>
            </a:lvl2pPr>
            <a:lvl3pPr algn="l">
              <a:defRPr sz="1425" b="0">
                <a:solidFill>
                  <a:srgbClr val="352C24"/>
                </a:solidFill>
                <a:latin typeface="Segoe UI"/>
                <a:ea typeface="Segoe UI"/>
                <a:cs typeface="Segoe UI"/>
              </a:defRPr>
            </a:lvl3pPr>
            <a:lvl4pPr algn="l">
              <a:defRPr sz="1425" b="0">
                <a:solidFill>
                  <a:srgbClr val="352C24"/>
                </a:solidFill>
                <a:latin typeface="Segoe UI"/>
                <a:ea typeface="Segoe UI"/>
                <a:cs typeface="Segoe UI"/>
              </a:defRPr>
            </a:lvl4pPr>
            <a:lvl5pPr algn="l">
              <a:defRPr sz="1425" b="0">
                <a:solidFill>
                  <a:srgbClr val="352C24"/>
                </a:solidFill>
                <a:latin typeface="Segoe UI"/>
                <a:ea typeface="Segoe UI"/>
                <a:cs typeface="Segoe UI"/>
              </a:defRPr>
            </a:lvl5pPr>
            <a:lvl6pPr algn="l">
              <a:defRPr sz="1425" b="0">
                <a:solidFill>
                  <a:srgbClr val="352C24"/>
                </a:solidFill>
                <a:latin typeface="Segoe UI"/>
                <a:ea typeface="Segoe UI"/>
                <a:cs typeface="Segoe UI"/>
              </a:defRPr>
            </a:lvl6pPr>
            <a:lvl7pPr algn="l">
              <a:defRPr sz="1425" b="0">
                <a:solidFill>
                  <a:srgbClr val="352C24"/>
                </a:solidFill>
                <a:latin typeface="Segoe UI"/>
                <a:ea typeface="Segoe UI"/>
                <a:cs typeface="Segoe UI"/>
              </a:defRPr>
            </a:lvl7pPr>
            <a:lvl8pPr algn="l">
              <a:defRPr sz="1425" b="0">
                <a:solidFill>
                  <a:srgbClr val="352C24"/>
                </a:solidFill>
                <a:latin typeface="Segoe UI"/>
                <a:ea typeface="Segoe UI"/>
                <a:cs typeface="Segoe UI"/>
              </a:defRPr>
            </a:lvl8pPr>
            <a:lvl9pPr algn="l">
              <a:defRPr sz="1425" b="0">
                <a:solidFill>
                  <a:srgbClr val="352C24"/>
                </a:solidFill>
                <a:latin typeface="Segoe UI"/>
                <a:ea typeface="Segoe UI"/>
                <a:cs typeface="Segoe UI"/>
              </a:defRPr>
            </a:lvl9pPr>
          </a:lstStyle>
          <a:p xmlns:a="http://schemas.openxmlformats.org/drawingml/2006/main">
            <a:pPr algn="l">
              <a:defRPr sz="1425" b="0">
                <a:solidFill>
                  <a:srgbClr val="352C24"/>
                </a:solidFill>
                <a:latin typeface="Segoe UI"/>
                <a:ea typeface="Segoe UI"/>
                <a:cs typeface="Segoe UI"/>
              </a:defRPr>
            </a:pPr>
            <a:r>
              <a:rPr sz="1425" b="0">
                <a:solidFill>
                  <a:srgbClr val="352C24"/>
                </a:solidFill>
                <a:latin typeface="Segoe UI"/>
                <a:ea typeface="Segoe UI"/>
                <a:cs typeface="Segoe UI"/>
              </a:rPr>
              <a:t>PostgreSQL + private S3 bucket</a:t>
            </a:r>
          </a:p>
        </p:txBody>
      </p:sp>
      <p:sp>
        <p:nvSpPr>
          <p:cNvPr id="19" name="">
            <a:extLst xmlns:a="http://schemas.openxmlformats.org/drawingml/2006/main">
              <a:ext uri="{FF2B5EF4-FFF2-40B4-BE49-F238E27FC236}">
                <a16:creationId xmlns:a16="http://schemas.microsoft.com/office/drawing/2014/main" id="{7AE85142-200A-4147-9F6D-189730238522}"/>
              </a:ext>
            </a:extLst>
          </p:cNvPr>
          <p:cNvSpPr>
            <a:spLocks xmlns:a="http://schemas.openxmlformats.org/drawingml/2006/main" noGrp="1"/>
          </p:cNvSpPr>
          <p:nvPr/>
        </p:nvSpPr>
        <p:spPr>
          <a:xfrm xmlns:a="http://schemas.openxmlformats.org/drawingml/2006/main">
            <a:off x="495300" y="4067175"/>
            <a:ext cx="2857500" cy="781050"/>
          </a:xfrm>
          <a:prstGeom xmlns:a="http://schemas.openxmlformats.org/drawingml/2006/main" prst="rect">
            <a:avLst/>
          </a:prstGeom>
          <a:solidFill xmlns:a="http://schemas.openxmlformats.org/drawingml/2006/main">
            <a:srgbClr val="FFFDF9"/>
          </a:solidFill>
          <a:ln xmlns:a="http://schemas.openxmlformats.org/drawingml/2006/main" w="9525">
            <a:solidFill>
              <a:srgbClr val="CFBDA6"/>
            </a:solidFill>
          </a:ln>
        </p:spPr>
      </p:sp>
      <p:sp>
        <p:nvSpPr>
          <p:cNvPr id="20" name="">
            <a:extLst xmlns:a="http://schemas.openxmlformats.org/drawingml/2006/main">
              <a:ext uri="{FF2B5EF4-FFF2-40B4-BE49-F238E27FC236}">
                <a16:creationId xmlns:a16="http://schemas.microsoft.com/office/drawing/2014/main" id="{C5E20D80-73D0-4FE8-97DE-A2ADA8AC9730}"/>
              </a:ext>
            </a:extLst>
          </p:cNvPr>
          <p:cNvSpPr>
            <a:spLocks xmlns:a="http://schemas.openxmlformats.org/drawingml/2006/main" noGrp="1"/>
          </p:cNvSpPr>
          <p:nvPr/>
        </p:nvSpPr>
        <p:spPr>
          <a:xfrm xmlns:a="http://schemas.openxmlformats.org/drawingml/2006/main">
            <a:off x="619125" y="4162425"/>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9C482E"/>
                </a:solidFill>
                <a:latin typeface="Segoe UI"/>
                <a:ea typeface="Segoe UI"/>
                <a:cs typeface="Segoe UI"/>
              </a:defRPr>
            </a:defPPr>
            <a:lvl1pPr algn="l">
              <a:defRPr sz="1575" b="1">
                <a:solidFill>
                  <a:srgbClr val="9C482E"/>
                </a:solidFill>
                <a:latin typeface="Segoe UI"/>
                <a:ea typeface="Segoe UI"/>
                <a:cs typeface="Segoe UI"/>
              </a:defRPr>
            </a:lvl1pPr>
            <a:lvl2pPr algn="l">
              <a:defRPr sz="1575" b="1">
                <a:solidFill>
                  <a:srgbClr val="9C482E"/>
                </a:solidFill>
                <a:latin typeface="Segoe UI"/>
                <a:ea typeface="Segoe UI"/>
                <a:cs typeface="Segoe UI"/>
              </a:defRPr>
            </a:lvl2pPr>
            <a:lvl3pPr algn="l">
              <a:defRPr sz="1575" b="1">
                <a:solidFill>
                  <a:srgbClr val="9C482E"/>
                </a:solidFill>
                <a:latin typeface="Segoe UI"/>
                <a:ea typeface="Segoe UI"/>
                <a:cs typeface="Segoe UI"/>
              </a:defRPr>
            </a:lvl3pPr>
            <a:lvl4pPr algn="l">
              <a:defRPr sz="1575" b="1">
                <a:solidFill>
                  <a:srgbClr val="9C482E"/>
                </a:solidFill>
                <a:latin typeface="Segoe UI"/>
                <a:ea typeface="Segoe UI"/>
                <a:cs typeface="Segoe UI"/>
              </a:defRPr>
            </a:lvl4pPr>
            <a:lvl5pPr algn="l">
              <a:defRPr sz="1575" b="1">
                <a:solidFill>
                  <a:srgbClr val="9C482E"/>
                </a:solidFill>
                <a:latin typeface="Segoe UI"/>
                <a:ea typeface="Segoe UI"/>
                <a:cs typeface="Segoe UI"/>
              </a:defRPr>
            </a:lvl5pPr>
            <a:lvl6pPr algn="l">
              <a:defRPr sz="1575" b="1">
                <a:solidFill>
                  <a:srgbClr val="9C482E"/>
                </a:solidFill>
                <a:latin typeface="Segoe UI"/>
                <a:ea typeface="Segoe UI"/>
                <a:cs typeface="Segoe UI"/>
              </a:defRPr>
            </a:lvl6pPr>
            <a:lvl7pPr algn="l">
              <a:defRPr sz="1575" b="1">
                <a:solidFill>
                  <a:srgbClr val="9C482E"/>
                </a:solidFill>
                <a:latin typeface="Segoe UI"/>
                <a:ea typeface="Segoe UI"/>
                <a:cs typeface="Segoe UI"/>
              </a:defRPr>
            </a:lvl7pPr>
            <a:lvl8pPr algn="l">
              <a:defRPr sz="1575" b="1">
                <a:solidFill>
                  <a:srgbClr val="9C482E"/>
                </a:solidFill>
                <a:latin typeface="Segoe UI"/>
                <a:ea typeface="Segoe UI"/>
                <a:cs typeface="Segoe UI"/>
              </a:defRPr>
            </a:lvl8pPr>
            <a:lvl9pPr algn="l">
              <a:defRPr sz="1575" b="1">
                <a:solidFill>
                  <a:srgbClr val="9C482E"/>
                </a:solidFill>
                <a:latin typeface="Segoe UI"/>
                <a:ea typeface="Segoe UI"/>
                <a:cs typeface="Segoe UI"/>
              </a:defRPr>
            </a:lvl9pPr>
          </a:lstStyle>
          <a:p xmlns:a="http://schemas.openxmlformats.org/drawingml/2006/main">
            <a:pPr algn="l">
              <a:defRPr sz="1575" b="1">
                <a:solidFill>
                  <a:srgbClr val="9C482E"/>
                </a:solidFill>
                <a:latin typeface="Segoe UI"/>
                <a:ea typeface="Segoe UI"/>
                <a:cs typeface="Segoe UI"/>
              </a:defRPr>
            </a:pPr>
            <a:r>
              <a:rPr sz="1575" b="1">
                <a:solidFill>
                  <a:srgbClr val="9C482E"/>
                </a:solidFill>
                <a:latin typeface="Segoe UI"/>
                <a:ea typeface="Segoe UI"/>
                <a:cs typeface="Segoe UI"/>
              </a:rPr>
              <a:t>BACKGROUND WORKER</a:t>
            </a:r>
          </a:p>
        </p:txBody>
      </p:sp>
      <p:sp>
        <p:nvSpPr>
          <p:cNvPr id="21" name="">
            <a:extLst xmlns:a="http://schemas.openxmlformats.org/drawingml/2006/main">
              <a:ext uri="{FF2B5EF4-FFF2-40B4-BE49-F238E27FC236}">
                <a16:creationId xmlns:a16="http://schemas.microsoft.com/office/drawing/2014/main" id="{85CB6162-E325-405A-81C2-92F7EDB615C6}"/>
              </a:ext>
            </a:extLst>
          </p:cNvPr>
          <p:cNvSpPr>
            <a:spLocks xmlns:a="http://schemas.openxmlformats.org/drawingml/2006/main" noGrp="1"/>
          </p:cNvSpPr>
          <p:nvPr/>
        </p:nvSpPr>
        <p:spPr>
          <a:xfrm xmlns:a="http://schemas.openxmlformats.org/drawingml/2006/main">
            <a:off x="619125" y="447675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352C24"/>
                </a:solidFill>
                <a:latin typeface="Segoe UI"/>
                <a:ea typeface="Segoe UI"/>
                <a:cs typeface="Segoe UI"/>
              </a:defRPr>
            </a:defPPr>
            <a:lvl1pPr algn="l">
              <a:defRPr sz="1425" b="0">
                <a:solidFill>
                  <a:srgbClr val="352C24"/>
                </a:solidFill>
                <a:latin typeface="Segoe UI"/>
                <a:ea typeface="Segoe UI"/>
                <a:cs typeface="Segoe UI"/>
              </a:defRPr>
            </a:lvl1pPr>
            <a:lvl2pPr algn="l">
              <a:defRPr sz="1425" b="0">
                <a:solidFill>
                  <a:srgbClr val="352C24"/>
                </a:solidFill>
                <a:latin typeface="Segoe UI"/>
                <a:ea typeface="Segoe UI"/>
                <a:cs typeface="Segoe UI"/>
              </a:defRPr>
            </a:lvl2pPr>
            <a:lvl3pPr algn="l">
              <a:defRPr sz="1425" b="0">
                <a:solidFill>
                  <a:srgbClr val="352C24"/>
                </a:solidFill>
                <a:latin typeface="Segoe UI"/>
                <a:ea typeface="Segoe UI"/>
                <a:cs typeface="Segoe UI"/>
              </a:defRPr>
            </a:lvl3pPr>
            <a:lvl4pPr algn="l">
              <a:defRPr sz="1425" b="0">
                <a:solidFill>
                  <a:srgbClr val="352C24"/>
                </a:solidFill>
                <a:latin typeface="Segoe UI"/>
                <a:ea typeface="Segoe UI"/>
                <a:cs typeface="Segoe UI"/>
              </a:defRPr>
            </a:lvl4pPr>
            <a:lvl5pPr algn="l">
              <a:defRPr sz="1425" b="0">
                <a:solidFill>
                  <a:srgbClr val="352C24"/>
                </a:solidFill>
                <a:latin typeface="Segoe UI"/>
                <a:ea typeface="Segoe UI"/>
                <a:cs typeface="Segoe UI"/>
              </a:defRPr>
            </a:lvl5pPr>
            <a:lvl6pPr algn="l">
              <a:defRPr sz="1425" b="0">
                <a:solidFill>
                  <a:srgbClr val="352C24"/>
                </a:solidFill>
                <a:latin typeface="Segoe UI"/>
                <a:ea typeface="Segoe UI"/>
                <a:cs typeface="Segoe UI"/>
              </a:defRPr>
            </a:lvl6pPr>
            <a:lvl7pPr algn="l">
              <a:defRPr sz="1425" b="0">
                <a:solidFill>
                  <a:srgbClr val="352C24"/>
                </a:solidFill>
                <a:latin typeface="Segoe UI"/>
                <a:ea typeface="Segoe UI"/>
                <a:cs typeface="Segoe UI"/>
              </a:defRPr>
            </a:lvl7pPr>
            <a:lvl8pPr algn="l">
              <a:defRPr sz="1425" b="0">
                <a:solidFill>
                  <a:srgbClr val="352C24"/>
                </a:solidFill>
                <a:latin typeface="Segoe UI"/>
                <a:ea typeface="Segoe UI"/>
                <a:cs typeface="Segoe UI"/>
              </a:defRPr>
            </a:lvl8pPr>
            <a:lvl9pPr algn="l">
              <a:defRPr sz="1425" b="0">
                <a:solidFill>
                  <a:srgbClr val="352C24"/>
                </a:solidFill>
                <a:latin typeface="Segoe UI"/>
                <a:ea typeface="Segoe UI"/>
                <a:cs typeface="Segoe UI"/>
              </a:defRPr>
            </a:lvl9pPr>
          </a:lstStyle>
          <a:p xmlns:a="http://schemas.openxmlformats.org/drawingml/2006/main">
            <a:pPr algn="l">
              <a:defRPr sz="1425" b="0">
                <a:solidFill>
                  <a:srgbClr val="352C24"/>
                </a:solidFill>
                <a:latin typeface="Segoe UI"/>
                <a:ea typeface="Segoe UI"/>
                <a:cs typeface="Segoe UI"/>
              </a:defRPr>
            </a:pPr>
            <a:r>
              <a:rPr sz="1425" b="0">
                <a:solidFill>
                  <a:srgbClr val="352C24"/>
                </a:solidFill>
                <a:latin typeface="Segoe UI"/>
                <a:ea typeface="Segoe UI"/>
                <a:cs typeface="Segoe UI"/>
              </a:rPr>
              <a:t>Local models + reminders</a:t>
            </a:r>
          </a:p>
        </p:txBody>
      </p:sp>
      <p:sp>
        <p:nvSpPr>
          <p:cNvPr id="22" name="">
            <a:extLst xmlns:a="http://schemas.openxmlformats.org/drawingml/2006/main">
              <a:ext uri="{FF2B5EF4-FFF2-40B4-BE49-F238E27FC236}">
                <a16:creationId xmlns:a16="http://schemas.microsoft.com/office/drawing/2014/main" id="{2BE0A25C-2244-4B8C-B6DB-4D89416262D0}"/>
              </a:ext>
            </a:extLst>
          </p:cNvPr>
          <p:cNvSpPr>
            <a:spLocks xmlns:a="http://schemas.openxmlformats.org/drawingml/2006/main" noGrp="1"/>
          </p:cNvSpPr>
          <p:nvPr/>
        </p:nvSpPr>
        <p:spPr>
          <a:xfrm xmlns:a="http://schemas.openxmlformats.org/drawingml/2006/main">
            <a:off x="495300" y="4962525"/>
            <a:ext cx="2857500" cy="7810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8E45818-EA8C-4DBC-9085-F63DA75BD891}"/>
              </a:ext>
            </a:extLst>
          </p:cNvPr>
          <p:cNvSpPr>
            <a:spLocks xmlns:a="http://schemas.openxmlformats.org/drawingml/2006/main" noGrp="1"/>
          </p:cNvSpPr>
          <p:nvPr/>
        </p:nvSpPr>
        <p:spPr>
          <a:xfrm xmlns:a="http://schemas.openxmlformats.org/drawingml/2006/main">
            <a:off x="619125" y="5057775"/>
            <a:ext cx="2609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1">
                <a:solidFill>
                  <a:srgbClr val="9C482E"/>
                </a:solidFill>
                <a:latin typeface="Segoe UI"/>
                <a:ea typeface="Segoe UI"/>
                <a:cs typeface="Segoe UI"/>
              </a:defRPr>
            </a:defPPr>
            <a:lvl1pPr algn="l">
              <a:defRPr sz="1575" b="1">
                <a:solidFill>
                  <a:srgbClr val="9C482E"/>
                </a:solidFill>
                <a:latin typeface="Segoe UI"/>
                <a:ea typeface="Segoe UI"/>
                <a:cs typeface="Segoe UI"/>
              </a:defRPr>
            </a:lvl1pPr>
            <a:lvl2pPr algn="l">
              <a:defRPr sz="1575" b="1">
                <a:solidFill>
                  <a:srgbClr val="9C482E"/>
                </a:solidFill>
                <a:latin typeface="Segoe UI"/>
                <a:ea typeface="Segoe UI"/>
                <a:cs typeface="Segoe UI"/>
              </a:defRPr>
            </a:lvl2pPr>
            <a:lvl3pPr algn="l">
              <a:defRPr sz="1575" b="1">
                <a:solidFill>
                  <a:srgbClr val="9C482E"/>
                </a:solidFill>
                <a:latin typeface="Segoe UI"/>
                <a:ea typeface="Segoe UI"/>
                <a:cs typeface="Segoe UI"/>
              </a:defRPr>
            </a:lvl3pPr>
            <a:lvl4pPr algn="l">
              <a:defRPr sz="1575" b="1">
                <a:solidFill>
                  <a:srgbClr val="9C482E"/>
                </a:solidFill>
                <a:latin typeface="Segoe UI"/>
                <a:ea typeface="Segoe UI"/>
                <a:cs typeface="Segoe UI"/>
              </a:defRPr>
            </a:lvl4pPr>
            <a:lvl5pPr algn="l">
              <a:defRPr sz="1575" b="1">
                <a:solidFill>
                  <a:srgbClr val="9C482E"/>
                </a:solidFill>
                <a:latin typeface="Segoe UI"/>
                <a:ea typeface="Segoe UI"/>
                <a:cs typeface="Segoe UI"/>
              </a:defRPr>
            </a:lvl5pPr>
            <a:lvl6pPr algn="l">
              <a:defRPr sz="1575" b="1">
                <a:solidFill>
                  <a:srgbClr val="9C482E"/>
                </a:solidFill>
                <a:latin typeface="Segoe UI"/>
                <a:ea typeface="Segoe UI"/>
                <a:cs typeface="Segoe UI"/>
              </a:defRPr>
            </a:lvl6pPr>
            <a:lvl7pPr algn="l">
              <a:defRPr sz="1575" b="1">
                <a:solidFill>
                  <a:srgbClr val="9C482E"/>
                </a:solidFill>
                <a:latin typeface="Segoe UI"/>
                <a:ea typeface="Segoe UI"/>
                <a:cs typeface="Segoe UI"/>
              </a:defRPr>
            </a:lvl7pPr>
            <a:lvl8pPr algn="l">
              <a:defRPr sz="1575" b="1">
                <a:solidFill>
                  <a:srgbClr val="9C482E"/>
                </a:solidFill>
                <a:latin typeface="Segoe UI"/>
                <a:ea typeface="Segoe UI"/>
                <a:cs typeface="Segoe UI"/>
              </a:defRPr>
            </a:lvl8pPr>
            <a:lvl9pPr algn="l">
              <a:defRPr sz="1575" b="1">
                <a:solidFill>
                  <a:srgbClr val="9C482E"/>
                </a:solidFill>
                <a:latin typeface="Segoe UI"/>
                <a:ea typeface="Segoe UI"/>
                <a:cs typeface="Segoe UI"/>
              </a:defRPr>
            </a:lvl9pPr>
          </a:lstStyle>
          <a:p xmlns:a="http://schemas.openxmlformats.org/drawingml/2006/main">
            <a:pPr algn="l">
              <a:defRPr sz="1575" b="1">
                <a:solidFill>
                  <a:srgbClr val="9C482E"/>
                </a:solidFill>
                <a:latin typeface="Segoe UI"/>
                <a:ea typeface="Segoe UI"/>
                <a:cs typeface="Segoe UI"/>
              </a:defRPr>
            </a:pPr>
            <a:r>
              <a:rPr sz="1575" b="1">
                <a:solidFill>
                  <a:srgbClr val="9C482E"/>
                </a:solidFill>
                <a:latin typeface="Segoe UI"/>
                <a:ea typeface="Segoe UI"/>
                <a:cs typeface="Segoe UI"/>
              </a:rPr>
              <a:t>SUPPORTING SERVICES</a:t>
            </a:r>
          </a:p>
        </p:txBody>
      </p:sp>
      <p:sp>
        <p:nvSpPr>
          <p:cNvPr id="24" name="">
            <a:extLst xmlns:a="http://schemas.openxmlformats.org/drawingml/2006/main">
              <a:ext uri="{FF2B5EF4-FFF2-40B4-BE49-F238E27FC236}">
                <a16:creationId xmlns:a16="http://schemas.microsoft.com/office/drawing/2014/main" id="{18A10BC2-0439-430E-BA80-716CFB84725F}"/>
              </a:ext>
            </a:extLst>
          </p:cNvPr>
          <p:cNvSpPr>
            <a:spLocks xmlns:a="http://schemas.openxmlformats.org/drawingml/2006/main" noGrp="1"/>
          </p:cNvSpPr>
          <p:nvPr/>
        </p:nvSpPr>
        <p:spPr>
          <a:xfrm xmlns:a="http://schemas.openxmlformats.org/drawingml/2006/main">
            <a:off x="619125" y="537210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352C24"/>
                </a:solidFill>
                <a:latin typeface="Segoe UI"/>
                <a:ea typeface="Segoe UI"/>
                <a:cs typeface="Segoe UI"/>
              </a:defRPr>
            </a:defPPr>
            <a:lvl1pPr algn="l">
              <a:defRPr sz="1425" b="0">
                <a:solidFill>
                  <a:srgbClr val="352C24"/>
                </a:solidFill>
                <a:latin typeface="Segoe UI"/>
                <a:ea typeface="Segoe UI"/>
                <a:cs typeface="Segoe UI"/>
              </a:defRPr>
            </a:lvl1pPr>
            <a:lvl2pPr algn="l">
              <a:defRPr sz="1425" b="0">
                <a:solidFill>
                  <a:srgbClr val="352C24"/>
                </a:solidFill>
                <a:latin typeface="Segoe UI"/>
                <a:ea typeface="Segoe UI"/>
                <a:cs typeface="Segoe UI"/>
              </a:defRPr>
            </a:lvl2pPr>
            <a:lvl3pPr algn="l">
              <a:defRPr sz="1425" b="0">
                <a:solidFill>
                  <a:srgbClr val="352C24"/>
                </a:solidFill>
                <a:latin typeface="Segoe UI"/>
                <a:ea typeface="Segoe UI"/>
                <a:cs typeface="Segoe UI"/>
              </a:defRPr>
            </a:lvl3pPr>
            <a:lvl4pPr algn="l">
              <a:defRPr sz="1425" b="0">
                <a:solidFill>
                  <a:srgbClr val="352C24"/>
                </a:solidFill>
                <a:latin typeface="Segoe UI"/>
                <a:ea typeface="Segoe UI"/>
                <a:cs typeface="Segoe UI"/>
              </a:defRPr>
            </a:lvl4pPr>
            <a:lvl5pPr algn="l">
              <a:defRPr sz="1425" b="0">
                <a:solidFill>
                  <a:srgbClr val="352C24"/>
                </a:solidFill>
                <a:latin typeface="Segoe UI"/>
                <a:ea typeface="Segoe UI"/>
                <a:cs typeface="Segoe UI"/>
              </a:defRPr>
            </a:lvl5pPr>
            <a:lvl6pPr algn="l">
              <a:defRPr sz="1425" b="0">
                <a:solidFill>
                  <a:srgbClr val="352C24"/>
                </a:solidFill>
                <a:latin typeface="Segoe UI"/>
                <a:ea typeface="Segoe UI"/>
                <a:cs typeface="Segoe UI"/>
              </a:defRPr>
            </a:lvl6pPr>
            <a:lvl7pPr algn="l">
              <a:defRPr sz="1425" b="0">
                <a:solidFill>
                  <a:srgbClr val="352C24"/>
                </a:solidFill>
                <a:latin typeface="Segoe UI"/>
                <a:ea typeface="Segoe UI"/>
                <a:cs typeface="Segoe UI"/>
              </a:defRPr>
            </a:lvl7pPr>
            <a:lvl8pPr algn="l">
              <a:defRPr sz="1425" b="0">
                <a:solidFill>
                  <a:srgbClr val="352C24"/>
                </a:solidFill>
                <a:latin typeface="Segoe UI"/>
                <a:ea typeface="Segoe UI"/>
                <a:cs typeface="Segoe UI"/>
              </a:defRPr>
            </a:lvl8pPr>
            <a:lvl9pPr algn="l">
              <a:defRPr sz="1425" b="0">
                <a:solidFill>
                  <a:srgbClr val="352C24"/>
                </a:solidFill>
                <a:latin typeface="Segoe UI"/>
                <a:ea typeface="Segoe UI"/>
                <a:cs typeface="Segoe UI"/>
              </a:defRPr>
            </a:lvl9pPr>
          </a:lstStyle>
          <a:p xmlns:a="http://schemas.openxmlformats.org/drawingml/2006/main">
            <a:pPr algn="l">
              <a:defRPr sz="1425" b="0">
                <a:solidFill>
                  <a:srgbClr val="352C24"/>
                </a:solidFill>
                <a:latin typeface="Segoe UI"/>
                <a:ea typeface="Segoe UI"/>
                <a:cs typeface="Segoe UI"/>
              </a:defRPr>
            </a:pPr>
            <a:r>
              <a:rPr sz="1425" b="0">
                <a:solidFill>
                  <a:srgbClr val="352C24"/>
                </a:solidFill>
                <a:latin typeface="Segoe UI"/>
                <a:ea typeface="Segoe UI"/>
                <a:cs typeface="Segoe UI"/>
              </a:rPr>
              <a:t>Redis limits; SendGrid email</a:t>
            </a:r>
          </a:p>
        </p:txBody>
      </p:sp>
      <p:sp>
        <p:nvSpPr>
          <p:cNvPr id="25" name="">
            <a:extLst xmlns:a="http://schemas.openxmlformats.org/drawingml/2006/main">
              <a:ext uri="{FF2B5EF4-FFF2-40B4-BE49-F238E27FC236}">
                <a16:creationId xmlns:a16="http://schemas.microsoft.com/office/drawing/2014/main" id="{0DD99524-AA03-4C69-B4CA-5BE337EFDA01}"/>
              </a:ext>
            </a:extLst>
          </p:cNvPr>
          <p:cNvSpPr>
            <a:spLocks xmlns:a="http://schemas.openxmlformats.org/drawingml/2006/main" noGrp="1"/>
          </p:cNvSpPr>
          <p:nvPr/>
        </p:nvSpPr>
        <p:spPr>
          <a:xfrm xmlns:a="http://schemas.openxmlformats.org/drawingml/2006/main">
            <a:off x="3629025" y="1381125"/>
            <a:ext cx="8067675" cy="542925"/>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4B0B953-76BE-407E-97BC-D0D4438767F3}"/>
              </a:ext>
            </a:extLst>
          </p:cNvPr>
          <p:cNvSpPr>
            <a:spLocks xmlns:a="http://schemas.openxmlformats.org/drawingml/2006/main" noGrp="1"/>
          </p:cNvSpPr>
          <p:nvPr/>
        </p:nvSpPr>
        <p:spPr>
          <a:xfrm xmlns:a="http://schemas.openxmlformats.org/drawingml/2006/main">
            <a:off x="3790950" y="1504950"/>
            <a:ext cx="7743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52C24"/>
                </a:solidFill>
                <a:latin typeface="Segoe UI"/>
                <a:ea typeface="Segoe UI"/>
                <a:cs typeface="Segoe UI"/>
              </a:defRPr>
            </a:defPPr>
            <a:lvl1pPr algn="l">
              <a:defRPr sz="2025" b="1">
                <a:solidFill>
                  <a:srgbClr val="352C24"/>
                </a:solidFill>
                <a:latin typeface="Segoe UI"/>
                <a:ea typeface="Segoe UI"/>
                <a:cs typeface="Segoe UI"/>
              </a:defRPr>
            </a:lvl1pPr>
            <a:lvl2pPr algn="l">
              <a:defRPr sz="2025" b="1">
                <a:solidFill>
                  <a:srgbClr val="352C24"/>
                </a:solidFill>
                <a:latin typeface="Segoe UI"/>
                <a:ea typeface="Segoe UI"/>
                <a:cs typeface="Segoe UI"/>
              </a:defRPr>
            </a:lvl2pPr>
            <a:lvl3pPr algn="l">
              <a:defRPr sz="2025" b="1">
                <a:solidFill>
                  <a:srgbClr val="352C24"/>
                </a:solidFill>
                <a:latin typeface="Segoe UI"/>
                <a:ea typeface="Segoe UI"/>
                <a:cs typeface="Segoe UI"/>
              </a:defRPr>
            </a:lvl3pPr>
            <a:lvl4pPr algn="l">
              <a:defRPr sz="2025" b="1">
                <a:solidFill>
                  <a:srgbClr val="352C24"/>
                </a:solidFill>
                <a:latin typeface="Segoe UI"/>
                <a:ea typeface="Segoe UI"/>
                <a:cs typeface="Segoe UI"/>
              </a:defRPr>
            </a:lvl4pPr>
            <a:lvl5pPr algn="l">
              <a:defRPr sz="2025" b="1">
                <a:solidFill>
                  <a:srgbClr val="352C24"/>
                </a:solidFill>
                <a:latin typeface="Segoe UI"/>
                <a:ea typeface="Segoe UI"/>
                <a:cs typeface="Segoe UI"/>
              </a:defRPr>
            </a:lvl5pPr>
            <a:lvl6pPr algn="l">
              <a:defRPr sz="2025" b="1">
                <a:solidFill>
                  <a:srgbClr val="352C24"/>
                </a:solidFill>
                <a:latin typeface="Segoe UI"/>
                <a:ea typeface="Segoe UI"/>
                <a:cs typeface="Segoe UI"/>
              </a:defRPr>
            </a:lvl6pPr>
            <a:lvl7pPr algn="l">
              <a:defRPr sz="2025" b="1">
                <a:solidFill>
                  <a:srgbClr val="352C24"/>
                </a:solidFill>
                <a:latin typeface="Segoe UI"/>
                <a:ea typeface="Segoe UI"/>
                <a:cs typeface="Segoe UI"/>
              </a:defRPr>
            </a:lvl7pPr>
            <a:lvl8pPr algn="l">
              <a:defRPr sz="2025" b="1">
                <a:solidFill>
                  <a:srgbClr val="352C24"/>
                </a:solidFill>
                <a:latin typeface="Segoe UI"/>
                <a:ea typeface="Segoe UI"/>
                <a:cs typeface="Segoe UI"/>
              </a:defRPr>
            </a:lvl8pPr>
            <a:lvl9pPr algn="l">
              <a:defRPr sz="2025" b="1">
                <a:solidFill>
                  <a:srgbClr val="352C24"/>
                </a:solidFill>
                <a:latin typeface="Segoe UI"/>
                <a:ea typeface="Segoe UI"/>
                <a:cs typeface="Segoe UI"/>
              </a:defRPr>
            </a:lvl9pPr>
          </a:lstStyle>
          <a:p xmlns:a="http://schemas.openxmlformats.org/drawingml/2006/main">
            <a:pPr algn="l">
              <a:defRPr sz="2025" b="1">
                <a:solidFill>
                  <a:srgbClr val="352C24"/>
                </a:solidFill>
                <a:latin typeface="Segoe UI"/>
                <a:ea typeface="Segoe UI"/>
                <a:cs typeface="Segoe UI"/>
              </a:defRPr>
            </a:pPr>
            <a:r>
              <a:rPr sz="2025" b="1">
                <a:solidFill>
                  <a:srgbClr val="352C24"/>
                </a:solidFill>
                <a:latin typeface="Segoe UI"/>
                <a:ea typeface="Segoe UI"/>
                <a:cs typeface="Segoe UI"/>
              </a:rPr>
              <a:t>Browser → Vercel proxy → Render API</a:t>
            </a:r>
          </a:p>
        </p:txBody>
      </p:sp>
      <p:sp>
        <p:nvSpPr>
          <p:cNvPr id="27" name="">
            <a:extLst xmlns:a="http://schemas.openxmlformats.org/drawingml/2006/main">
              <a:ext uri="{FF2B5EF4-FFF2-40B4-BE49-F238E27FC236}">
                <a16:creationId xmlns:a16="http://schemas.microsoft.com/office/drawing/2014/main" id="{15390DAF-5BFF-4706-9A7B-B255D51ABE33}"/>
              </a:ext>
            </a:extLst>
          </p:cNvPr>
          <p:cNvSpPr>
            <a:spLocks xmlns:a="http://schemas.openxmlformats.org/drawingml/2006/main" noGrp="1"/>
          </p:cNvSpPr>
          <p:nvPr/>
        </p:nvSpPr>
        <p:spPr>
          <a:xfrm xmlns:a="http://schemas.openxmlformats.org/drawingml/2006/main">
            <a:off x="3638550" y="2133600"/>
            <a:ext cx="8058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9C482E"/>
                </a:solidFill>
                <a:latin typeface="Segoe UI"/>
                <a:ea typeface="Segoe UI"/>
                <a:cs typeface="Segoe UI"/>
              </a:defRPr>
            </a:defPPr>
            <a:lvl1pPr algn="l">
              <a:defRPr sz="1800" b="1">
                <a:solidFill>
                  <a:srgbClr val="9C482E"/>
                </a:solidFill>
                <a:latin typeface="Segoe UI"/>
                <a:ea typeface="Segoe UI"/>
                <a:cs typeface="Segoe UI"/>
              </a:defRPr>
            </a:lvl1pPr>
            <a:lvl2pPr algn="l">
              <a:defRPr sz="1800" b="1">
                <a:solidFill>
                  <a:srgbClr val="9C482E"/>
                </a:solidFill>
                <a:latin typeface="Segoe UI"/>
                <a:ea typeface="Segoe UI"/>
                <a:cs typeface="Segoe UI"/>
              </a:defRPr>
            </a:lvl2pPr>
            <a:lvl3pPr algn="l">
              <a:defRPr sz="1800" b="1">
                <a:solidFill>
                  <a:srgbClr val="9C482E"/>
                </a:solidFill>
                <a:latin typeface="Segoe UI"/>
                <a:ea typeface="Segoe UI"/>
                <a:cs typeface="Segoe UI"/>
              </a:defRPr>
            </a:lvl3pPr>
            <a:lvl4pPr algn="l">
              <a:defRPr sz="1800" b="1">
                <a:solidFill>
                  <a:srgbClr val="9C482E"/>
                </a:solidFill>
                <a:latin typeface="Segoe UI"/>
                <a:ea typeface="Segoe UI"/>
                <a:cs typeface="Segoe UI"/>
              </a:defRPr>
            </a:lvl4pPr>
            <a:lvl5pPr algn="l">
              <a:defRPr sz="1800" b="1">
                <a:solidFill>
                  <a:srgbClr val="9C482E"/>
                </a:solidFill>
                <a:latin typeface="Segoe UI"/>
                <a:ea typeface="Segoe UI"/>
                <a:cs typeface="Segoe UI"/>
              </a:defRPr>
            </a:lvl5pPr>
            <a:lvl6pPr algn="l">
              <a:defRPr sz="1800" b="1">
                <a:solidFill>
                  <a:srgbClr val="9C482E"/>
                </a:solidFill>
                <a:latin typeface="Segoe UI"/>
                <a:ea typeface="Segoe UI"/>
                <a:cs typeface="Segoe UI"/>
              </a:defRPr>
            </a:lvl6pPr>
            <a:lvl7pPr algn="l">
              <a:defRPr sz="1800" b="1">
                <a:solidFill>
                  <a:srgbClr val="9C482E"/>
                </a:solidFill>
                <a:latin typeface="Segoe UI"/>
                <a:ea typeface="Segoe UI"/>
                <a:cs typeface="Segoe UI"/>
              </a:defRPr>
            </a:lvl7pPr>
            <a:lvl8pPr algn="l">
              <a:defRPr sz="1800" b="1">
                <a:solidFill>
                  <a:srgbClr val="9C482E"/>
                </a:solidFill>
                <a:latin typeface="Segoe UI"/>
                <a:ea typeface="Segoe UI"/>
                <a:cs typeface="Segoe UI"/>
              </a:defRPr>
            </a:lvl8pPr>
            <a:lvl9pPr algn="l">
              <a:defRPr sz="1800" b="1">
                <a:solidFill>
                  <a:srgbClr val="9C482E"/>
                </a:solidFill>
                <a:latin typeface="Segoe UI"/>
                <a:ea typeface="Segoe UI"/>
                <a:cs typeface="Segoe UI"/>
              </a:defRPr>
            </a:lvl9pPr>
          </a:lstStyle>
          <a:p xmlns:a="http://schemas.openxmlformats.org/drawingml/2006/main">
            <a:pPr algn="l">
              <a:defRPr sz="1800" b="1">
                <a:solidFill>
                  <a:srgbClr val="9C482E"/>
                </a:solidFill>
                <a:latin typeface="Segoe UI"/>
                <a:ea typeface="Segoe UI"/>
                <a:cs typeface="Segoe UI"/>
              </a:defRPr>
            </a:pPr>
            <a:r>
              <a:rPr sz="1800" b="1">
                <a:solidFill>
                  <a:srgbClr val="9C482E"/>
                </a:solidFill>
                <a:latin typeface="Segoe UI"/>
                <a:ea typeface="Segoe UI"/>
                <a:cs typeface="Segoe UI"/>
              </a:rPr>
              <a:t>LOCAL AI: DESCRIPTION-LEVEL OVERLAP REVIEW</a:t>
            </a:r>
          </a:p>
        </p:txBody>
      </p:sp>
      <p:sp>
        <p:nvSpPr>
          <p:cNvPr id="28" name="">
            <a:extLst xmlns:a="http://schemas.openxmlformats.org/drawingml/2006/main">
              <a:ext uri="{FF2B5EF4-FFF2-40B4-BE49-F238E27FC236}">
                <a16:creationId xmlns:a16="http://schemas.microsoft.com/office/drawing/2014/main" id="{A55F987E-7D61-4736-976C-7FA4588EEF15}"/>
              </a:ext>
            </a:extLst>
          </p:cNvPr>
          <p:cNvSpPr>
            <a:spLocks xmlns:a="http://schemas.openxmlformats.org/drawingml/2006/main" noGrp="1"/>
          </p:cNvSpPr>
          <p:nvPr/>
        </p:nvSpPr>
        <p:spPr>
          <a:xfrm xmlns:a="http://schemas.openxmlformats.org/drawingml/2006/main">
            <a:off x="3638550" y="2466975"/>
            <a:ext cx="1543050" cy="6286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CCFD09C-FEAD-422D-AF45-5AABF76B1050}"/>
              </a:ext>
            </a:extLst>
          </p:cNvPr>
          <p:cNvSpPr>
            <a:spLocks xmlns:a="http://schemas.openxmlformats.org/drawingml/2006/main" noGrp="1"/>
          </p:cNvSpPr>
          <p:nvPr/>
        </p:nvSpPr>
        <p:spPr>
          <a:xfrm xmlns:a="http://schemas.openxmlformats.org/drawingml/2006/main">
            <a:off x="3724275" y="2581275"/>
            <a:ext cx="1371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575" b="1">
                <a:solidFill>
                  <a:srgbClr val="352C24"/>
                </a:solidFill>
                <a:latin typeface="Segoe UI"/>
                <a:ea typeface="Segoe UI"/>
                <a:cs typeface="Segoe UI"/>
              </a:defRPr>
            </a:defPPr>
            <a:lvl1pPr algn="ctr">
              <a:defRPr sz="1575" b="1">
                <a:solidFill>
                  <a:srgbClr val="352C24"/>
                </a:solidFill>
                <a:latin typeface="Segoe UI"/>
                <a:ea typeface="Segoe UI"/>
                <a:cs typeface="Segoe UI"/>
              </a:defRPr>
            </a:lvl1pPr>
            <a:lvl2pPr algn="ctr">
              <a:defRPr sz="1575" b="1">
                <a:solidFill>
                  <a:srgbClr val="352C24"/>
                </a:solidFill>
                <a:latin typeface="Segoe UI"/>
                <a:ea typeface="Segoe UI"/>
                <a:cs typeface="Segoe UI"/>
              </a:defRPr>
            </a:lvl2pPr>
            <a:lvl3pPr algn="ctr">
              <a:defRPr sz="1575" b="1">
                <a:solidFill>
                  <a:srgbClr val="352C24"/>
                </a:solidFill>
                <a:latin typeface="Segoe UI"/>
                <a:ea typeface="Segoe UI"/>
                <a:cs typeface="Segoe UI"/>
              </a:defRPr>
            </a:lvl3pPr>
            <a:lvl4pPr algn="ctr">
              <a:defRPr sz="1575" b="1">
                <a:solidFill>
                  <a:srgbClr val="352C24"/>
                </a:solidFill>
                <a:latin typeface="Segoe UI"/>
                <a:ea typeface="Segoe UI"/>
                <a:cs typeface="Segoe UI"/>
              </a:defRPr>
            </a:lvl4pPr>
            <a:lvl5pPr algn="ctr">
              <a:defRPr sz="1575" b="1">
                <a:solidFill>
                  <a:srgbClr val="352C24"/>
                </a:solidFill>
                <a:latin typeface="Segoe UI"/>
                <a:ea typeface="Segoe UI"/>
                <a:cs typeface="Segoe UI"/>
              </a:defRPr>
            </a:lvl5pPr>
            <a:lvl6pPr algn="ctr">
              <a:defRPr sz="1575" b="1">
                <a:solidFill>
                  <a:srgbClr val="352C24"/>
                </a:solidFill>
                <a:latin typeface="Segoe UI"/>
                <a:ea typeface="Segoe UI"/>
                <a:cs typeface="Segoe UI"/>
              </a:defRPr>
            </a:lvl6pPr>
            <a:lvl7pPr algn="ctr">
              <a:defRPr sz="1575" b="1">
                <a:solidFill>
                  <a:srgbClr val="352C24"/>
                </a:solidFill>
                <a:latin typeface="Segoe UI"/>
                <a:ea typeface="Segoe UI"/>
                <a:cs typeface="Segoe UI"/>
              </a:defRPr>
            </a:lvl7pPr>
            <a:lvl8pPr algn="ctr">
              <a:defRPr sz="1575" b="1">
                <a:solidFill>
                  <a:srgbClr val="352C24"/>
                </a:solidFill>
                <a:latin typeface="Segoe UI"/>
                <a:ea typeface="Segoe UI"/>
                <a:cs typeface="Segoe UI"/>
              </a:defRPr>
            </a:lvl8pPr>
            <a:lvl9pPr algn="ctr">
              <a:defRPr sz="1575" b="1">
                <a:solidFill>
                  <a:srgbClr val="352C24"/>
                </a:solidFill>
                <a:latin typeface="Segoe UI"/>
                <a:ea typeface="Segoe UI"/>
                <a:cs typeface="Segoe UI"/>
              </a:defRPr>
            </a:lvl9pPr>
          </a:lstStyle>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Normalize</a:t>
            </a:r>
          </a:p>
        </p:txBody>
      </p:sp>
      <p:sp>
        <p:nvSpPr>
          <p:cNvPr id="30" name="">
            <a:extLst xmlns:a="http://schemas.openxmlformats.org/drawingml/2006/main">
              <a:ext uri="{FF2B5EF4-FFF2-40B4-BE49-F238E27FC236}">
                <a16:creationId xmlns:a16="http://schemas.microsoft.com/office/drawing/2014/main" id="{9C0CE66E-0399-4CC6-AF82-F172386FC3E4}"/>
              </a:ext>
            </a:extLst>
          </p:cNvPr>
          <p:cNvSpPr>
            <a:spLocks xmlns:a="http://schemas.openxmlformats.org/drawingml/2006/main" noGrp="1"/>
          </p:cNvSpPr>
          <p:nvPr/>
        </p:nvSpPr>
        <p:spPr>
          <a:xfrm xmlns:a="http://schemas.openxmlformats.org/drawingml/2006/main">
            <a:off x="5267325" y="2466975"/>
            <a:ext cx="1543050" cy="6286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C74CA4D-B332-40F6-840A-5F3757856D4C}"/>
              </a:ext>
            </a:extLst>
          </p:cNvPr>
          <p:cNvSpPr>
            <a:spLocks xmlns:a="http://schemas.openxmlformats.org/drawingml/2006/main" noGrp="1"/>
          </p:cNvSpPr>
          <p:nvPr/>
        </p:nvSpPr>
        <p:spPr>
          <a:xfrm xmlns:a="http://schemas.openxmlformats.org/drawingml/2006/main">
            <a:off x="5353050" y="2581275"/>
            <a:ext cx="1371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575" b="1">
                <a:solidFill>
                  <a:srgbClr val="352C24"/>
                </a:solidFill>
                <a:latin typeface="Segoe UI"/>
                <a:ea typeface="Segoe UI"/>
                <a:cs typeface="Segoe UI"/>
              </a:defRPr>
            </a:defPPr>
            <a:lvl1pPr algn="ctr">
              <a:defRPr sz="1575" b="1">
                <a:solidFill>
                  <a:srgbClr val="352C24"/>
                </a:solidFill>
                <a:latin typeface="Segoe UI"/>
                <a:ea typeface="Segoe UI"/>
                <a:cs typeface="Segoe UI"/>
              </a:defRPr>
            </a:lvl1pPr>
            <a:lvl2pPr algn="ctr">
              <a:defRPr sz="1575" b="1">
                <a:solidFill>
                  <a:srgbClr val="352C24"/>
                </a:solidFill>
                <a:latin typeface="Segoe UI"/>
                <a:ea typeface="Segoe UI"/>
                <a:cs typeface="Segoe UI"/>
              </a:defRPr>
            </a:lvl2pPr>
            <a:lvl3pPr algn="ctr">
              <a:defRPr sz="1575" b="1">
                <a:solidFill>
                  <a:srgbClr val="352C24"/>
                </a:solidFill>
                <a:latin typeface="Segoe UI"/>
                <a:ea typeface="Segoe UI"/>
                <a:cs typeface="Segoe UI"/>
              </a:defRPr>
            </a:lvl3pPr>
            <a:lvl4pPr algn="ctr">
              <a:defRPr sz="1575" b="1">
                <a:solidFill>
                  <a:srgbClr val="352C24"/>
                </a:solidFill>
                <a:latin typeface="Segoe UI"/>
                <a:ea typeface="Segoe UI"/>
                <a:cs typeface="Segoe UI"/>
              </a:defRPr>
            </a:lvl4pPr>
            <a:lvl5pPr algn="ctr">
              <a:defRPr sz="1575" b="1">
                <a:solidFill>
                  <a:srgbClr val="352C24"/>
                </a:solidFill>
                <a:latin typeface="Segoe UI"/>
                <a:ea typeface="Segoe UI"/>
                <a:cs typeface="Segoe UI"/>
              </a:defRPr>
            </a:lvl5pPr>
            <a:lvl6pPr algn="ctr">
              <a:defRPr sz="1575" b="1">
                <a:solidFill>
                  <a:srgbClr val="352C24"/>
                </a:solidFill>
                <a:latin typeface="Segoe UI"/>
                <a:ea typeface="Segoe UI"/>
                <a:cs typeface="Segoe UI"/>
              </a:defRPr>
            </a:lvl6pPr>
            <a:lvl7pPr algn="ctr">
              <a:defRPr sz="1575" b="1">
                <a:solidFill>
                  <a:srgbClr val="352C24"/>
                </a:solidFill>
                <a:latin typeface="Segoe UI"/>
                <a:ea typeface="Segoe UI"/>
                <a:cs typeface="Segoe UI"/>
              </a:defRPr>
            </a:lvl7pPr>
            <a:lvl8pPr algn="ctr">
              <a:defRPr sz="1575" b="1">
                <a:solidFill>
                  <a:srgbClr val="352C24"/>
                </a:solidFill>
                <a:latin typeface="Segoe UI"/>
                <a:ea typeface="Segoe UI"/>
                <a:cs typeface="Segoe UI"/>
              </a:defRPr>
            </a:lvl8pPr>
            <a:lvl9pPr algn="ctr">
              <a:defRPr sz="1575" b="1">
                <a:solidFill>
                  <a:srgbClr val="352C24"/>
                </a:solidFill>
                <a:latin typeface="Segoe UI"/>
                <a:ea typeface="Segoe UI"/>
                <a:cs typeface="Segoe UI"/>
              </a:defRPr>
            </a:lvl9pPr>
          </a:lstStyle>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MiniLM</a:t>
            </a:r>
          </a:p>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embeddings</a:t>
            </a:r>
          </a:p>
        </p:txBody>
      </p:sp>
      <p:sp>
        <p:nvSpPr>
          <p:cNvPr id="32" name="">
            <a:extLst xmlns:a="http://schemas.openxmlformats.org/drawingml/2006/main">
              <a:ext uri="{FF2B5EF4-FFF2-40B4-BE49-F238E27FC236}">
                <a16:creationId xmlns:a16="http://schemas.microsoft.com/office/drawing/2014/main" id="{60B8EBA8-9795-4920-B30B-4E915029D7EB}"/>
              </a:ext>
            </a:extLst>
          </p:cNvPr>
          <p:cNvSpPr>
            <a:spLocks xmlns:a="http://schemas.openxmlformats.org/drawingml/2006/main" noGrp="1"/>
          </p:cNvSpPr>
          <p:nvPr/>
        </p:nvSpPr>
        <p:spPr>
          <a:xfrm xmlns:a="http://schemas.openxmlformats.org/drawingml/2006/main">
            <a:off x="6896100" y="2466975"/>
            <a:ext cx="1543050" cy="6286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C2944CF-D7CE-450D-8CB0-725F3B7E2E97}"/>
              </a:ext>
            </a:extLst>
          </p:cNvPr>
          <p:cNvSpPr>
            <a:spLocks xmlns:a="http://schemas.openxmlformats.org/drawingml/2006/main" noGrp="1"/>
          </p:cNvSpPr>
          <p:nvPr/>
        </p:nvSpPr>
        <p:spPr>
          <a:xfrm xmlns:a="http://schemas.openxmlformats.org/drawingml/2006/main">
            <a:off x="6981825" y="2581275"/>
            <a:ext cx="1371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575" b="1">
                <a:solidFill>
                  <a:srgbClr val="352C24"/>
                </a:solidFill>
                <a:latin typeface="Segoe UI"/>
                <a:ea typeface="Segoe UI"/>
                <a:cs typeface="Segoe UI"/>
              </a:defRPr>
            </a:defPPr>
            <a:lvl1pPr algn="ctr">
              <a:defRPr sz="1575" b="1">
                <a:solidFill>
                  <a:srgbClr val="352C24"/>
                </a:solidFill>
                <a:latin typeface="Segoe UI"/>
                <a:ea typeface="Segoe UI"/>
                <a:cs typeface="Segoe UI"/>
              </a:defRPr>
            </a:lvl1pPr>
            <a:lvl2pPr algn="ctr">
              <a:defRPr sz="1575" b="1">
                <a:solidFill>
                  <a:srgbClr val="352C24"/>
                </a:solidFill>
                <a:latin typeface="Segoe UI"/>
                <a:ea typeface="Segoe UI"/>
                <a:cs typeface="Segoe UI"/>
              </a:defRPr>
            </a:lvl2pPr>
            <a:lvl3pPr algn="ctr">
              <a:defRPr sz="1575" b="1">
                <a:solidFill>
                  <a:srgbClr val="352C24"/>
                </a:solidFill>
                <a:latin typeface="Segoe UI"/>
                <a:ea typeface="Segoe UI"/>
                <a:cs typeface="Segoe UI"/>
              </a:defRPr>
            </a:lvl3pPr>
            <a:lvl4pPr algn="ctr">
              <a:defRPr sz="1575" b="1">
                <a:solidFill>
                  <a:srgbClr val="352C24"/>
                </a:solidFill>
                <a:latin typeface="Segoe UI"/>
                <a:ea typeface="Segoe UI"/>
                <a:cs typeface="Segoe UI"/>
              </a:defRPr>
            </a:lvl4pPr>
            <a:lvl5pPr algn="ctr">
              <a:defRPr sz="1575" b="1">
                <a:solidFill>
                  <a:srgbClr val="352C24"/>
                </a:solidFill>
                <a:latin typeface="Segoe UI"/>
                <a:ea typeface="Segoe UI"/>
                <a:cs typeface="Segoe UI"/>
              </a:defRPr>
            </a:lvl5pPr>
            <a:lvl6pPr algn="ctr">
              <a:defRPr sz="1575" b="1">
                <a:solidFill>
                  <a:srgbClr val="352C24"/>
                </a:solidFill>
                <a:latin typeface="Segoe UI"/>
                <a:ea typeface="Segoe UI"/>
                <a:cs typeface="Segoe UI"/>
              </a:defRPr>
            </a:lvl6pPr>
            <a:lvl7pPr algn="ctr">
              <a:defRPr sz="1575" b="1">
                <a:solidFill>
                  <a:srgbClr val="352C24"/>
                </a:solidFill>
                <a:latin typeface="Segoe UI"/>
                <a:ea typeface="Segoe UI"/>
                <a:cs typeface="Segoe UI"/>
              </a:defRPr>
            </a:lvl7pPr>
            <a:lvl8pPr algn="ctr">
              <a:defRPr sz="1575" b="1">
                <a:solidFill>
                  <a:srgbClr val="352C24"/>
                </a:solidFill>
                <a:latin typeface="Segoe UI"/>
                <a:ea typeface="Segoe UI"/>
                <a:cs typeface="Segoe UI"/>
              </a:defRPr>
            </a:lvl8pPr>
            <a:lvl9pPr algn="ctr">
              <a:defRPr sz="1575" b="1">
                <a:solidFill>
                  <a:srgbClr val="352C24"/>
                </a:solidFill>
                <a:latin typeface="Segoe UI"/>
                <a:ea typeface="Segoe UI"/>
                <a:cs typeface="Segoe UI"/>
              </a:defRPr>
            </a:lvl9pPr>
          </a:lstStyle>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Retrieve</a:t>
            </a:r>
          </a:p>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top 20</a:t>
            </a:r>
          </a:p>
        </p:txBody>
      </p:sp>
      <p:sp>
        <p:nvSpPr>
          <p:cNvPr id="34" name="">
            <a:extLst xmlns:a="http://schemas.openxmlformats.org/drawingml/2006/main">
              <a:ext uri="{FF2B5EF4-FFF2-40B4-BE49-F238E27FC236}">
                <a16:creationId xmlns:a16="http://schemas.microsoft.com/office/drawing/2014/main" id="{D397FF2B-4921-4512-8203-11C0E31C8924}"/>
              </a:ext>
            </a:extLst>
          </p:cNvPr>
          <p:cNvSpPr>
            <a:spLocks xmlns:a="http://schemas.openxmlformats.org/drawingml/2006/main" noGrp="1"/>
          </p:cNvSpPr>
          <p:nvPr/>
        </p:nvSpPr>
        <p:spPr>
          <a:xfrm xmlns:a="http://schemas.openxmlformats.org/drawingml/2006/main">
            <a:off x="8524875" y="2466975"/>
            <a:ext cx="1543050" cy="62865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D7FF4AE-B689-4130-9CDE-EDD44A4A6C33}"/>
              </a:ext>
            </a:extLst>
          </p:cNvPr>
          <p:cNvSpPr>
            <a:spLocks xmlns:a="http://schemas.openxmlformats.org/drawingml/2006/main" noGrp="1"/>
          </p:cNvSpPr>
          <p:nvPr/>
        </p:nvSpPr>
        <p:spPr>
          <a:xfrm xmlns:a="http://schemas.openxmlformats.org/drawingml/2006/main">
            <a:off x="8610600" y="2581275"/>
            <a:ext cx="1371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575" b="1">
                <a:solidFill>
                  <a:srgbClr val="352C24"/>
                </a:solidFill>
                <a:latin typeface="Segoe UI"/>
                <a:ea typeface="Segoe UI"/>
                <a:cs typeface="Segoe UI"/>
              </a:defRPr>
            </a:defPPr>
            <a:lvl1pPr algn="ctr">
              <a:defRPr sz="1575" b="1">
                <a:solidFill>
                  <a:srgbClr val="352C24"/>
                </a:solidFill>
                <a:latin typeface="Segoe UI"/>
                <a:ea typeface="Segoe UI"/>
                <a:cs typeface="Segoe UI"/>
              </a:defRPr>
            </a:lvl1pPr>
            <a:lvl2pPr algn="ctr">
              <a:defRPr sz="1575" b="1">
                <a:solidFill>
                  <a:srgbClr val="352C24"/>
                </a:solidFill>
                <a:latin typeface="Segoe UI"/>
                <a:ea typeface="Segoe UI"/>
                <a:cs typeface="Segoe UI"/>
              </a:defRPr>
            </a:lvl2pPr>
            <a:lvl3pPr algn="ctr">
              <a:defRPr sz="1575" b="1">
                <a:solidFill>
                  <a:srgbClr val="352C24"/>
                </a:solidFill>
                <a:latin typeface="Segoe UI"/>
                <a:ea typeface="Segoe UI"/>
                <a:cs typeface="Segoe UI"/>
              </a:defRPr>
            </a:lvl3pPr>
            <a:lvl4pPr algn="ctr">
              <a:defRPr sz="1575" b="1">
                <a:solidFill>
                  <a:srgbClr val="352C24"/>
                </a:solidFill>
                <a:latin typeface="Segoe UI"/>
                <a:ea typeface="Segoe UI"/>
                <a:cs typeface="Segoe UI"/>
              </a:defRPr>
            </a:lvl4pPr>
            <a:lvl5pPr algn="ctr">
              <a:defRPr sz="1575" b="1">
                <a:solidFill>
                  <a:srgbClr val="352C24"/>
                </a:solidFill>
                <a:latin typeface="Segoe UI"/>
                <a:ea typeface="Segoe UI"/>
                <a:cs typeface="Segoe UI"/>
              </a:defRPr>
            </a:lvl5pPr>
            <a:lvl6pPr algn="ctr">
              <a:defRPr sz="1575" b="1">
                <a:solidFill>
                  <a:srgbClr val="352C24"/>
                </a:solidFill>
                <a:latin typeface="Segoe UI"/>
                <a:ea typeface="Segoe UI"/>
                <a:cs typeface="Segoe UI"/>
              </a:defRPr>
            </a:lvl6pPr>
            <a:lvl7pPr algn="ctr">
              <a:defRPr sz="1575" b="1">
                <a:solidFill>
                  <a:srgbClr val="352C24"/>
                </a:solidFill>
                <a:latin typeface="Segoe UI"/>
                <a:ea typeface="Segoe UI"/>
                <a:cs typeface="Segoe UI"/>
              </a:defRPr>
            </a:lvl7pPr>
            <a:lvl8pPr algn="ctr">
              <a:defRPr sz="1575" b="1">
                <a:solidFill>
                  <a:srgbClr val="352C24"/>
                </a:solidFill>
                <a:latin typeface="Segoe UI"/>
                <a:ea typeface="Segoe UI"/>
                <a:cs typeface="Segoe UI"/>
              </a:defRPr>
            </a:lvl8pPr>
            <a:lvl9pPr algn="ctr">
              <a:defRPr sz="1575" b="1">
                <a:solidFill>
                  <a:srgbClr val="352C24"/>
                </a:solidFill>
                <a:latin typeface="Segoe UI"/>
                <a:ea typeface="Segoe UI"/>
                <a:cs typeface="Segoe UI"/>
              </a:defRPr>
            </a:lvl9pPr>
          </a:lstStyle>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Cross-encoder</a:t>
            </a:r>
          </a:p>
          <a:p xmlns:a="http://schemas.openxmlformats.org/drawingml/2006/main">
            <a:pPr algn="ctr">
              <a:defRPr sz="1575" b="1">
                <a:solidFill>
                  <a:srgbClr val="352C24"/>
                </a:solidFill>
                <a:latin typeface="Segoe UI"/>
                <a:ea typeface="Segoe UI"/>
                <a:cs typeface="Segoe UI"/>
              </a:defRPr>
            </a:pPr>
            <a:r>
              <a:rPr sz="1575" b="1">
                <a:solidFill>
                  <a:srgbClr val="352C24"/>
                </a:solidFill>
                <a:latin typeface="Segoe UI"/>
                <a:ea typeface="Segoe UI"/>
                <a:cs typeface="Segoe UI"/>
              </a:rPr>
              <a:t>rerank</a:t>
            </a:r>
          </a:p>
        </p:txBody>
      </p:sp>
      <p:sp>
        <p:nvSpPr>
          <p:cNvPr id="36" name="">
            <a:extLst xmlns:a="http://schemas.openxmlformats.org/drawingml/2006/main">
              <a:ext uri="{FF2B5EF4-FFF2-40B4-BE49-F238E27FC236}">
                <a16:creationId xmlns:a16="http://schemas.microsoft.com/office/drawing/2014/main" id="{73B67ABC-A7C4-4C2A-BE50-A4012ADF737E}"/>
              </a:ext>
            </a:extLst>
          </p:cNvPr>
          <p:cNvSpPr>
            <a:spLocks xmlns:a="http://schemas.openxmlformats.org/drawingml/2006/main" noGrp="1"/>
          </p:cNvSpPr>
          <p:nvPr/>
        </p:nvSpPr>
        <p:spPr>
          <a:xfrm xmlns:a="http://schemas.openxmlformats.org/drawingml/2006/main">
            <a:off x="10153650" y="2466975"/>
            <a:ext cx="1543050" cy="62865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282400A-B166-419B-8CCC-14B7A51C8638}"/>
              </a:ext>
            </a:extLst>
          </p:cNvPr>
          <p:cNvSpPr>
            <a:spLocks xmlns:a="http://schemas.openxmlformats.org/drawingml/2006/main" noGrp="1"/>
          </p:cNvSpPr>
          <p:nvPr/>
        </p:nvSpPr>
        <p:spPr>
          <a:xfrm xmlns:a="http://schemas.openxmlformats.org/drawingml/2006/main">
            <a:off x="10239375" y="2581275"/>
            <a:ext cx="1371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575" b="1">
                <a:solidFill>
                  <a:srgbClr val="FFFDF9"/>
                </a:solidFill>
                <a:latin typeface="Segoe UI"/>
                <a:ea typeface="Segoe UI"/>
                <a:cs typeface="Segoe UI"/>
              </a:defRPr>
            </a:defPPr>
            <a:lvl1pPr algn="ctr">
              <a:defRPr sz="1575" b="1">
                <a:solidFill>
                  <a:srgbClr val="FFFDF9"/>
                </a:solidFill>
                <a:latin typeface="Segoe UI"/>
                <a:ea typeface="Segoe UI"/>
                <a:cs typeface="Segoe UI"/>
              </a:defRPr>
            </a:lvl1pPr>
            <a:lvl2pPr algn="ctr">
              <a:defRPr sz="1575" b="1">
                <a:solidFill>
                  <a:srgbClr val="FFFDF9"/>
                </a:solidFill>
                <a:latin typeface="Segoe UI"/>
                <a:ea typeface="Segoe UI"/>
                <a:cs typeface="Segoe UI"/>
              </a:defRPr>
            </a:lvl2pPr>
            <a:lvl3pPr algn="ctr">
              <a:defRPr sz="1575" b="1">
                <a:solidFill>
                  <a:srgbClr val="FFFDF9"/>
                </a:solidFill>
                <a:latin typeface="Segoe UI"/>
                <a:ea typeface="Segoe UI"/>
                <a:cs typeface="Segoe UI"/>
              </a:defRPr>
            </a:lvl3pPr>
            <a:lvl4pPr algn="ctr">
              <a:defRPr sz="1575" b="1">
                <a:solidFill>
                  <a:srgbClr val="FFFDF9"/>
                </a:solidFill>
                <a:latin typeface="Segoe UI"/>
                <a:ea typeface="Segoe UI"/>
                <a:cs typeface="Segoe UI"/>
              </a:defRPr>
            </a:lvl4pPr>
            <a:lvl5pPr algn="ctr">
              <a:defRPr sz="1575" b="1">
                <a:solidFill>
                  <a:srgbClr val="FFFDF9"/>
                </a:solidFill>
                <a:latin typeface="Segoe UI"/>
                <a:ea typeface="Segoe UI"/>
                <a:cs typeface="Segoe UI"/>
              </a:defRPr>
            </a:lvl5pPr>
            <a:lvl6pPr algn="ctr">
              <a:defRPr sz="1575" b="1">
                <a:solidFill>
                  <a:srgbClr val="FFFDF9"/>
                </a:solidFill>
                <a:latin typeface="Segoe UI"/>
                <a:ea typeface="Segoe UI"/>
                <a:cs typeface="Segoe UI"/>
              </a:defRPr>
            </a:lvl6pPr>
            <a:lvl7pPr algn="ctr">
              <a:defRPr sz="1575" b="1">
                <a:solidFill>
                  <a:srgbClr val="FFFDF9"/>
                </a:solidFill>
                <a:latin typeface="Segoe UI"/>
                <a:ea typeface="Segoe UI"/>
                <a:cs typeface="Segoe UI"/>
              </a:defRPr>
            </a:lvl7pPr>
            <a:lvl8pPr algn="ctr">
              <a:defRPr sz="1575" b="1">
                <a:solidFill>
                  <a:srgbClr val="FFFDF9"/>
                </a:solidFill>
                <a:latin typeface="Segoe UI"/>
                <a:ea typeface="Segoe UI"/>
                <a:cs typeface="Segoe UI"/>
              </a:defRPr>
            </a:lvl8pPr>
            <a:lvl9pPr algn="ctr">
              <a:defRPr sz="1575" b="1">
                <a:solidFill>
                  <a:srgbClr val="FFFDF9"/>
                </a:solidFill>
                <a:latin typeface="Segoe UI"/>
                <a:ea typeface="Segoe UI"/>
                <a:cs typeface="Segoe UI"/>
              </a:defRPr>
            </a:lvl9pPr>
          </a:lstStyle>
          <a:p xmlns:a="http://schemas.openxmlformats.org/drawingml/2006/main">
            <a:pPr algn="ctr">
              <a:defRPr sz="1575" b="1">
                <a:solidFill>
                  <a:srgbClr val="FFFDF9"/>
                </a:solidFill>
                <a:latin typeface="Segoe UI"/>
                <a:ea typeface="Segoe UI"/>
                <a:cs typeface="Segoe UI"/>
              </a:defRPr>
            </a:pPr>
            <a:r>
              <a:rPr sz="1575" b="1">
                <a:solidFill>
                  <a:srgbClr val="FFFDF9"/>
                </a:solidFill>
                <a:latin typeface="Segoe UI"/>
                <a:ea typeface="Segoe UI"/>
                <a:cs typeface="Segoe UI"/>
              </a:rPr>
              <a:t>Human</a:t>
            </a:r>
          </a:p>
          <a:p xmlns:a="http://schemas.openxmlformats.org/drawingml/2006/main">
            <a:pPr algn="ctr">
              <a:defRPr sz="1575" b="1">
                <a:solidFill>
                  <a:srgbClr val="FFFDF9"/>
                </a:solidFill>
                <a:latin typeface="Segoe UI"/>
                <a:ea typeface="Segoe UI"/>
                <a:cs typeface="Segoe UI"/>
              </a:defRPr>
            </a:pPr>
            <a:r>
              <a:rPr sz="1575" b="1">
                <a:solidFill>
                  <a:srgbClr val="FFFDF9"/>
                </a:solidFill>
                <a:latin typeface="Segoe UI"/>
                <a:ea typeface="Segoe UI"/>
                <a:cs typeface="Segoe UI"/>
              </a:rPr>
              <a:t>review</a:t>
            </a:r>
          </a:p>
        </p:txBody>
      </p:sp>
      <p:sp>
        <p:nvSpPr>
          <p:cNvPr id="38" name="">
            <a:extLst xmlns:a="http://schemas.openxmlformats.org/drawingml/2006/main">
              <a:ext uri="{FF2B5EF4-FFF2-40B4-BE49-F238E27FC236}">
                <a16:creationId xmlns:a16="http://schemas.microsoft.com/office/drawing/2014/main" id="{084A5691-7A41-45F4-9091-D587EDBE65CC}"/>
              </a:ext>
            </a:extLst>
          </p:cNvPr>
          <p:cNvSpPr>
            <a:spLocks xmlns:a="http://schemas.openxmlformats.org/drawingml/2006/main" noGrp="1"/>
          </p:cNvSpPr>
          <p:nvPr/>
        </p:nvSpPr>
        <p:spPr>
          <a:xfrm xmlns:a="http://schemas.openxmlformats.org/drawingml/2006/main">
            <a:off x="3638550" y="33623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352C24"/>
                </a:solidFill>
                <a:latin typeface="Segoe UI"/>
                <a:ea typeface="Segoe UI"/>
                <a:cs typeface="Segoe UI"/>
              </a:defRPr>
            </a:defPPr>
            <a:lvl1pPr algn="l">
              <a:defRPr sz="1800" b="1">
                <a:solidFill>
                  <a:srgbClr val="352C24"/>
                </a:solidFill>
                <a:latin typeface="Segoe UI"/>
                <a:ea typeface="Segoe UI"/>
                <a:cs typeface="Segoe UI"/>
              </a:defRPr>
            </a:lvl1pPr>
            <a:lvl2pPr algn="l">
              <a:defRPr sz="1800" b="1">
                <a:solidFill>
                  <a:srgbClr val="352C24"/>
                </a:solidFill>
                <a:latin typeface="Segoe UI"/>
                <a:ea typeface="Segoe UI"/>
                <a:cs typeface="Segoe UI"/>
              </a:defRPr>
            </a:lvl2pPr>
            <a:lvl3pPr algn="l">
              <a:defRPr sz="1800" b="1">
                <a:solidFill>
                  <a:srgbClr val="352C24"/>
                </a:solidFill>
                <a:latin typeface="Segoe UI"/>
                <a:ea typeface="Segoe UI"/>
                <a:cs typeface="Segoe UI"/>
              </a:defRPr>
            </a:lvl3pPr>
            <a:lvl4pPr algn="l">
              <a:defRPr sz="1800" b="1">
                <a:solidFill>
                  <a:srgbClr val="352C24"/>
                </a:solidFill>
                <a:latin typeface="Segoe UI"/>
                <a:ea typeface="Segoe UI"/>
                <a:cs typeface="Segoe UI"/>
              </a:defRPr>
            </a:lvl4pPr>
            <a:lvl5pPr algn="l">
              <a:defRPr sz="1800" b="1">
                <a:solidFill>
                  <a:srgbClr val="352C24"/>
                </a:solidFill>
                <a:latin typeface="Segoe UI"/>
                <a:ea typeface="Segoe UI"/>
                <a:cs typeface="Segoe UI"/>
              </a:defRPr>
            </a:lvl5pPr>
            <a:lvl6pPr algn="l">
              <a:defRPr sz="1800" b="1">
                <a:solidFill>
                  <a:srgbClr val="352C24"/>
                </a:solidFill>
                <a:latin typeface="Segoe UI"/>
                <a:ea typeface="Segoe UI"/>
                <a:cs typeface="Segoe UI"/>
              </a:defRPr>
            </a:lvl6pPr>
            <a:lvl7pPr algn="l">
              <a:defRPr sz="1800" b="1">
                <a:solidFill>
                  <a:srgbClr val="352C24"/>
                </a:solidFill>
                <a:latin typeface="Segoe UI"/>
                <a:ea typeface="Segoe UI"/>
                <a:cs typeface="Segoe UI"/>
              </a:defRPr>
            </a:lvl7pPr>
            <a:lvl8pPr algn="l">
              <a:defRPr sz="1800" b="1">
                <a:solidFill>
                  <a:srgbClr val="352C24"/>
                </a:solidFill>
                <a:latin typeface="Segoe UI"/>
                <a:ea typeface="Segoe UI"/>
                <a:cs typeface="Segoe UI"/>
              </a:defRPr>
            </a:lvl8pPr>
            <a:lvl9pPr algn="l">
              <a:defRPr sz="1800" b="1">
                <a:solidFill>
                  <a:srgbClr val="352C24"/>
                </a:solidFill>
                <a:latin typeface="Segoe UI"/>
                <a:ea typeface="Segoe UI"/>
                <a:cs typeface="Segoe UI"/>
              </a:defRPr>
            </a:lvl9pPr>
          </a:lstStyle>
          <a:p xmlns:a="http://schemas.openxmlformats.org/drawingml/2006/main">
            <a:pPr algn="l">
              <a:defRPr sz="1800" b="1">
                <a:solidFill>
                  <a:srgbClr val="352C24"/>
                </a:solidFill>
                <a:latin typeface="Segoe UI"/>
                <a:ea typeface="Segoe UI"/>
                <a:cs typeface="Segoe UI"/>
              </a:defRPr>
            </a:pPr>
            <a:r>
              <a:rPr sz="1800" b="1">
                <a:solidFill>
                  <a:srgbClr val="352C24"/>
                </a:solidFill>
                <a:latin typeface="Segoe UI"/>
                <a:ea typeface="Segoe UI"/>
                <a:cs typeface="Segoe UI"/>
              </a:rPr>
              <a:t>Bounded candidates</a:t>
            </a:r>
          </a:p>
        </p:txBody>
      </p:sp>
      <p:sp>
        <p:nvSpPr>
          <p:cNvPr id="39" name="">
            <a:extLst xmlns:a="http://schemas.openxmlformats.org/drawingml/2006/main">
              <a:ext uri="{FF2B5EF4-FFF2-40B4-BE49-F238E27FC236}">
                <a16:creationId xmlns:a16="http://schemas.microsoft.com/office/drawing/2014/main" id="{A7DCEEE4-A078-4E4F-82D2-A9371F2E4836}"/>
              </a:ext>
            </a:extLst>
          </p:cNvPr>
          <p:cNvSpPr>
            <a:spLocks xmlns:a="http://schemas.openxmlformats.org/drawingml/2006/main" noGrp="1"/>
          </p:cNvSpPr>
          <p:nvPr/>
        </p:nvSpPr>
        <p:spPr>
          <a:xfrm xmlns:a="http://schemas.openxmlformats.org/drawingml/2006/main">
            <a:off x="3638550" y="3714750"/>
            <a:ext cx="3790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816C59"/>
                </a:solidFill>
                <a:latin typeface="Segoe UI"/>
                <a:ea typeface="Segoe UI"/>
                <a:cs typeface="Segoe UI"/>
              </a:defRPr>
            </a:defPPr>
            <a:lvl1pPr algn="l">
              <a:defRPr sz="1650" b="0">
                <a:solidFill>
                  <a:srgbClr val="816C59"/>
                </a:solidFill>
                <a:latin typeface="Segoe UI"/>
                <a:ea typeface="Segoe UI"/>
                <a:cs typeface="Segoe UI"/>
              </a:defRPr>
            </a:lvl1pPr>
            <a:lvl2pPr algn="l">
              <a:defRPr sz="1650" b="0">
                <a:solidFill>
                  <a:srgbClr val="816C59"/>
                </a:solidFill>
                <a:latin typeface="Segoe UI"/>
                <a:ea typeface="Segoe UI"/>
                <a:cs typeface="Segoe UI"/>
              </a:defRPr>
            </a:lvl2pPr>
            <a:lvl3pPr algn="l">
              <a:defRPr sz="1650" b="0">
                <a:solidFill>
                  <a:srgbClr val="816C59"/>
                </a:solidFill>
                <a:latin typeface="Segoe UI"/>
                <a:ea typeface="Segoe UI"/>
                <a:cs typeface="Segoe UI"/>
              </a:defRPr>
            </a:lvl3pPr>
            <a:lvl4pPr algn="l">
              <a:defRPr sz="1650" b="0">
                <a:solidFill>
                  <a:srgbClr val="816C59"/>
                </a:solidFill>
                <a:latin typeface="Segoe UI"/>
                <a:ea typeface="Segoe UI"/>
                <a:cs typeface="Segoe UI"/>
              </a:defRPr>
            </a:lvl4pPr>
            <a:lvl5pPr algn="l">
              <a:defRPr sz="1650" b="0">
                <a:solidFill>
                  <a:srgbClr val="816C59"/>
                </a:solidFill>
                <a:latin typeface="Segoe UI"/>
                <a:ea typeface="Segoe UI"/>
                <a:cs typeface="Segoe UI"/>
              </a:defRPr>
            </a:lvl5pPr>
            <a:lvl6pPr algn="l">
              <a:defRPr sz="1650" b="0">
                <a:solidFill>
                  <a:srgbClr val="816C59"/>
                </a:solidFill>
                <a:latin typeface="Segoe UI"/>
                <a:ea typeface="Segoe UI"/>
                <a:cs typeface="Segoe UI"/>
              </a:defRPr>
            </a:lvl6pPr>
            <a:lvl7pPr algn="l">
              <a:defRPr sz="1650" b="0">
                <a:solidFill>
                  <a:srgbClr val="816C59"/>
                </a:solidFill>
                <a:latin typeface="Segoe UI"/>
                <a:ea typeface="Segoe UI"/>
                <a:cs typeface="Segoe UI"/>
              </a:defRPr>
            </a:lvl7pPr>
            <a:lvl8pPr algn="l">
              <a:defRPr sz="1650" b="0">
                <a:solidFill>
                  <a:srgbClr val="816C59"/>
                </a:solidFill>
                <a:latin typeface="Segoe UI"/>
                <a:ea typeface="Segoe UI"/>
                <a:cs typeface="Segoe UI"/>
              </a:defRPr>
            </a:lvl8pPr>
            <a:lvl9pPr algn="l">
              <a:defRPr sz="1650" b="0">
                <a:solidFill>
                  <a:srgbClr val="816C59"/>
                </a:solidFill>
                <a:latin typeface="Segoe UI"/>
                <a:ea typeface="Segoe UI"/>
                <a:cs typeface="Segoe UI"/>
              </a:defRPr>
            </a:lvl9pPr>
          </a:lstStyle>
          <a:p xmlns:a="http://schemas.openxmlformats.org/drawingml/2006/main">
            <a:pPr algn="l">
              <a:defRPr sz="1650" b="0">
                <a:solidFill>
                  <a:srgbClr val="816C59"/>
                </a:solidFill>
                <a:latin typeface="Segoe UI"/>
                <a:ea typeface="Segoe UI"/>
                <a:cs typeface="Segoe UI"/>
              </a:defRPr>
            </a:pPr>
            <a:r>
              <a:rPr sz="1650" b="0">
                <a:solidFill>
                  <a:srgbClr val="816C59"/>
                </a:solidFill>
                <a:latin typeface="Segoe UI"/>
                <a:ea typeface="Segoe UI"/>
                <a:cs typeface="Segoe UI"/>
              </a:rPr>
              <a:t>Match within the same verified institution. Original complaints stay separate.</a:t>
            </a:r>
          </a:p>
        </p:txBody>
      </p:sp>
      <p:sp>
        <p:nvSpPr>
          <p:cNvPr id="40" name="">
            <a:extLst xmlns:a="http://schemas.openxmlformats.org/drawingml/2006/main">
              <a:ext uri="{FF2B5EF4-FFF2-40B4-BE49-F238E27FC236}">
                <a16:creationId xmlns:a16="http://schemas.microsoft.com/office/drawing/2014/main" id="{E55E01CA-737E-44AF-87EB-18B2A8246E72}"/>
              </a:ext>
            </a:extLst>
          </p:cNvPr>
          <p:cNvSpPr>
            <a:spLocks xmlns:a="http://schemas.openxmlformats.org/drawingml/2006/main" noGrp="1"/>
          </p:cNvSpPr>
          <p:nvPr/>
        </p:nvSpPr>
        <p:spPr>
          <a:xfrm xmlns:a="http://schemas.openxmlformats.org/drawingml/2006/main">
            <a:off x="3638550" y="456247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352C24"/>
                </a:solidFill>
                <a:latin typeface="Segoe UI"/>
                <a:ea typeface="Segoe UI"/>
                <a:cs typeface="Segoe UI"/>
              </a:defRPr>
            </a:defPPr>
            <a:lvl1pPr algn="l">
              <a:defRPr sz="1800" b="1">
                <a:solidFill>
                  <a:srgbClr val="352C24"/>
                </a:solidFill>
                <a:latin typeface="Segoe UI"/>
                <a:ea typeface="Segoe UI"/>
                <a:cs typeface="Segoe UI"/>
              </a:defRPr>
            </a:lvl1pPr>
            <a:lvl2pPr algn="l">
              <a:defRPr sz="1800" b="1">
                <a:solidFill>
                  <a:srgbClr val="352C24"/>
                </a:solidFill>
                <a:latin typeface="Segoe UI"/>
                <a:ea typeface="Segoe UI"/>
                <a:cs typeface="Segoe UI"/>
              </a:defRPr>
            </a:lvl2pPr>
            <a:lvl3pPr algn="l">
              <a:defRPr sz="1800" b="1">
                <a:solidFill>
                  <a:srgbClr val="352C24"/>
                </a:solidFill>
                <a:latin typeface="Segoe UI"/>
                <a:ea typeface="Segoe UI"/>
                <a:cs typeface="Segoe UI"/>
              </a:defRPr>
            </a:lvl3pPr>
            <a:lvl4pPr algn="l">
              <a:defRPr sz="1800" b="1">
                <a:solidFill>
                  <a:srgbClr val="352C24"/>
                </a:solidFill>
                <a:latin typeface="Segoe UI"/>
                <a:ea typeface="Segoe UI"/>
                <a:cs typeface="Segoe UI"/>
              </a:defRPr>
            </a:lvl4pPr>
            <a:lvl5pPr algn="l">
              <a:defRPr sz="1800" b="1">
                <a:solidFill>
                  <a:srgbClr val="352C24"/>
                </a:solidFill>
                <a:latin typeface="Segoe UI"/>
                <a:ea typeface="Segoe UI"/>
                <a:cs typeface="Segoe UI"/>
              </a:defRPr>
            </a:lvl5pPr>
            <a:lvl6pPr algn="l">
              <a:defRPr sz="1800" b="1">
                <a:solidFill>
                  <a:srgbClr val="352C24"/>
                </a:solidFill>
                <a:latin typeface="Segoe UI"/>
                <a:ea typeface="Segoe UI"/>
                <a:cs typeface="Segoe UI"/>
              </a:defRPr>
            </a:lvl6pPr>
            <a:lvl7pPr algn="l">
              <a:defRPr sz="1800" b="1">
                <a:solidFill>
                  <a:srgbClr val="352C24"/>
                </a:solidFill>
                <a:latin typeface="Segoe UI"/>
                <a:ea typeface="Segoe UI"/>
                <a:cs typeface="Segoe UI"/>
              </a:defRPr>
            </a:lvl7pPr>
            <a:lvl8pPr algn="l">
              <a:defRPr sz="1800" b="1">
                <a:solidFill>
                  <a:srgbClr val="352C24"/>
                </a:solidFill>
                <a:latin typeface="Segoe UI"/>
                <a:ea typeface="Segoe UI"/>
                <a:cs typeface="Segoe UI"/>
              </a:defRPr>
            </a:lvl8pPr>
            <a:lvl9pPr algn="l">
              <a:defRPr sz="1800" b="1">
                <a:solidFill>
                  <a:srgbClr val="352C24"/>
                </a:solidFill>
                <a:latin typeface="Segoe UI"/>
                <a:ea typeface="Segoe UI"/>
                <a:cs typeface="Segoe UI"/>
              </a:defRPr>
            </a:lvl9pPr>
          </a:lstStyle>
          <a:p xmlns:a="http://schemas.openxmlformats.org/drawingml/2006/main">
            <a:pPr algn="l">
              <a:defRPr sz="1800" b="1">
                <a:solidFill>
                  <a:srgbClr val="352C24"/>
                </a:solidFill>
                <a:latin typeface="Segoe UI"/>
                <a:ea typeface="Segoe UI"/>
                <a:cs typeface="Segoe UI"/>
              </a:defRPr>
            </a:pPr>
            <a:r>
              <a:rPr sz="1800" b="1">
                <a:solidFill>
                  <a:srgbClr val="352C24"/>
                </a:solidFill>
                <a:latin typeface="Segoe UI"/>
                <a:ea typeface="Segoe UI"/>
                <a:cs typeface="Segoe UI"/>
              </a:rPr>
              <a:t>Signals, not decisions</a:t>
            </a:r>
          </a:p>
        </p:txBody>
      </p:sp>
      <p:sp>
        <p:nvSpPr>
          <p:cNvPr id="41" name="">
            <a:extLst xmlns:a="http://schemas.openxmlformats.org/drawingml/2006/main">
              <a:ext uri="{FF2B5EF4-FFF2-40B4-BE49-F238E27FC236}">
                <a16:creationId xmlns:a16="http://schemas.microsoft.com/office/drawing/2014/main" id="{6C6FDD6B-CECA-44A1-8E6A-BADE17115F34}"/>
              </a:ext>
            </a:extLst>
          </p:cNvPr>
          <p:cNvSpPr>
            <a:spLocks xmlns:a="http://schemas.openxmlformats.org/drawingml/2006/main" noGrp="1"/>
          </p:cNvSpPr>
          <p:nvPr/>
        </p:nvSpPr>
        <p:spPr>
          <a:xfrm xmlns:a="http://schemas.openxmlformats.org/drawingml/2006/main">
            <a:off x="3638550" y="4914900"/>
            <a:ext cx="3790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816C59"/>
                </a:solidFill>
                <a:latin typeface="Segoe UI"/>
                <a:ea typeface="Segoe UI"/>
                <a:cs typeface="Segoe UI"/>
              </a:defRPr>
            </a:defPPr>
            <a:lvl1pPr algn="l">
              <a:defRPr sz="1650" b="0">
                <a:solidFill>
                  <a:srgbClr val="816C59"/>
                </a:solidFill>
                <a:latin typeface="Segoe UI"/>
                <a:ea typeface="Segoe UI"/>
                <a:cs typeface="Segoe UI"/>
              </a:defRPr>
            </a:lvl1pPr>
            <a:lvl2pPr algn="l">
              <a:defRPr sz="1650" b="0">
                <a:solidFill>
                  <a:srgbClr val="816C59"/>
                </a:solidFill>
                <a:latin typeface="Segoe UI"/>
                <a:ea typeface="Segoe UI"/>
                <a:cs typeface="Segoe UI"/>
              </a:defRPr>
            </a:lvl2pPr>
            <a:lvl3pPr algn="l">
              <a:defRPr sz="1650" b="0">
                <a:solidFill>
                  <a:srgbClr val="816C59"/>
                </a:solidFill>
                <a:latin typeface="Segoe UI"/>
                <a:ea typeface="Segoe UI"/>
                <a:cs typeface="Segoe UI"/>
              </a:defRPr>
            </a:lvl3pPr>
            <a:lvl4pPr algn="l">
              <a:defRPr sz="1650" b="0">
                <a:solidFill>
                  <a:srgbClr val="816C59"/>
                </a:solidFill>
                <a:latin typeface="Segoe UI"/>
                <a:ea typeface="Segoe UI"/>
                <a:cs typeface="Segoe UI"/>
              </a:defRPr>
            </a:lvl4pPr>
            <a:lvl5pPr algn="l">
              <a:defRPr sz="1650" b="0">
                <a:solidFill>
                  <a:srgbClr val="816C59"/>
                </a:solidFill>
                <a:latin typeface="Segoe UI"/>
                <a:ea typeface="Segoe UI"/>
                <a:cs typeface="Segoe UI"/>
              </a:defRPr>
            </a:lvl5pPr>
            <a:lvl6pPr algn="l">
              <a:defRPr sz="1650" b="0">
                <a:solidFill>
                  <a:srgbClr val="816C59"/>
                </a:solidFill>
                <a:latin typeface="Segoe UI"/>
                <a:ea typeface="Segoe UI"/>
                <a:cs typeface="Segoe UI"/>
              </a:defRPr>
            </a:lvl6pPr>
            <a:lvl7pPr algn="l">
              <a:defRPr sz="1650" b="0">
                <a:solidFill>
                  <a:srgbClr val="816C59"/>
                </a:solidFill>
                <a:latin typeface="Segoe UI"/>
                <a:ea typeface="Segoe UI"/>
                <a:cs typeface="Segoe UI"/>
              </a:defRPr>
            </a:lvl7pPr>
            <a:lvl8pPr algn="l">
              <a:defRPr sz="1650" b="0">
                <a:solidFill>
                  <a:srgbClr val="816C59"/>
                </a:solidFill>
                <a:latin typeface="Segoe UI"/>
                <a:ea typeface="Segoe UI"/>
                <a:cs typeface="Segoe UI"/>
              </a:defRPr>
            </a:lvl8pPr>
            <a:lvl9pPr algn="l">
              <a:defRPr sz="1650" b="0">
                <a:solidFill>
                  <a:srgbClr val="816C59"/>
                </a:solidFill>
                <a:latin typeface="Segoe UI"/>
                <a:ea typeface="Segoe UI"/>
                <a:cs typeface="Segoe UI"/>
              </a:defRPr>
            </a:lvl9pPr>
          </a:lstStyle>
          <a:p xmlns:a="http://schemas.openxmlformats.org/drawingml/2006/main">
            <a:pPr algn="l">
              <a:defRPr sz="1650" b="0">
                <a:solidFill>
                  <a:srgbClr val="816C59"/>
                </a:solidFill>
                <a:latin typeface="Segoe UI"/>
                <a:ea typeface="Segoe UI"/>
                <a:cs typeface="Segoe UI"/>
              </a:defRPr>
            </a:pPr>
            <a:r>
              <a:rPr sz="1650" b="0">
                <a:solidFill>
                  <a:srgbClr val="816C59"/>
                </a:solidFill>
                <a:latin typeface="Segoe UI"/>
                <a:ea typeface="Segoe UI"/>
                <a:cs typeface="Segoe UI"/>
              </a:rPr>
              <a:t>Similarity, reranker output and category support triage; scores are not probabilities.</a:t>
            </a:r>
          </a:p>
        </p:txBody>
      </p:sp>
      <p:sp>
        <p:nvSpPr>
          <p:cNvPr id="42" name="">
            <a:extLst xmlns:a="http://schemas.openxmlformats.org/drawingml/2006/main">
              <a:ext uri="{FF2B5EF4-FFF2-40B4-BE49-F238E27FC236}">
                <a16:creationId xmlns:a16="http://schemas.microsoft.com/office/drawing/2014/main" id="{DBF3E830-229A-49DB-8C83-D99AF09995EA}"/>
              </a:ext>
            </a:extLst>
          </p:cNvPr>
          <p:cNvSpPr>
            <a:spLocks xmlns:a="http://schemas.openxmlformats.org/drawingml/2006/main" noGrp="1"/>
          </p:cNvSpPr>
          <p:nvPr/>
        </p:nvSpPr>
        <p:spPr>
          <a:xfrm xmlns:a="http://schemas.openxmlformats.org/drawingml/2006/main">
            <a:off x="3638550" y="5781675"/>
            <a:ext cx="3790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816C59"/>
                </a:solidFill>
                <a:latin typeface="Segoe UI"/>
                <a:ea typeface="Segoe UI"/>
                <a:cs typeface="Segoe UI"/>
              </a:defRPr>
            </a:defPPr>
            <a:lvl1pPr algn="l">
              <a:defRPr sz="1500" b="0">
                <a:solidFill>
                  <a:srgbClr val="816C59"/>
                </a:solidFill>
                <a:latin typeface="Segoe UI"/>
                <a:ea typeface="Segoe UI"/>
                <a:cs typeface="Segoe UI"/>
              </a:defRPr>
            </a:lvl1pPr>
            <a:lvl2pPr algn="l">
              <a:defRPr sz="1500" b="0">
                <a:solidFill>
                  <a:srgbClr val="816C59"/>
                </a:solidFill>
                <a:latin typeface="Segoe UI"/>
                <a:ea typeface="Segoe UI"/>
                <a:cs typeface="Segoe UI"/>
              </a:defRPr>
            </a:lvl2pPr>
            <a:lvl3pPr algn="l">
              <a:defRPr sz="1500" b="0">
                <a:solidFill>
                  <a:srgbClr val="816C59"/>
                </a:solidFill>
                <a:latin typeface="Segoe UI"/>
                <a:ea typeface="Segoe UI"/>
                <a:cs typeface="Segoe UI"/>
              </a:defRPr>
            </a:lvl3pPr>
            <a:lvl4pPr algn="l">
              <a:defRPr sz="1500" b="0">
                <a:solidFill>
                  <a:srgbClr val="816C59"/>
                </a:solidFill>
                <a:latin typeface="Segoe UI"/>
                <a:ea typeface="Segoe UI"/>
                <a:cs typeface="Segoe UI"/>
              </a:defRPr>
            </a:lvl4pPr>
            <a:lvl5pPr algn="l">
              <a:defRPr sz="1500" b="0">
                <a:solidFill>
                  <a:srgbClr val="816C59"/>
                </a:solidFill>
                <a:latin typeface="Segoe UI"/>
                <a:ea typeface="Segoe UI"/>
                <a:cs typeface="Segoe UI"/>
              </a:defRPr>
            </a:lvl5pPr>
            <a:lvl6pPr algn="l">
              <a:defRPr sz="1500" b="0">
                <a:solidFill>
                  <a:srgbClr val="816C59"/>
                </a:solidFill>
                <a:latin typeface="Segoe UI"/>
                <a:ea typeface="Segoe UI"/>
                <a:cs typeface="Segoe UI"/>
              </a:defRPr>
            </a:lvl6pPr>
            <a:lvl7pPr algn="l">
              <a:defRPr sz="1500" b="0">
                <a:solidFill>
                  <a:srgbClr val="816C59"/>
                </a:solidFill>
                <a:latin typeface="Segoe UI"/>
                <a:ea typeface="Segoe UI"/>
                <a:cs typeface="Segoe UI"/>
              </a:defRPr>
            </a:lvl7pPr>
            <a:lvl8pPr algn="l">
              <a:defRPr sz="1500" b="0">
                <a:solidFill>
                  <a:srgbClr val="816C59"/>
                </a:solidFill>
                <a:latin typeface="Segoe UI"/>
                <a:ea typeface="Segoe UI"/>
                <a:cs typeface="Segoe UI"/>
              </a:defRPr>
            </a:lvl8pPr>
            <a:lvl9pPr algn="l">
              <a:defRPr sz="1500" b="0">
                <a:solidFill>
                  <a:srgbClr val="816C59"/>
                </a:solidFill>
                <a:latin typeface="Segoe UI"/>
                <a:ea typeface="Segoe UI"/>
                <a:cs typeface="Segoe UI"/>
              </a:defRPr>
            </a:lvl9pPr>
          </a:lstStyle>
          <a:p xmlns:a="http://schemas.openxmlformats.org/drawingml/2006/main">
            <a:pPr algn="l">
              <a:defRPr sz="1500" b="0">
                <a:solidFill>
                  <a:srgbClr val="816C59"/>
                </a:solidFill>
                <a:latin typeface="Segoe UI"/>
                <a:ea typeface="Segoe UI"/>
                <a:cs typeface="Segoe UI"/>
              </a:defRPr>
            </a:pPr>
            <a:r>
              <a:rPr sz="1500" b="0">
                <a:solidFill>
                  <a:srgbClr val="816C59"/>
                </a:solidFill>
                <a:latin typeface="Segoe UI"/>
                <a:ea typeface="Segoe UI"/>
                <a:cs typeface="Segoe UI"/>
              </a:rPr>
              <a:t>Pinned models run locally. Revision changes invalidate stale decisions.</a:t>
            </a:r>
          </a:p>
        </p:txBody>
      </p:sp>
      <p:pic>
        <p:nvPicPr>
          <p:cNvPr id="43" name="">
            <a:extLst xmlns:a="http://schemas.openxmlformats.org/drawingml/2006/main">
              <a:ext uri="{FF2B5EF4-FFF2-40B4-BE49-F238E27FC236}">
                <a16:creationId xmlns:a16="http://schemas.microsoft.com/office/drawing/2014/main" id="{BF326187-8879-4459-BADD-CCF9627655A8}"/>
              </a:ext>
            </a:extLst>
          </p:cNvPr>
          <p:cNvPicPr>
            <a:picLocks xmlns:a="http://schemas.openxmlformats.org/drawingml/2006/main" noChangeAspect="1"/>
          </p:cNvPicPr>
          <p:nvPr/>
        </p:nvPicPr>
        <p:blipFill>
          <a:blip xmlns:r="http://schemas.openxmlformats.org/officeDocument/2006/relationships" xmlns:a="http://schemas.openxmlformats.org/drawingml/2006/main" r:embed="Rdcee9672dcf44044"/>
          <a:stretch xmlns:a="http://schemas.openxmlformats.org/drawingml/2006/main"/>
        </p:blipFill>
        <p:spPr>
          <a:xfrm xmlns:a="http://schemas.openxmlformats.org/drawingml/2006/main">
            <a:off x="7713792" y="3362325"/>
            <a:ext cx="3974841" cy="2705100"/>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C42DBE2F-CCB0-47E8-BBE9-5058652DAD44}"/>
              </a:ext>
            </a:extLst>
          </p:cNvPr>
          <p:cNvSpPr>
            <a:spLocks xmlns:a="http://schemas.openxmlformats.org/drawingml/2006/main" noGrp="1"/>
          </p:cNvSpPr>
          <p:nvPr/>
        </p:nvSpPr>
        <p:spPr>
          <a:xfrm xmlns:a="http://schemas.openxmlformats.org/drawingml/2006/main">
            <a:off x="7705725" y="6134100"/>
            <a:ext cx="39909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0">
                <a:solidFill>
                  <a:srgbClr val="816C59"/>
                </a:solidFill>
                <a:latin typeface="Segoe UI"/>
                <a:ea typeface="Segoe UI"/>
                <a:cs typeface="Segoe UI"/>
              </a:defRPr>
            </a:defPPr>
            <a:lvl1pPr algn="l">
              <a:defRPr sz="1125" b="0">
                <a:solidFill>
                  <a:srgbClr val="816C59"/>
                </a:solidFill>
                <a:latin typeface="Segoe UI"/>
                <a:ea typeface="Segoe UI"/>
                <a:cs typeface="Segoe UI"/>
              </a:defRPr>
            </a:lvl1pPr>
            <a:lvl2pPr algn="l">
              <a:defRPr sz="1125" b="0">
                <a:solidFill>
                  <a:srgbClr val="816C59"/>
                </a:solidFill>
                <a:latin typeface="Segoe UI"/>
                <a:ea typeface="Segoe UI"/>
                <a:cs typeface="Segoe UI"/>
              </a:defRPr>
            </a:lvl2pPr>
            <a:lvl3pPr algn="l">
              <a:defRPr sz="1125" b="0">
                <a:solidFill>
                  <a:srgbClr val="816C59"/>
                </a:solidFill>
                <a:latin typeface="Segoe UI"/>
                <a:ea typeface="Segoe UI"/>
                <a:cs typeface="Segoe UI"/>
              </a:defRPr>
            </a:lvl3pPr>
            <a:lvl4pPr algn="l">
              <a:defRPr sz="1125" b="0">
                <a:solidFill>
                  <a:srgbClr val="816C59"/>
                </a:solidFill>
                <a:latin typeface="Segoe UI"/>
                <a:ea typeface="Segoe UI"/>
                <a:cs typeface="Segoe UI"/>
              </a:defRPr>
            </a:lvl4pPr>
            <a:lvl5pPr algn="l">
              <a:defRPr sz="1125" b="0">
                <a:solidFill>
                  <a:srgbClr val="816C59"/>
                </a:solidFill>
                <a:latin typeface="Segoe UI"/>
                <a:ea typeface="Segoe UI"/>
                <a:cs typeface="Segoe UI"/>
              </a:defRPr>
            </a:lvl5pPr>
            <a:lvl6pPr algn="l">
              <a:defRPr sz="1125" b="0">
                <a:solidFill>
                  <a:srgbClr val="816C59"/>
                </a:solidFill>
                <a:latin typeface="Segoe UI"/>
                <a:ea typeface="Segoe UI"/>
                <a:cs typeface="Segoe UI"/>
              </a:defRPr>
            </a:lvl6pPr>
            <a:lvl7pPr algn="l">
              <a:defRPr sz="1125" b="0">
                <a:solidFill>
                  <a:srgbClr val="816C59"/>
                </a:solidFill>
                <a:latin typeface="Segoe UI"/>
                <a:ea typeface="Segoe UI"/>
                <a:cs typeface="Segoe UI"/>
              </a:defRPr>
            </a:lvl7pPr>
            <a:lvl8pPr algn="l">
              <a:defRPr sz="1125" b="0">
                <a:solidFill>
                  <a:srgbClr val="816C59"/>
                </a:solidFill>
                <a:latin typeface="Segoe UI"/>
                <a:ea typeface="Segoe UI"/>
                <a:cs typeface="Segoe UI"/>
              </a:defRPr>
            </a:lvl8pPr>
            <a:lvl9pPr algn="l">
              <a:defRPr sz="1125" b="0">
                <a:solidFill>
                  <a:srgbClr val="816C59"/>
                </a:solidFill>
                <a:latin typeface="Segoe UI"/>
                <a:ea typeface="Segoe UI"/>
                <a:cs typeface="Segoe UI"/>
              </a:defRPr>
            </a:lvl9pPr>
          </a:lstStyle>
          <a:p xmlns:a="http://schemas.openxmlformats.org/drawingml/2006/main">
            <a:pPr algn="l">
              <a:defRPr sz="1125" b="0">
                <a:solidFill>
                  <a:srgbClr val="816C59"/>
                </a:solidFill>
                <a:latin typeface="Segoe UI"/>
                <a:ea typeface="Segoe UI"/>
                <a:cs typeface="Segoe UI"/>
              </a:defRPr>
            </a:pPr>
            <a:r>
              <a:rPr sz="1125" b="0">
                <a:solidFill>
                  <a:srgbClr val="816C59"/>
                </a:solidFill>
                <a:latin typeface="Segoe UI"/>
                <a:ea typeface="Segoe UI"/>
                <a:cs typeface="Segoe UI"/>
              </a:rPr>
              <a:t>Actual model output; synthetic complaints</a:t>
            </a:r>
          </a:p>
        </p:txBody>
      </p:sp>
      <p:sp>
        <p:nvSpPr>
          <p:cNvPr id="45" name="">
            <a:extLst xmlns:a="http://schemas.openxmlformats.org/drawingml/2006/main">
              <a:ext uri="{FF2B5EF4-FFF2-40B4-BE49-F238E27FC236}">
                <a16:creationId xmlns:a16="http://schemas.microsoft.com/office/drawing/2014/main" id="{B1BBF4E9-4329-447F-BDC9-3C35A39FC175}"/>
              </a:ext>
            </a:extLst>
          </p:cNvPr>
          <p:cNvSpPr>
            <a:spLocks xmlns:a="http://schemas.openxmlformats.org/drawingml/2006/main" noGrp="1"/>
          </p:cNvSpPr>
          <p:nvPr/>
        </p:nvSpPr>
        <p:spPr>
          <a:xfrm xmlns:a="http://schemas.openxmlformats.org/drawingml/2006/main">
            <a:off x="514350" y="6315075"/>
            <a:ext cx="1114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9C482E"/>
                </a:solidFill>
                <a:latin typeface="Segoe UI"/>
                <a:ea typeface="Segoe UI"/>
                <a:cs typeface="Segoe UI"/>
              </a:defRPr>
            </a:defPPr>
            <a:lvl1pPr algn="l">
              <a:defRPr sz="1350" b="1">
                <a:solidFill>
                  <a:srgbClr val="9C482E"/>
                </a:solidFill>
                <a:latin typeface="Segoe UI"/>
                <a:ea typeface="Segoe UI"/>
                <a:cs typeface="Segoe UI"/>
              </a:defRPr>
            </a:lvl1pPr>
            <a:lvl2pPr algn="l">
              <a:defRPr sz="1350" b="1">
                <a:solidFill>
                  <a:srgbClr val="9C482E"/>
                </a:solidFill>
                <a:latin typeface="Segoe UI"/>
                <a:ea typeface="Segoe UI"/>
                <a:cs typeface="Segoe UI"/>
              </a:defRPr>
            </a:lvl2pPr>
            <a:lvl3pPr algn="l">
              <a:defRPr sz="1350" b="1">
                <a:solidFill>
                  <a:srgbClr val="9C482E"/>
                </a:solidFill>
                <a:latin typeface="Segoe UI"/>
                <a:ea typeface="Segoe UI"/>
                <a:cs typeface="Segoe UI"/>
              </a:defRPr>
            </a:lvl3pPr>
            <a:lvl4pPr algn="l">
              <a:defRPr sz="1350" b="1">
                <a:solidFill>
                  <a:srgbClr val="9C482E"/>
                </a:solidFill>
                <a:latin typeface="Segoe UI"/>
                <a:ea typeface="Segoe UI"/>
                <a:cs typeface="Segoe UI"/>
              </a:defRPr>
            </a:lvl4pPr>
            <a:lvl5pPr algn="l">
              <a:defRPr sz="1350" b="1">
                <a:solidFill>
                  <a:srgbClr val="9C482E"/>
                </a:solidFill>
                <a:latin typeface="Segoe UI"/>
                <a:ea typeface="Segoe UI"/>
                <a:cs typeface="Segoe UI"/>
              </a:defRPr>
            </a:lvl5pPr>
            <a:lvl6pPr algn="l">
              <a:defRPr sz="1350" b="1">
                <a:solidFill>
                  <a:srgbClr val="9C482E"/>
                </a:solidFill>
                <a:latin typeface="Segoe UI"/>
                <a:ea typeface="Segoe UI"/>
                <a:cs typeface="Segoe UI"/>
              </a:defRPr>
            </a:lvl6pPr>
            <a:lvl7pPr algn="l">
              <a:defRPr sz="1350" b="1">
                <a:solidFill>
                  <a:srgbClr val="9C482E"/>
                </a:solidFill>
                <a:latin typeface="Segoe UI"/>
                <a:ea typeface="Segoe UI"/>
                <a:cs typeface="Segoe UI"/>
              </a:defRPr>
            </a:lvl7pPr>
            <a:lvl8pPr algn="l">
              <a:defRPr sz="1350" b="1">
                <a:solidFill>
                  <a:srgbClr val="9C482E"/>
                </a:solidFill>
                <a:latin typeface="Segoe UI"/>
                <a:ea typeface="Segoe UI"/>
                <a:cs typeface="Segoe UI"/>
              </a:defRPr>
            </a:lvl8pPr>
            <a:lvl9pPr algn="l">
              <a:defRPr sz="1350" b="1">
                <a:solidFill>
                  <a:srgbClr val="9C482E"/>
                </a:solidFill>
                <a:latin typeface="Segoe UI"/>
                <a:ea typeface="Segoe UI"/>
                <a:cs typeface="Segoe UI"/>
              </a:defRPr>
            </a:lvl9pPr>
          </a:lstStyle>
          <a:p xmlns:a="http://schemas.openxmlformats.org/drawingml/2006/main">
            <a:pPr algn="l">
              <a:defRPr sz="1350" b="1">
                <a:solidFill>
                  <a:srgbClr val="9C482E"/>
                </a:solidFill>
                <a:latin typeface="Segoe UI"/>
                <a:ea typeface="Segoe UI"/>
                <a:cs typeface="Segoe UI"/>
              </a:defRPr>
            </a:pPr>
            <a:r>
              <a:rPr sz="1350" b="1">
                <a:solidFill>
                  <a:srgbClr val="9C482E"/>
                </a:solidFill>
                <a:latin typeface="Segoe UI"/>
                <a:ea typeface="Segoe UI"/>
                <a:cs typeface="Segoe UI"/>
              </a:rPr>
              <a:t>API and worker share database/private storage; service credentials stay server-side.</a:t>
            </a:r>
          </a:p>
        </p:txBody>
      </p:sp>
    </p:spTree>
    <p:extLst>
      <p:ext uri="{BB962C8B-B14F-4D97-AF65-F5344CB8AC3E}">
        <p14:creationId xmlns:p14="http://schemas.microsoft.com/office/powerpoint/2010/main" val="340272007"/>
      </p:ext>
    </p:extLst>
  </p:cSld>
</p:sld>
</file>

<file path=ppt/slides/slide3.xml><?xml version="1.0" encoding="utf-8"?>
<p:sld xmlns:p="http://schemas.openxmlformats.org/presentationml/2006/main">
  <p:cSld>
    <p:bg>
      <p:bgPr>
        <a:solidFill xmlns:a="http://schemas.openxmlformats.org/drawingml/2006/main">
          <a:srgbClr val="F8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0042AC7-53EE-42C3-AAFB-3B8FD4133EE3}"/>
              </a:ext>
            </a:extLst>
          </p:cNvPr>
          <p:cNvSpPr>
            <a:spLocks xmlns:a="http://schemas.openxmlformats.org/drawingml/2006/main" noGrp="1"/>
          </p:cNvSpPr>
          <p:nvPr/>
        </p:nvSpPr>
        <p:spPr>
          <a:xfrm xmlns:a="http://schemas.openxmlformats.org/drawingml/2006/main">
            <a:off x="432435" y="266700"/>
            <a:ext cx="1428750" cy="590550"/>
          </a:xfrm>
          <a:prstGeom xmlns:a="http://schemas.openxmlformats.org/drawingml/2006/main" prst="rect">
            <a:avLst/>
          </a:prstGeom>
          <a:solidFill xmlns:a="http://schemas.openxmlformats.org/drawingml/2006/main">
            <a:srgbClr val="FFFDF9"/>
          </a:solidFill>
          <a:ln xmlns:a="http://schemas.openxmlformats.org/drawingml/2006/main" w="9525">
            <a:solidFill>
              <a:srgbClr val="9C482E"/>
            </a:solidFill>
          </a:ln>
        </p:spPr>
      </p:sp>
      <p:sp>
        <p:nvSpPr>
          <p:cNvPr id="3" name="">
            <a:extLst xmlns:a="http://schemas.openxmlformats.org/drawingml/2006/main">
              <a:ext uri="{FF2B5EF4-FFF2-40B4-BE49-F238E27FC236}">
                <a16:creationId xmlns:a16="http://schemas.microsoft.com/office/drawing/2014/main" id="{9E288BC4-CA76-4108-BD44-696E52551ADF}"/>
              </a:ext>
            </a:extLst>
          </p:cNvPr>
          <p:cNvSpPr>
            <a:spLocks xmlns:a="http://schemas.openxmlformats.org/drawingml/2006/main" noGrp="1"/>
          </p:cNvSpPr>
          <p:nvPr/>
        </p:nvSpPr>
        <p:spPr>
          <a:xfrm xmlns:a="http://schemas.openxmlformats.org/drawingml/2006/main">
            <a:off x="518160" y="4476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275" b="1">
                <a:solidFill>
                  <a:srgbClr val="9C482E"/>
                </a:solidFill>
                <a:latin typeface="Segoe UI"/>
                <a:ea typeface="Segoe UI"/>
                <a:cs typeface="Segoe UI"/>
              </a:defRPr>
            </a:defPPr>
            <a:lvl1pPr algn="ctr">
              <a:defRPr sz="1275" b="1">
                <a:solidFill>
                  <a:srgbClr val="9C482E"/>
                </a:solidFill>
                <a:latin typeface="Segoe UI"/>
                <a:ea typeface="Segoe UI"/>
                <a:cs typeface="Segoe UI"/>
              </a:defRPr>
            </a:lvl1pPr>
            <a:lvl2pPr algn="ctr">
              <a:defRPr sz="1275" b="1">
                <a:solidFill>
                  <a:srgbClr val="9C482E"/>
                </a:solidFill>
                <a:latin typeface="Segoe UI"/>
                <a:ea typeface="Segoe UI"/>
                <a:cs typeface="Segoe UI"/>
              </a:defRPr>
            </a:lvl2pPr>
            <a:lvl3pPr algn="ctr">
              <a:defRPr sz="1275" b="1">
                <a:solidFill>
                  <a:srgbClr val="9C482E"/>
                </a:solidFill>
                <a:latin typeface="Segoe UI"/>
                <a:ea typeface="Segoe UI"/>
                <a:cs typeface="Segoe UI"/>
              </a:defRPr>
            </a:lvl3pPr>
            <a:lvl4pPr algn="ctr">
              <a:defRPr sz="1275" b="1">
                <a:solidFill>
                  <a:srgbClr val="9C482E"/>
                </a:solidFill>
                <a:latin typeface="Segoe UI"/>
                <a:ea typeface="Segoe UI"/>
                <a:cs typeface="Segoe UI"/>
              </a:defRPr>
            </a:lvl4pPr>
            <a:lvl5pPr algn="ctr">
              <a:defRPr sz="1275" b="1">
                <a:solidFill>
                  <a:srgbClr val="9C482E"/>
                </a:solidFill>
                <a:latin typeface="Segoe UI"/>
                <a:ea typeface="Segoe UI"/>
                <a:cs typeface="Segoe UI"/>
              </a:defRPr>
            </a:lvl5pPr>
            <a:lvl6pPr algn="ctr">
              <a:defRPr sz="1275" b="1">
                <a:solidFill>
                  <a:srgbClr val="9C482E"/>
                </a:solidFill>
                <a:latin typeface="Segoe UI"/>
                <a:ea typeface="Segoe UI"/>
                <a:cs typeface="Segoe UI"/>
              </a:defRPr>
            </a:lvl6pPr>
            <a:lvl7pPr algn="ctr">
              <a:defRPr sz="1275" b="1">
                <a:solidFill>
                  <a:srgbClr val="9C482E"/>
                </a:solidFill>
                <a:latin typeface="Segoe UI"/>
                <a:ea typeface="Segoe UI"/>
                <a:cs typeface="Segoe UI"/>
              </a:defRPr>
            </a:lvl7pPr>
            <a:lvl8pPr algn="ctr">
              <a:defRPr sz="1275" b="1">
                <a:solidFill>
                  <a:srgbClr val="9C482E"/>
                </a:solidFill>
                <a:latin typeface="Segoe UI"/>
                <a:ea typeface="Segoe UI"/>
                <a:cs typeface="Segoe UI"/>
              </a:defRPr>
            </a:lvl8pPr>
            <a:lvl9pPr algn="ctr">
              <a:defRPr sz="1275" b="1">
                <a:solidFill>
                  <a:srgbClr val="9C482E"/>
                </a:solidFill>
                <a:latin typeface="Segoe UI"/>
                <a:ea typeface="Segoe UI"/>
                <a:cs typeface="Segoe UI"/>
              </a:defRPr>
            </a:lvl9pPr>
          </a:lstStyle>
          <a:p xmlns:a="http://schemas.openxmlformats.org/drawingml/2006/main">
            <a:pPr algn="ctr">
              <a:defRPr sz="1425" b="1">
                <a:solidFill>
                  <a:srgbClr val="9C482E"/>
                </a:solidFill>
                <a:latin typeface="Segoe UI"/>
                <a:ea typeface="Segoe UI"/>
                <a:cs typeface="Segoe UI"/>
              </a:defRPr>
            </a:pPr>
            <a:r>
              <a:rPr sz="1275" b="1">
                <a:solidFill>
                  <a:srgbClr val="9C482E"/>
                </a:solidFill>
                <a:latin typeface="Segoe UI"/>
                <a:ea typeface="Segoe UI"/>
                <a:cs typeface="Segoe UI"/>
              </a:rPr>
              <a:t>TEAM MODEST</a:t>
            </a:r>
          </a:p>
        </p:txBody>
      </p:sp>
      <p:sp>
        <p:nvSpPr>
          <p:cNvPr id="4" name="">
            <a:extLst xmlns:a="http://schemas.openxmlformats.org/drawingml/2006/main">
              <a:ext uri="{FF2B5EF4-FFF2-40B4-BE49-F238E27FC236}">
                <a16:creationId xmlns:a16="http://schemas.microsoft.com/office/drawing/2014/main" id="{70FBDEDB-6E64-4CB4-BD3D-F4978DC2F496}"/>
              </a:ext>
            </a:extLst>
          </p:cNvPr>
          <p:cNvSpPr>
            <a:spLocks xmlns:a="http://schemas.openxmlformats.org/drawingml/2006/main" noGrp="1"/>
          </p:cNvSpPr>
          <p:nvPr/>
        </p:nvSpPr>
        <p:spPr>
          <a:xfrm xmlns:a="http://schemas.openxmlformats.org/drawingml/2006/main">
            <a:off x="2143125" y="2952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225" b="1">
                <a:solidFill>
                  <a:srgbClr val="352C24"/>
                </a:solidFill>
                <a:latin typeface="Georgia"/>
                <a:ea typeface="Georgia"/>
                <a:cs typeface="Georgia"/>
              </a:defRPr>
            </a:defPPr>
            <a:lvl1pPr algn="ctr">
              <a:defRPr sz="3225" b="1">
                <a:solidFill>
                  <a:srgbClr val="352C24"/>
                </a:solidFill>
                <a:latin typeface="Georgia"/>
                <a:ea typeface="Georgia"/>
                <a:cs typeface="Georgia"/>
              </a:defRPr>
            </a:lvl1pPr>
            <a:lvl2pPr algn="ctr">
              <a:defRPr sz="3225" b="1">
                <a:solidFill>
                  <a:srgbClr val="352C24"/>
                </a:solidFill>
                <a:latin typeface="Georgia"/>
                <a:ea typeface="Georgia"/>
                <a:cs typeface="Georgia"/>
              </a:defRPr>
            </a:lvl2pPr>
            <a:lvl3pPr algn="ctr">
              <a:defRPr sz="3225" b="1">
                <a:solidFill>
                  <a:srgbClr val="352C24"/>
                </a:solidFill>
                <a:latin typeface="Georgia"/>
                <a:ea typeface="Georgia"/>
                <a:cs typeface="Georgia"/>
              </a:defRPr>
            </a:lvl3pPr>
            <a:lvl4pPr algn="ctr">
              <a:defRPr sz="3225" b="1">
                <a:solidFill>
                  <a:srgbClr val="352C24"/>
                </a:solidFill>
                <a:latin typeface="Georgia"/>
                <a:ea typeface="Georgia"/>
                <a:cs typeface="Georgia"/>
              </a:defRPr>
            </a:lvl4pPr>
            <a:lvl5pPr algn="ctr">
              <a:defRPr sz="3225" b="1">
                <a:solidFill>
                  <a:srgbClr val="352C24"/>
                </a:solidFill>
                <a:latin typeface="Georgia"/>
                <a:ea typeface="Georgia"/>
                <a:cs typeface="Georgia"/>
              </a:defRPr>
            </a:lvl5pPr>
            <a:lvl6pPr algn="ctr">
              <a:defRPr sz="3225" b="1">
                <a:solidFill>
                  <a:srgbClr val="352C24"/>
                </a:solidFill>
                <a:latin typeface="Georgia"/>
                <a:ea typeface="Georgia"/>
                <a:cs typeface="Georgia"/>
              </a:defRPr>
            </a:lvl6pPr>
            <a:lvl7pPr algn="ctr">
              <a:defRPr sz="3225" b="1">
                <a:solidFill>
                  <a:srgbClr val="352C24"/>
                </a:solidFill>
                <a:latin typeface="Georgia"/>
                <a:ea typeface="Georgia"/>
                <a:cs typeface="Georgia"/>
              </a:defRPr>
            </a:lvl7pPr>
            <a:lvl8pPr algn="ctr">
              <a:defRPr sz="3225" b="1">
                <a:solidFill>
                  <a:srgbClr val="352C24"/>
                </a:solidFill>
                <a:latin typeface="Georgia"/>
                <a:ea typeface="Georgia"/>
                <a:cs typeface="Georgia"/>
              </a:defRPr>
            </a:lvl8pPr>
            <a:lvl9pPr algn="ctr">
              <a:defRPr sz="3225" b="1">
                <a:solidFill>
                  <a:srgbClr val="352C24"/>
                </a:solidFill>
                <a:latin typeface="Georgia"/>
                <a:ea typeface="Georgia"/>
                <a:cs typeface="Georgia"/>
              </a:defRPr>
            </a:lvl9pPr>
          </a:lstStyle>
          <a:p xmlns:a="http://schemas.openxmlformats.org/drawingml/2006/main">
            <a:pPr algn="ctr">
              <a:defRPr sz="3225" b="1">
                <a:solidFill>
                  <a:srgbClr val="352C24"/>
                </a:solidFill>
                <a:latin typeface="Georgia"/>
                <a:ea typeface="Georgia"/>
                <a:cs typeface="Georgia"/>
              </a:defRPr>
            </a:pPr>
            <a:r>
              <a:rPr sz="3225" b="1">
                <a:solidFill>
                  <a:srgbClr val="352C24"/>
                </a:solidFill>
                <a:latin typeface="Georgia"/>
                <a:ea typeface="Georgia"/>
                <a:cs typeface="Georgia"/>
              </a:rPr>
              <a:t>FEASIBILITY AND VIABILITY</a:t>
            </a:r>
          </a:p>
        </p:txBody>
      </p:sp>
      <p:pic>
        <p:nvPicPr>
          <p:cNvPr id="5" name="">
            <a:extLst xmlns:a="http://schemas.openxmlformats.org/drawingml/2006/main">
              <a:ext uri="{FF2B5EF4-FFF2-40B4-BE49-F238E27FC236}">
                <a16:creationId xmlns:a16="http://schemas.microsoft.com/office/drawing/2014/main" id="{8C690239-6A76-43E5-A225-828F5581B4C9}"/>
              </a:ext>
            </a:extLst>
          </p:cNvPr>
          <p:cNvPicPr>
            <a:picLocks xmlns:a="http://schemas.openxmlformats.org/drawingml/2006/main" noChangeAspect="1"/>
          </p:cNvPicPr>
          <p:nvPr/>
        </p:nvPicPr>
        <p:blipFill>
          <a:blip xmlns:r="http://schemas.openxmlformats.org/officeDocument/2006/relationships" xmlns:a="http://schemas.openxmlformats.org/drawingml/2006/main" r:embed="R87251a6cc8344ac1"/>
          <a:stretch xmlns:a="http://schemas.openxmlformats.org/drawingml/2006/main"/>
        </p:blipFill>
        <p:spPr>
          <a:xfrm xmlns:a="http://schemas.openxmlformats.org/drawingml/2006/main">
            <a:off x="10814685" y="142875"/>
            <a:ext cx="952500" cy="95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34C977D-BFB4-49C0-BA07-B55AE61F100C}"/>
              </a:ext>
            </a:extLst>
          </p:cNvPr>
          <p:cNvSpPr>
            <a:spLocks xmlns:a="http://schemas.openxmlformats.org/drawingml/2006/main" noGrp="1"/>
          </p:cNvSpPr>
          <p:nvPr/>
        </p:nvSpPr>
        <p:spPr>
          <a:xfrm xmlns:a="http://schemas.openxmlformats.org/drawingml/2006/main">
            <a:off x="432435" y="1066800"/>
            <a:ext cx="11353800" cy="28575"/>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3AA81D-4FD5-4AC6-B333-0D6A80DF35E3}"/>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8326A1-9590-4E42-914C-B20BCE8097BA}"/>
              </a:ext>
            </a:extLst>
          </p:cNvPr>
          <p:cNvSpPr>
            <a:spLocks xmlns:a="http://schemas.openxmlformats.org/drawingml/2006/main" noGrp="1"/>
          </p:cNvSpPr>
          <p:nvPr/>
        </p:nvSpPr>
        <p:spPr>
          <a:xfrm xmlns:a="http://schemas.openxmlformats.org/drawingml/2006/main">
            <a:off x="470535" y="66579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1">
                <a:solidFill>
                  <a:srgbClr val="FFFDF9"/>
                </a:solidFill>
                <a:latin typeface="Segoe UI"/>
                <a:ea typeface="Segoe UI"/>
                <a:cs typeface="Segoe UI"/>
              </a:defRPr>
            </a:defPPr>
            <a:lvl1pPr algn="l">
              <a:defRPr sz="975" b="1">
                <a:solidFill>
                  <a:srgbClr val="FFFDF9"/>
                </a:solidFill>
                <a:latin typeface="Segoe UI"/>
                <a:ea typeface="Segoe UI"/>
                <a:cs typeface="Segoe UI"/>
              </a:defRPr>
            </a:lvl1pPr>
            <a:lvl2pPr algn="l">
              <a:defRPr sz="975" b="1">
                <a:solidFill>
                  <a:srgbClr val="FFFDF9"/>
                </a:solidFill>
                <a:latin typeface="Segoe UI"/>
                <a:ea typeface="Segoe UI"/>
                <a:cs typeface="Segoe UI"/>
              </a:defRPr>
            </a:lvl2pPr>
            <a:lvl3pPr algn="l">
              <a:defRPr sz="975" b="1">
                <a:solidFill>
                  <a:srgbClr val="FFFDF9"/>
                </a:solidFill>
                <a:latin typeface="Segoe UI"/>
                <a:ea typeface="Segoe UI"/>
                <a:cs typeface="Segoe UI"/>
              </a:defRPr>
            </a:lvl3pPr>
            <a:lvl4pPr algn="l">
              <a:defRPr sz="975" b="1">
                <a:solidFill>
                  <a:srgbClr val="FFFDF9"/>
                </a:solidFill>
                <a:latin typeface="Segoe UI"/>
                <a:ea typeface="Segoe UI"/>
                <a:cs typeface="Segoe UI"/>
              </a:defRPr>
            </a:lvl4pPr>
            <a:lvl5pPr algn="l">
              <a:defRPr sz="975" b="1">
                <a:solidFill>
                  <a:srgbClr val="FFFDF9"/>
                </a:solidFill>
                <a:latin typeface="Segoe UI"/>
                <a:ea typeface="Segoe UI"/>
                <a:cs typeface="Segoe UI"/>
              </a:defRPr>
            </a:lvl5pPr>
            <a:lvl6pPr algn="l">
              <a:defRPr sz="975" b="1">
                <a:solidFill>
                  <a:srgbClr val="FFFDF9"/>
                </a:solidFill>
                <a:latin typeface="Segoe UI"/>
                <a:ea typeface="Segoe UI"/>
                <a:cs typeface="Segoe UI"/>
              </a:defRPr>
            </a:lvl6pPr>
            <a:lvl7pPr algn="l">
              <a:defRPr sz="975" b="1">
                <a:solidFill>
                  <a:srgbClr val="FFFDF9"/>
                </a:solidFill>
                <a:latin typeface="Segoe UI"/>
                <a:ea typeface="Segoe UI"/>
                <a:cs typeface="Segoe UI"/>
              </a:defRPr>
            </a:lvl7pPr>
            <a:lvl8pPr algn="l">
              <a:defRPr sz="975" b="1">
                <a:solidFill>
                  <a:srgbClr val="FFFDF9"/>
                </a:solidFill>
                <a:latin typeface="Segoe UI"/>
                <a:ea typeface="Segoe UI"/>
                <a:cs typeface="Segoe UI"/>
              </a:defRPr>
            </a:lvl8pPr>
            <a:lvl9pPr algn="l">
              <a:defRPr sz="975" b="1">
                <a:solidFill>
                  <a:srgbClr val="FFFDF9"/>
                </a:solidFill>
                <a:latin typeface="Segoe UI"/>
                <a:ea typeface="Segoe UI"/>
                <a:cs typeface="Segoe UI"/>
              </a:defRPr>
            </a:lvl9pPr>
          </a:lstStyle>
          <a:p xmlns:a="http://schemas.openxmlformats.org/drawingml/2006/main">
            <a:pPr algn="l">
              <a:defRPr sz="975" b="1">
                <a:solidFill>
                  <a:srgbClr val="FFFDF9"/>
                </a:solidFill>
                <a:latin typeface="Segoe UI"/>
                <a:ea typeface="Segoe UI"/>
                <a:cs typeface="Segoe UI"/>
              </a:defRPr>
            </a:pPr>
            <a:r>
              <a:rPr sz="975" b="1">
                <a:solidFill>
                  <a:srgbClr val="FFFDF9"/>
                </a:solidFill>
                <a:latin typeface="Segoe UI"/>
                <a:ea typeface="Segoe UI"/>
                <a:cs typeface="Segoe UI"/>
              </a:rPr>
              <a:t>MODEST  |  ONECASE  |  SIH26264</a:t>
            </a:r>
          </a:p>
        </p:txBody>
      </p:sp>
      <p:sp>
        <p:nvSpPr>
          <p:cNvPr id="9" name="">
            <a:extLst xmlns:a="http://schemas.openxmlformats.org/drawingml/2006/main">
              <a:ext uri="{FF2B5EF4-FFF2-40B4-BE49-F238E27FC236}">
                <a16:creationId xmlns:a16="http://schemas.microsoft.com/office/drawing/2014/main" id="{5E486F77-5907-419B-9600-22F0D386DE7D}"/>
              </a:ext>
            </a:extLst>
          </p:cNvPr>
          <p:cNvSpPr>
            <a:spLocks xmlns:a="http://schemas.openxmlformats.org/drawingml/2006/main" noGrp="1"/>
          </p:cNvSpPr>
          <p:nvPr/>
        </p:nvSpPr>
        <p:spPr>
          <a:xfrm xmlns:a="http://schemas.openxmlformats.org/drawingml/2006/main">
            <a:off x="11363325" y="66579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75" b="1">
                <a:solidFill>
                  <a:srgbClr val="FFFDF9"/>
                </a:solidFill>
                <a:latin typeface="Segoe UI"/>
                <a:ea typeface="Segoe UI"/>
                <a:cs typeface="Segoe UI"/>
              </a:defRPr>
            </a:defPPr>
            <a:lvl1pPr algn="r">
              <a:defRPr sz="975" b="1">
                <a:solidFill>
                  <a:srgbClr val="FFFDF9"/>
                </a:solidFill>
                <a:latin typeface="Segoe UI"/>
                <a:ea typeface="Segoe UI"/>
                <a:cs typeface="Segoe UI"/>
              </a:defRPr>
            </a:lvl1pPr>
            <a:lvl2pPr algn="r">
              <a:defRPr sz="975" b="1">
                <a:solidFill>
                  <a:srgbClr val="FFFDF9"/>
                </a:solidFill>
                <a:latin typeface="Segoe UI"/>
                <a:ea typeface="Segoe UI"/>
                <a:cs typeface="Segoe UI"/>
              </a:defRPr>
            </a:lvl2pPr>
            <a:lvl3pPr algn="r">
              <a:defRPr sz="975" b="1">
                <a:solidFill>
                  <a:srgbClr val="FFFDF9"/>
                </a:solidFill>
                <a:latin typeface="Segoe UI"/>
                <a:ea typeface="Segoe UI"/>
                <a:cs typeface="Segoe UI"/>
              </a:defRPr>
            </a:lvl3pPr>
            <a:lvl4pPr algn="r">
              <a:defRPr sz="975" b="1">
                <a:solidFill>
                  <a:srgbClr val="FFFDF9"/>
                </a:solidFill>
                <a:latin typeface="Segoe UI"/>
                <a:ea typeface="Segoe UI"/>
                <a:cs typeface="Segoe UI"/>
              </a:defRPr>
            </a:lvl4pPr>
            <a:lvl5pPr algn="r">
              <a:defRPr sz="975" b="1">
                <a:solidFill>
                  <a:srgbClr val="FFFDF9"/>
                </a:solidFill>
                <a:latin typeface="Segoe UI"/>
                <a:ea typeface="Segoe UI"/>
                <a:cs typeface="Segoe UI"/>
              </a:defRPr>
            </a:lvl5pPr>
            <a:lvl6pPr algn="r">
              <a:defRPr sz="975" b="1">
                <a:solidFill>
                  <a:srgbClr val="FFFDF9"/>
                </a:solidFill>
                <a:latin typeface="Segoe UI"/>
                <a:ea typeface="Segoe UI"/>
                <a:cs typeface="Segoe UI"/>
              </a:defRPr>
            </a:lvl6pPr>
            <a:lvl7pPr algn="r">
              <a:defRPr sz="975" b="1">
                <a:solidFill>
                  <a:srgbClr val="FFFDF9"/>
                </a:solidFill>
                <a:latin typeface="Segoe UI"/>
                <a:ea typeface="Segoe UI"/>
                <a:cs typeface="Segoe UI"/>
              </a:defRPr>
            </a:lvl7pPr>
            <a:lvl8pPr algn="r">
              <a:defRPr sz="975" b="1">
                <a:solidFill>
                  <a:srgbClr val="FFFDF9"/>
                </a:solidFill>
                <a:latin typeface="Segoe UI"/>
                <a:ea typeface="Segoe UI"/>
                <a:cs typeface="Segoe UI"/>
              </a:defRPr>
            </a:lvl8pPr>
            <a:lvl9pPr algn="r">
              <a:defRPr sz="975" b="1">
                <a:solidFill>
                  <a:srgbClr val="FFFDF9"/>
                </a:solidFill>
                <a:latin typeface="Segoe UI"/>
                <a:ea typeface="Segoe UI"/>
                <a:cs typeface="Segoe UI"/>
              </a:defRPr>
            </a:lvl9pPr>
          </a:lstStyle>
          <a:p xmlns:a="http://schemas.openxmlformats.org/drawingml/2006/main">
            <a:pPr algn="r">
              <a:defRPr sz="975" b="1">
                <a:solidFill>
                  <a:srgbClr val="FFFDF9"/>
                </a:solidFill>
                <a:latin typeface="Segoe UI"/>
                <a:ea typeface="Segoe UI"/>
                <a:cs typeface="Segoe UI"/>
              </a:defRPr>
            </a:pPr>
            <a:r>
              <a:rPr sz="975" b="1">
                <a:solidFill>
                  <a:srgbClr val="FFFDF9"/>
                </a:solidFill>
                <a:latin typeface="Segoe UI"/>
                <a:ea typeface="Segoe UI"/>
                <a:cs typeface="Segoe UI"/>
              </a:rPr>
              <a:t>03</a:t>
            </a:r>
          </a:p>
        </p:txBody>
      </p:sp>
      <p:sp>
        <p:nvSpPr>
          <p:cNvPr id="10" name="">
            <a:extLst xmlns:a="http://schemas.openxmlformats.org/drawingml/2006/main">
              <a:ext uri="{FF2B5EF4-FFF2-40B4-BE49-F238E27FC236}">
                <a16:creationId xmlns:a16="http://schemas.microsoft.com/office/drawing/2014/main" id="{86DE1150-CF9D-43AE-97D9-917935126AC7}"/>
              </a:ext>
            </a:extLst>
          </p:cNvPr>
          <p:cNvSpPr>
            <a:spLocks xmlns:a="http://schemas.openxmlformats.org/drawingml/2006/main" noGrp="1"/>
          </p:cNvSpPr>
          <p:nvPr/>
        </p:nvSpPr>
        <p:spPr>
          <a:xfrm xmlns:a="http://schemas.openxmlformats.org/drawingml/2006/main">
            <a:off x="495300" y="1438275"/>
            <a:ext cx="7105650" cy="1304925"/>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6484EC9-B3DA-485B-B359-E77007D92832}"/>
              </a:ext>
            </a:extLst>
          </p:cNvPr>
          <p:cNvSpPr>
            <a:spLocks xmlns:a="http://schemas.openxmlformats.org/drawingml/2006/main" noGrp="1"/>
          </p:cNvSpPr>
          <p:nvPr/>
        </p:nvSpPr>
        <p:spPr>
          <a:xfrm xmlns:a="http://schemas.openxmlformats.org/drawingml/2006/main">
            <a:off x="657225" y="1562100"/>
            <a:ext cx="678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9C482E"/>
                </a:solidFill>
                <a:latin typeface="Segoe UI"/>
                <a:ea typeface="Segoe UI"/>
                <a:cs typeface="Segoe UI"/>
              </a:defRPr>
            </a:defPPr>
            <a:lvl1pPr algn="l">
              <a:defRPr sz="1725" b="1">
                <a:solidFill>
                  <a:srgbClr val="9C482E"/>
                </a:solidFill>
                <a:latin typeface="Segoe UI"/>
                <a:ea typeface="Segoe UI"/>
                <a:cs typeface="Segoe UI"/>
              </a:defRPr>
            </a:lvl1pPr>
            <a:lvl2pPr algn="l">
              <a:defRPr sz="1725" b="1">
                <a:solidFill>
                  <a:srgbClr val="9C482E"/>
                </a:solidFill>
                <a:latin typeface="Segoe UI"/>
                <a:ea typeface="Segoe UI"/>
                <a:cs typeface="Segoe UI"/>
              </a:defRPr>
            </a:lvl2pPr>
            <a:lvl3pPr algn="l">
              <a:defRPr sz="1725" b="1">
                <a:solidFill>
                  <a:srgbClr val="9C482E"/>
                </a:solidFill>
                <a:latin typeface="Segoe UI"/>
                <a:ea typeface="Segoe UI"/>
                <a:cs typeface="Segoe UI"/>
              </a:defRPr>
            </a:lvl3pPr>
            <a:lvl4pPr algn="l">
              <a:defRPr sz="1725" b="1">
                <a:solidFill>
                  <a:srgbClr val="9C482E"/>
                </a:solidFill>
                <a:latin typeface="Segoe UI"/>
                <a:ea typeface="Segoe UI"/>
                <a:cs typeface="Segoe UI"/>
              </a:defRPr>
            </a:lvl4pPr>
            <a:lvl5pPr algn="l">
              <a:defRPr sz="1725" b="1">
                <a:solidFill>
                  <a:srgbClr val="9C482E"/>
                </a:solidFill>
                <a:latin typeface="Segoe UI"/>
                <a:ea typeface="Segoe UI"/>
                <a:cs typeface="Segoe UI"/>
              </a:defRPr>
            </a:lvl5pPr>
            <a:lvl6pPr algn="l">
              <a:defRPr sz="1725" b="1">
                <a:solidFill>
                  <a:srgbClr val="9C482E"/>
                </a:solidFill>
                <a:latin typeface="Segoe UI"/>
                <a:ea typeface="Segoe UI"/>
                <a:cs typeface="Segoe UI"/>
              </a:defRPr>
            </a:lvl6pPr>
            <a:lvl7pPr algn="l">
              <a:defRPr sz="1725" b="1">
                <a:solidFill>
                  <a:srgbClr val="9C482E"/>
                </a:solidFill>
                <a:latin typeface="Segoe UI"/>
                <a:ea typeface="Segoe UI"/>
                <a:cs typeface="Segoe UI"/>
              </a:defRPr>
            </a:lvl7pPr>
            <a:lvl8pPr algn="l">
              <a:defRPr sz="1725" b="1">
                <a:solidFill>
                  <a:srgbClr val="9C482E"/>
                </a:solidFill>
                <a:latin typeface="Segoe UI"/>
                <a:ea typeface="Segoe UI"/>
                <a:cs typeface="Segoe UI"/>
              </a:defRPr>
            </a:lvl8pPr>
            <a:lvl9pPr algn="l">
              <a:defRPr sz="1725" b="1">
                <a:solidFill>
                  <a:srgbClr val="9C482E"/>
                </a:solidFill>
                <a:latin typeface="Segoe UI"/>
                <a:ea typeface="Segoe UI"/>
                <a:cs typeface="Segoe UI"/>
              </a:defRPr>
            </a:lvl9pPr>
          </a:lstStyle>
          <a:p xmlns:a="http://schemas.openxmlformats.org/drawingml/2006/main">
            <a:pPr algn="l">
              <a:defRPr sz="1725" b="1">
                <a:solidFill>
                  <a:srgbClr val="9C482E"/>
                </a:solidFill>
                <a:latin typeface="Segoe UI"/>
                <a:ea typeface="Segoe UI"/>
                <a:cs typeface="Segoe UI"/>
              </a:defRPr>
            </a:pPr>
            <a:r>
              <a:rPr sz="1725" b="1">
                <a:solidFill>
                  <a:srgbClr val="9C482E"/>
                </a:solidFill>
                <a:latin typeface="Segoe UI"/>
                <a:ea typeface="Segoe UI"/>
                <a:cs typeface="Segoe UI"/>
              </a:rPr>
              <a:t>IMPLEMENTED WORKFLOWS</a:t>
            </a:r>
          </a:p>
        </p:txBody>
      </p:sp>
      <p:sp>
        <p:nvSpPr>
          <p:cNvPr id="12" name="">
            <a:extLst xmlns:a="http://schemas.openxmlformats.org/drawingml/2006/main">
              <a:ext uri="{FF2B5EF4-FFF2-40B4-BE49-F238E27FC236}">
                <a16:creationId xmlns:a16="http://schemas.microsoft.com/office/drawing/2014/main" id="{298E793B-CF7D-4D6B-B3E2-4B61A9182034}"/>
              </a:ext>
            </a:extLst>
          </p:cNvPr>
          <p:cNvSpPr>
            <a:spLocks xmlns:a="http://schemas.openxmlformats.org/drawingml/2006/main" noGrp="1"/>
          </p:cNvSpPr>
          <p:nvPr/>
        </p:nvSpPr>
        <p:spPr>
          <a:xfrm xmlns:a="http://schemas.openxmlformats.org/drawingml/2006/main">
            <a:off x="657225" y="1943100"/>
            <a:ext cx="6781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352C24"/>
                </a:solidFill>
                <a:latin typeface="Segoe UI"/>
                <a:ea typeface="Segoe UI"/>
                <a:cs typeface="Segoe UI"/>
              </a:defRPr>
            </a:defPPr>
            <a:lvl1pPr algn="l">
              <a:defRPr sz="1650" b="0">
                <a:solidFill>
                  <a:srgbClr val="352C24"/>
                </a:solidFill>
                <a:latin typeface="Segoe UI"/>
                <a:ea typeface="Segoe UI"/>
                <a:cs typeface="Segoe UI"/>
              </a:defRPr>
            </a:lvl1pPr>
            <a:lvl2pPr algn="l">
              <a:defRPr sz="1650" b="0">
                <a:solidFill>
                  <a:srgbClr val="352C24"/>
                </a:solidFill>
                <a:latin typeface="Segoe UI"/>
                <a:ea typeface="Segoe UI"/>
                <a:cs typeface="Segoe UI"/>
              </a:defRPr>
            </a:lvl2pPr>
            <a:lvl3pPr algn="l">
              <a:defRPr sz="1650" b="0">
                <a:solidFill>
                  <a:srgbClr val="352C24"/>
                </a:solidFill>
                <a:latin typeface="Segoe UI"/>
                <a:ea typeface="Segoe UI"/>
                <a:cs typeface="Segoe UI"/>
              </a:defRPr>
            </a:lvl3pPr>
            <a:lvl4pPr algn="l">
              <a:defRPr sz="1650" b="0">
                <a:solidFill>
                  <a:srgbClr val="352C24"/>
                </a:solidFill>
                <a:latin typeface="Segoe UI"/>
                <a:ea typeface="Segoe UI"/>
                <a:cs typeface="Segoe UI"/>
              </a:defRPr>
            </a:lvl4pPr>
            <a:lvl5pPr algn="l">
              <a:defRPr sz="1650" b="0">
                <a:solidFill>
                  <a:srgbClr val="352C24"/>
                </a:solidFill>
                <a:latin typeface="Segoe UI"/>
                <a:ea typeface="Segoe UI"/>
                <a:cs typeface="Segoe UI"/>
              </a:defRPr>
            </a:lvl5pPr>
            <a:lvl6pPr algn="l">
              <a:defRPr sz="1650" b="0">
                <a:solidFill>
                  <a:srgbClr val="352C24"/>
                </a:solidFill>
                <a:latin typeface="Segoe UI"/>
                <a:ea typeface="Segoe UI"/>
                <a:cs typeface="Segoe UI"/>
              </a:defRPr>
            </a:lvl6pPr>
            <a:lvl7pPr algn="l">
              <a:defRPr sz="1650" b="0">
                <a:solidFill>
                  <a:srgbClr val="352C24"/>
                </a:solidFill>
                <a:latin typeface="Segoe UI"/>
                <a:ea typeface="Segoe UI"/>
                <a:cs typeface="Segoe UI"/>
              </a:defRPr>
            </a:lvl7pPr>
            <a:lvl8pPr algn="l">
              <a:defRPr sz="1650" b="0">
                <a:solidFill>
                  <a:srgbClr val="352C24"/>
                </a:solidFill>
                <a:latin typeface="Segoe UI"/>
                <a:ea typeface="Segoe UI"/>
                <a:cs typeface="Segoe UI"/>
              </a:defRPr>
            </a:lvl8pPr>
            <a:lvl9pPr algn="l">
              <a:defRPr sz="1650" b="0">
                <a:solidFill>
                  <a:srgbClr val="352C24"/>
                </a:solidFill>
                <a:latin typeface="Segoe UI"/>
                <a:ea typeface="Segoe UI"/>
                <a:cs typeface="Segoe UI"/>
              </a:defRPr>
            </a:lvl9pPr>
          </a:lstStyle>
          <a:p xmlns:a="http://schemas.openxmlformats.org/drawingml/2006/main">
            <a:pPr algn="l">
              <a:defRPr sz="1650" b="0">
                <a:solidFill>
                  <a:srgbClr val="352C24"/>
                </a:solidFill>
                <a:latin typeface="Segoe UI"/>
                <a:ea typeface="Segoe UI"/>
                <a:cs typeface="Segoe UI"/>
              </a:defRPr>
            </a:pPr>
            <a:r>
              <a:rPr sz="1650" b="0">
                <a:solidFill>
                  <a:srgbClr val="352C24"/>
                </a:solidFill>
                <a:latin typeface="Segoe UI"/>
                <a:ea typeface="Segoe UI"/>
                <a:cs typeface="Segoe UI"/>
              </a:rPr>
              <a:t>Public intake, ownership/transfers, action history, deadline policies, proceeding records, institution review and closure reports.</a:t>
            </a:r>
          </a:p>
        </p:txBody>
      </p:sp>
      <p:sp>
        <p:nvSpPr>
          <p:cNvPr id="13" name="">
            <a:extLst xmlns:a="http://schemas.openxmlformats.org/drawingml/2006/main">
              <a:ext uri="{FF2B5EF4-FFF2-40B4-BE49-F238E27FC236}">
                <a16:creationId xmlns:a16="http://schemas.microsoft.com/office/drawing/2014/main" id="{94DB24BF-A34C-4D5E-9470-C9EE7D41166B}"/>
              </a:ext>
            </a:extLst>
          </p:cNvPr>
          <p:cNvSpPr>
            <a:spLocks xmlns:a="http://schemas.openxmlformats.org/drawingml/2006/main" noGrp="1"/>
          </p:cNvSpPr>
          <p:nvPr/>
        </p:nvSpPr>
        <p:spPr>
          <a:xfrm xmlns:a="http://schemas.openxmlformats.org/drawingml/2006/main">
            <a:off x="495300" y="2914650"/>
            <a:ext cx="7105650" cy="1304925"/>
          </a:xfrm>
          <a:prstGeom xmlns:a="http://schemas.openxmlformats.org/drawingml/2006/main" prst="rect">
            <a:avLst/>
          </a:prstGeom>
          <a:solidFill xmlns:a="http://schemas.openxmlformats.org/drawingml/2006/main">
            <a:srgbClr val="FFFDF9"/>
          </a:solidFill>
          <a:ln xmlns:a="http://schemas.openxmlformats.org/drawingml/2006/main" w="9525">
            <a:solidFill>
              <a:srgbClr val="CFBDA6"/>
            </a:solidFill>
          </a:ln>
        </p:spPr>
      </p:sp>
      <p:sp>
        <p:nvSpPr>
          <p:cNvPr id="14" name="">
            <a:extLst xmlns:a="http://schemas.openxmlformats.org/drawingml/2006/main">
              <a:ext uri="{FF2B5EF4-FFF2-40B4-BE49-F238E27FC236}">
                <a16:creationId xmlns:a16="http://schemas.microsoft.com/office/drawing/2014/main" id="{B58BE31A-EF02-4C55-9A61-108F8EF05C48}"/>
              </a:ext>
            </a:extLst>
          </p:cNvPr>
          <p:cNvSpPr>
            <a:spLocks xmlns:a="http://schemas.openxmlformats.org/drawingml/2006/main" noGrp="1"/>
          </p:cNvSpPr>
          <p:nvPr/>
        </p:nvSpPr>
        <p:spPr>
          <a:xfrm xmlns:a="http://schemas.openxmlformats.org/drawingml/2006/main">
            <a:off x="657225" y="3038475"/>
            <a:ext cx="678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9C482E"/>
                </a:solidFill>
                <a:latin typeface="Segoe UI"/>
                <a:ea typeface="Segoe UI"/>
                <a:cs typeface="Segoe UI"/>
              </a:defRPr>
            </a:defPPr>
            <a:lvl1pPr algn="l">
              <a:defRPr sz="1725" b="1">
                <a:solidFill>
                  <a:srgbClr val="9C482E"/>
                </a:solidFill>
                <a:latin typeface="Segoe UI"/>
                <a:ea typeface="Segoe UI"/>
                <a:cs typeface="Segoe UI"/>
              </a:defRPr>
            </a:lvl1pPr>
            <a:lvl2pPr algn="l">
              <a:defRPr sz="1725" b="1">
                <a:solidFill>
                  <a:srgbClr val="9C482E"/>
                </a:solidFill>
                <a:latin typeface="Segoe UI"/>
                <a:ea typeface="Segoe UI"/>
                <a:cs typeface="Segoe UI"/>
              </a:defRPr>
            </a:lvl2pPr>
            <a:lvl3pPr algn="l">
              <a:defRPr sz="1725" b="1">
                <a:solidFill>
                  <a:srgbClr val="9C482E"/>
                </a:solidFill>
                <a:latin typeface="Segoe UI"/>
                <a:ea typeface="Segoe UI"/>
                <a:cs typeface="Segoe UI"/>
              </a:defRPr>
            </a:lvl3pPr>
            <a:lvl4pPr algn="l">
              <a:defRPr sz="1725" b="1">
                <a:solidFill>
                  <a:srgbClr val="9C482E"/>
                </a:solidFill>
                <a:latin typeface="Segoe UI"/>
                <a:ea typeface="Segoe UI"/>
                <a:cs typeface="Segoe UI"/>
              </a:defRPr>
            </a:lvl4pPr>
            <a:lvl5pPr algn="l">
              <a:defRPr sz="1725" b="1">
                <a:solidFill>
                  <a:srgbClr val="9C482E"/>
                </a:solidFill>
                <a:latin typeface="Segoe UI"/>
                <a:ea typeface="Segoe UI"/>
                <a:cs typeface="Segoe UI"/>
              </a:defRPr>
            </a:lvl5pPr>
            <a:lvl6pPr algn="l">
              <a:defRPr sz="1725" b="1">
                <a:solidFill>
                  <a:srgbClr val="9C482E"/>
                </a:solidFill>
                <a:latin typeface="Segoe UI"/>
                <a:ea typeface="Segoe UI"/>
                <a:cs typeface="Segoe UI"/>
              </a:defRPr>
            </a:lvl6pPr>
            <a:lvl7pPr algn="l">
              <a:defRPr sz="1725" b="1">
                <a:solidFill>
                  <a:srgbClr val="9C482E"/>
                </a:solidFill>
                <a:latin typeface="Segoe UI"/>
                <a:ea typeface="Segoe UI"/>
                <a:cs typeface="Segoe UI"/>
              </a:defRPr>
            </a:lvl7pPr>
            <a:lvl8pPr algn="l">
              <a:defRPr sz="1725" b="1">
                <a:solidFill>
                  <a:srgbClr val="9C482E"/>
                </a:solidFill>
                <a:latin typeface="Segoe UI"/>
                <a:ea typeface="Segoe UI"/>
                <a:cs typeface="Segoe UI"/>
              </a:defRPr>
            </a:lvl8pPr>
            <a:lvl9pPr algn="l">
              <a:defRPr sz="1725" b="1">
                <a:solidFill>
                  <a:srgbClr val="9C482E"/>
                </a:solidFill>
                <a:latin typeface="Segoe UI"/>
                <a:ea typeface="Segoe UI"/>
                <a:cs typeface="Segoe UI"/>
              </a:defRPr>
            </a:lvl9pPr>
          </a:lstStyle>
          <a:p xmlns:a="http://schemas.openxmlformats.org/drawingml/2006/main">
            <a:pPr algn="l">
              <a:defRPr sz="1725" b="1">
                <a:solidFill>
                  <a:srgbClr val="9C482E"/>
                </a:solidFill>
                <a:latin typeface="Segoe UI"/>
                <a:ea typeface="Segoe UI"/>
                <a:cs typeface="Segoe UI"/>
              </a:defRPr>
            </a:pPr>
            <a:r>
              <a:rPr sz="1725" b="1">
                <a:solidFill>
                  <a:srgbClr val="9C482E"/>
                </a:solidFill>
                <a:latin typeface="Segoe UI"/>
                <a:ea typeface="Segoe UI"/>
                <a:cs typeface="Segoe UI"/>
              </a:rPr>
              <a:t>DEPLOYMENT REALITY</a:t>
            </a:r>
          </a:p>
        </p:txBody>
      </p:sp>
      <p:sp>
        <p:nvSpPr>
          <p:cNvPr id="15" name="">
            <a:extLst xmlns:a="http://schemas.openxmlformats.org/drawingml/2006/main">
              <a:ext uri="{FF2B5EF4-FFF2-40B4-BE49-F238E27FC236}">
                <a16:creationId xmlns:a16="http://schemas.microsoft.com/office/drawing/2014/main" id="{44C75847-F6AF-40AD-9857-F004BAB47FBA}"/>
              </a:ext>
            </a:extLst>
          </p:cNvPr>
          <p:cNvSpPr>
            <a:spLocks xmlns:a="http://schemas.openxmlformats.org/drawingml/2006/main" noGrp="1"/>
          </p:cNvSpPr>
          <p:nvPr/>
        </p:nvSpPr>
        <p:spPr>
          <a:xfrm xmlns:a="http://schemas.openxmlformats.org/drawingml/2006/main">
            <a:off x="657225" y="3419475"/>
            <a:ext cx="6781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352C24"/>
                </a:solidFill>
                <a:latin typeface="Segoe UI"/>
                <a:ea typeface="Segoe UI"/>
                <a:cs typeface="Segoe UI"/>
              </a:defRPr>
            </a:defPPr>
            <a:lvl1pPr algn="l">
              <a:defRPr sz="1650" b="0">
                <a:solidFill>
                  <a:srgbClr val="352C24"/>
                </a:solidFill>
                <a:latin typeface="Segoe UI"/>
                <a:ea typeface="Segoe UI"/>
                <a:cs typeface="Segoe UI"/>
              </a:defRPr>
            </a:lvl1pPr>
            <a:lvl2pPr algn="l">
              <a:defRPr sz="1650" b="0">
                <a:solidFill>
                  <a:srgbClr val="352C24"/>
                </a:solidFill>
                <a:latin typeface="Segoe UI"/>
                <a:ea typeface="Segoe UI"/>
                <a:cs typeface="Segoe UI"/>
              </a:defRPr>
            </a:lvl2pPr>
            <a:lvl3pPr algn="l">
              <a:defRPr sz="1650" b="0">
                <a:solidFill>
                  <a:srgbClr val="352C24"/>
                </a:solidFill>
                <a:latin typeface="Segoe UI"/>
                <a:ea typeface="Segoe UI"/>
                <a:cs typeface="Segoe UI"/>
              </a:defRPr>
            </a:lvl3pPr>
            <a:lvl4pPr algn="l">
              <a:defRPr sz="1650" b="0">
                <a:solidFill>
                  <a:srgbClr val="352C24"/>
                </a:solidFill>
                <a:latin typeface="Segoe UI"/>
                <a:ea typeface="Segoe UI"/>
                <a:cs typeface="Segoe UI"/>
              </a:defRPr>
            </a:lvl4pPr>
            <a:lvl5pPr algn="l">
              <a:defRPr sz="1650" b="0">
                <a:solidFill>
                  <a:srgbClr val="352C24"/>
                </a:solidFill>
                <a:latin typeface="Segoe UI"/>
                <a:ea typeface="Segoe UI"/>
                <a:cs typeface="Segoe UI"/>
              </a:defRPr>
            </a:lvl5pPr>
            <a:lvl6pPr algn="l">
              <a:defRPr sz="1650" b="0">
                <a:solidFill>
                  <a:srgbClr val="352C24"/>
                </a:solidFill>
                <a:latin typeface="Segoe UI"/>
                <a:ea typeface="Segoe UI"/>
                <a:cs typeface="Segoe UI"/>
              </a:defRPr>
            </a:lvl6pPr>
            <a:lvl7pPr algn="l">
              <a:defRPr sz="1650" b="0">
                <a:solidFill>
                  <a:srgbClr val="352C24"/>
                </a:solidFill>
                <a:latin typeface="Segoe UI"/>
                <a:ea typeface="Segoe UI"/>
                <a:cs typeface="Segoe UI"/>
              </a:defRPr>
            </a:lvl7pPr>
            <a:lvl8pPr algn="l">
              <a:defRPr sz="1650" b="0">
                <a:solidFill>
                  <a:srgbClr val="352C24"/>
                </a:solidFill>
                <a:latin typeface="Segoe UI"/>
                <a:ea typeface="Segoe UI"/>
                <a:cs typeface="Segoe UI"/>
              </a:defRPr>
            </a:lvl8pPr>
            <a:lvl9pPr algn="l">
              <a:defRPr sz="1650" b="0">
                <a:solidFill>
                  <a:srgbClr val="352C24"/>
                </a:solidFill>
                <a:latin typeface="Segoe UI"/>
                <a:ea typeface="Segoe UI"/>
                <a:cs typeface="Segoe UI"/>
              </a:defRPr>
            </a:lvl9pPr>
          </a:lstStyle>
          <a:p xmlns:a="http://schemas.openxmlformats.org/drawingml/2006/main">
            <a:pPr algn="l">
              <a:defRPr sz="1650" b="0">
                <a:solidFill>
                  <a:srgbClr val="352C24"/>
                </a:solidFill>
                <a:latin typeface="Segoe UI"/>
                <a:ea typeface="Segoe UI"/>
                <a:cs typeface="Segoe UI"/>
              </a:defRPr>
            </a:pPr>
            <a:r>
              <a:rPr sz="1650" b="0">
                <a:solidFill>
                  <a:srgbClr val="352C24"/>
                </a:solidFill>
                <a:latin typeface="Segoe UI"/>
                <a:ea typeface="Segoe UI"/>
                <a:cs typeface="Segoe UI"/>
              </a:rPr>
              <a:t>Vercel frontend; Render API and separate worker. Free API can sleep; the wake flow waits up to 90 seconds. Worker/model compute needs separate resources.</a:t>
            </a:r>
          </a:p>
        </p:txBody>
      </p:sp>
      <p:sp>
        <p:nvSpPr>
          <p:cNvPr id="16" name="">
            <a:extLst xmlns:a="http://schemas.openxmlformats.org/drawingml/2006/main">
              <a:ext uri="{FF2B5EF4-FFF2-40B4-BE49-F238E27FC236}">
                <a16:creationId xmlns:a16="http://schemas.microsoft.com/office/drawing/2014/main" id="{B7700907-8B9B-4904-A73E-7F1664095AC0}"/>
              </a:ext>
            </a:extLst>
          </p:cNvPr>
          <p:cNvSpPr>
            <a:spLocks xmlns:a="http://schemas.openxmlformats.org/drawingml/2006/main" noGrp="1"/>
          </p:cNvSpPr>
          <p:nvPr/>
        </p:nvSpPr>
        <p:spPr>
          <a:xfrm xmlns:a="http://schemas.openxmlformats.org/drawingml/2006/main">
            <a:off x="495300" y="4391025"/>
            <a:ext cx="7105650" cy="1304925"/>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35FD5C4-0268-4729-9057-4CB39871B9B8}"/>
              </a:ext>
            </a:extLst>
          </p:cNvPr>
          <p:cNvSpPr>
            <a:spLocks xmlns:a="http://schemas.openxmlformats.org/drawingml/2006/main" noGrp="1"/>
          </p:cNvSpPr>
          <p:nvPr/>
        </p:nvSpPr>
        <p:spPr>
          <a:xfrm xmlns:a="http://schemas.openxmlformats.org/drawingml/2006/main">
            <a:off x="657225" y="4514850"/>
            <a:ext cx="678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9C482E"/>
                </a:solidFill>
                <a:latin typeface="Segoe UI"/>
                <a:ea typeface="Segoe UI"/>
                <a:cs typeface="Segoe UI"/>
              </a:defRPr>
            </a:defPPr>
            <a:lvl1pPr algn="l">
              <a:defRPr sz="1725" b="1">
                <a:solidFill>
                  <a:srgbClr val="9C482E"/>
                </a:solidFill>
                <a:latin typeface="Segoe UI"/>
                <a:ea typeface="Segoe UI"/>
                <a:cs typeface="Segoe UI"/>
              </a:defRPr>
            </a:lvl1pPr>
            <a:lvl2pPr algn="l">
              <a:defRPr sz="1725" b="1">
                <a:solidFill>
                  <a:srgbClr val="9C482E"/>
                </a:solidFill>
                <a:latin typeface="Segoe UI"/>
                <a:ea typeface="Segoe UI"/>
                <a:cs typeface="Segoe UI"/>
              </a:defRPr>
            </a:lvl2pPr>
            <a:lvl3pPr algn="l">
              <a:defRPr sz="1725" b="1">
                <a:solidFill>
                  <a:srgbClr val="9C482E"/>
                </a:solidFill>
                <a:latin typeface="Segoe UI"/>
                <a:ea typeface="Segoe UI"/>
                <a:cs typeface="Segoe UI"/>
              </a:defRPr>
            </a:lvl3pPr>
            <a:lvl4pPr algn="l">
              <a:defRPr sz="1725" b="1">
                <a:solidFill>
                  <a:srgbClr val="9C482E"/>
                </a:solidFill>
                <a:latin typeface="Segoe UI"/>
                <a:ea typeface="Segoe UI"/>
                <a:cs typeface="Segoe UI"/>
              </a:defRPr>
            </a:lvl4pPr>
            <a:lvl5pPr algn="l">
              <a:defRPr sz="1725" b="1">
                <a:solidFill>
                  <a:srgbClr val="9C482E"/>
                </a:solidFill>
                <a:latin typeface="Segoe UI"/>
                <a:ea typeface="Segoe UI"/>
                <a:cs typeface="Segoe UI"/>
              </a:defRPr>
            </a:lvl5pPr>
            <a:lvl6pPr algn="l">
              <a:defRPr sz="1725" b="1">
                <a:solidFill>
                  <a:srgbClr val="9C482E"/>
                </a:solidFill>
                <a:latin typeface="Segoe UI"/>
                <a:ea typeface="Segoe UI"/>
                <a:cs typeface="Segoe UI"/>
              </a:defRPr>
            </a:lvl6pPr>
            <a:lvl7pPr algn="l">
              <a:defRPr sz="1725" b="1">
                <a:solidFill>
                  <a:srgbClr val="9C482E"/>
                </a:solidFill>
                <a:latin typeface="Segoe UI"/>
                <a:ea typeface="Segoe UI"/>
                <a:cs typeface="Segoe UI"/>
              </a:defRPr>
            </a:lvl7pPr>
            <a:lvl8pPr algn="l">
              <a:defRPr sz="1725" b="1">
                <a:solidFill>
                  <a:srgbClr val="9C482E"/>
                </a:solidFill>
                <a:latin typeface="Segoe UI"/>
                <a:ea typeface="Segoe UI"/>
                <a:cs typeface="Segoe UI"/>
              </a:defRPr>
            </a:lvl8pPr>
            <a:lvl9pPr algn="l">
              <a:defRPr sz="1725" b="1">
                <a:solidFill>
                  <a:srgbClr val="9C482E"/>
                </a:solidFill>
                <a:latin typeface="Segoe UI"/>
                <a:ea typeface="Segoe UI"/>
                <a:cs typeface="Segoe UI"/>
              </a:defRPr>
            </a:lvl9pPr>
          </a:lstStyle>
          <a:p xmlns:a="http://schemas.openxmlformats.org/drawingml/2006/main">
            <a:pPr algn="l">
              <a:defRPr sz="1725" b="1">
                <a:solidFill>
                  <a:srgbClr val="9C482E"/>
                </a:solidFill>
                <a:latin typeface="Segoe UI"/>
                <a:ea typeface="Segoe UI"/>
                <a:cs typeface="Segoe UI"/>
              </a:defRPr>
            </a:pPr>
            <a:r>
              <a:rPr sz="1725" b="1">
                <a:solidFill>
                  <a:srgbClr val="9C482E"/>
                </a:solidFill>
                <a:latin typeface="Segoe UI"/>
                <a:ea typeface="Segoe UI"/>
                <a:cs typeface="Segoe UI"/>
              </a:rPr>
              <a:t>VALIDATION STILL REQUIRED</a:t>
            </a:r>
          </a:p>
        </p:txBody>
      </p:sp>
      <p:sp>
        <p:nvSpPr>
          <p:cNvPr id="18" name="">
            <a:extLst xmlns:a="http://schemas.openxmlformats.org/drawingml/2006/main">
              <a:ext uri="{FF2B5EF4-FFF2-40B4-BE49-F238E27FC236}">
                <a16:creationId xmlns:a16="http://schemas.microsoft.com/office/drawing/2014/main" id="{FE3631A2-D794-48A5-8D33-CF692FB0BC6F}"/>
              </a:ext>
            </a:extLst>
          </p:cNvPr>
          <p:cNvSpPr>
            <a:spLocks xmlns:a="http://schemas.openxmlformats.org/drawingml/2006/main" noGrp="1"/>
          </p:cNvSpPr>
          <p:nvPr/>
        </p:nvSpPr>
        <p:spPr>
          <a:xfrm xmlns:a="http://schemas.openxmlformats.org/drawingml/2006/main">
            <a:off x="657225" y="4895850"/>
            <a:ext cx="6781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352C24"/>
                </a:solidFill>
                <a:latin typeface="Segoe UI"/>
                <a:ea typeface="Segoe UI"/>
                <a:cs typeface="Segoe UI"/>
              </a:defRPr>
            </a:defPPr>
            <a:lvl1pPr algn="l">
              <a:defRPr sz="1650" b="0">
                <a:solidFill>
                  <a:srgbClr val="352C24"/>
                </a:solidFill>
                <a:latin typeface="Segoe UI"/>
                <a:ea typeface="Segoe UI"/>
                <a:cs typeface="Segoe UI"/>
              </a:defRPr>
            </a:lvl1pPr>
            <a:lvl2pPr algn="l">
              <a:defRPr sz="1650" b="0">
                <a:solidFill>
                  <a:srgbClr val="352C24"/>
                </a:solidFill>
                <a:latin typeface="Segoe UI"/>
                <a:ea typeface="Segoe UI"/>
                <a:cs typeface="Segoe UI"/>
              </a:defRPr>
            </a:lvl2pPr>
            <a:lvl3pPr algn="l">
              <a:defRPr sz="1650" b="0">
                <a:solidFill>
                  <a:srgbClr val="352C24"/>
                </a:solidFill>
                <a:latin typeface="Segoe UI"/>
                <a:ea typeface="Segoe UI"/>
                <a:cs typeface="Segoe UI"/>
              </a:defRPr>
            </a:lvl3pPr>
            <a:lvl4pPr algn="l">
              <a:defRPr sz="1650" b="0">
                <a:solidFill>
                  <a:srgbClr val="352C24"/>
                </a:solidFill>
                <a:latin typeface="Segoe UI"/>
                <a:ea typeface="Segoe UI"/>
                <a:cs typeface="Segoe UI"/>
              </a:defRPr>
            </a:lvl4pPr>
            <a:lvl5pPr algn="l">
              <a:defRPr sz="1650" b="0">
                <a:solidFill>
                  <a:srgbClr val="352C24"/>
                </a:solidFill>
                <a:latin typeface="Segoe UI"/>
                <a:ea typeface="Segoe UI"/>
                <a:cs typeface="Segoe UI"/>
              </a:defRPr>
            </a:lvl5pPr>
            <a:lvl6pPr algn="l">
              <a:defRPr sz="1650" b="0">
                <a:solidFill>
                  <a:srgbClr val="352C24"/>
                </a:solidFill>
                <a:latin typeface="Segoe UI"/>
                <a:ea typeface="Segoe UI"/>
                <a:cs typeface="Segoe UI"/>
              </a:defRPr>
            </a:lvl6pPr>
            <a:lvl7pPr algn="l">
              <a:defRPr sz="1650" b="0">
                <a:solidFill>
                  <a:srgbClr val="352C24"/>
                </a:solidFill>
                <a:latin typeface="Segoe UI"/>
                <a:ea typeface="Segoe UI"/>
                <a:cs typeface="Segoe UI"/>
              </a:defRPr>
            </a:lvl7pPr>
            <a:lvl8pPr algn="l">
              <a:defRPr sz="1650" b="0">
                <a:solidFill>
                  <a:srgbClr val="352C24"/>
                </a:solidFill>
                <a:latin typeface="Segoe UI"/>
                <a:ea typeface="Segoe UI"/>
                <a:cs typeface="Segoe UI"/>
              </a:defRPr>
            </a:lvl8pPr>
            <a:lvl9pPr algn="l">
              <a:defRPr sz="1650" b="0">
                <a:solidFill>
                  <a:srgbClr val="352C24"/>
                </a:solidFill>
                <a:latin typeface="Segoe UI"/>
                <a:ea typeface="Segoe UI"/>
                <a:cs typeface="Segoe UI"/>
              </a:defRPr>
            </a:lvl9pPr>
          </a:lstStyle>
          <a:p xmlns:a="http://schemas.openxmlformats.org/drawingml/2006/main">
            <a:pPr algn="l">
              <a:defRPr sz="1650" b="0">
                <a:solidFill>
                  <a:srgbClr val="352C24"/>
                </a:solidFill>
                <a:latin typeface="Segoe UI"/>
                <a:ea typeface="Segoe UI"/>
                <a:cs typeface="Segoe UI"/>
              </a:defRPr>
            </a:pPr>
            <a:r>
              <a:rPr sz="1650" b="0">
                <a:solidFill>
                  <a:srgbClr val="352C24"/>
                </a:solidFill>
                <a:latin typeface="Segoe UI"/>
                <a:ea typeface="Segoe UI"/>
                <a:cs typeface="Segoe UI"/>
              </a:rPr>
              <a:t>Domain accuracy, multilingual performance, load/uptime benchmarks and live configuration. No measured savings or certification is claimed.</a:t>
            </a:r>
          </a:p>
        </p:txBody>
      </p:sp>
      <p:sp>
        <p:nvSpPr>
          <p:cNvPr id="19" name="">
            <a:extLst xmlns:a="http://schemas.openxmlformats.org/drawingml/2006/main">
              <a:ext uri="{FF2B5EF4-FFF2-40B4-BE49-F238E27FC236}">
                <a16:creationId xmlns:a16="http://schemas.microsoft.com/office/drawing/2014/main" id="{D6FB446F-D11B-4FA5-9BBC-D3CB9D5C1C7C}"/>
              </a:ext>
            </a:extLst>
          </p:cNvPr>
          <p:cNvSpPr>
            <a:spLocks xmlns:a="http://schemas.openxmlformats.org/drawingml/2006/main" noGrp="1"/>
          </p:cNvSpPr>
          <p:nvPr/>
        </p:nvSpPr>
        <p:spPr>
          <a:xfrm xmlns:a="http://schemas.openxmlformats.org/drawingml/2006/main">
            <a:off x="7943850" y="1438275"/>
            <a:ext cx="3752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9C482E"/>
                </a:solidFill>
                <a:latin typeface="Segoe UI"/>
                <a:ea typeface="Segoe UI"/>
                <a:cs typeface="Segoe UI"/>
              </a:defRPr>
            </a:defPPr>
            <a:lvl1pPr algn="l">
              <a:defRPr sz="1800" b="1">
                <a:solidFill>
                  <a:srgbClr val="9C482E"/>
                </a:solidFill>
                <a:latin typeface="Segoe UI"/>
                <a:ea typeface="Segoe UI"/>
                <a:cs typeface="Segoe UI"/>
              </a:defRPr>
            </a:lvl1pPr>
            <a:lvl2pPr algn="l">
              <a:defRPr sz="1800" b="1">
                <a:solidFill>
                  <a:srgbClr val="9C482E"/>
                </a:solidFill>
                <a:latin typeface="Segoe UI"/>
                <a:ea typeface="Segoe UI"/>
                <a:cs typeface="Segoe UI"/>
              </a:defRPr>
            </a:lvl2pPr>
            <a:lvl3pPr algn="l">
              <a:defRPr sz="1800" b="1">
                <a:solidFill>
                  <a:srgbClr val="9C482E"/>
                </a:solidFill>
                <a:latin typeface="Segoe UI"/>
                <a:ea typeface="Segoe UI"/>
                <a:cs typeface="Segoe UI"/>
              </a:defRPr>
            </a:lvl3pPr>
            <a:lvl4pPr algn="l">
              <a:defRPr sz="1800" b="1">
                <a:solidFill>
                  <a:srgbClr val="9C482E"/>
                </a:solidFill>
                <a:latin typeface="Segoe UI"/>
                <a:ea typeface="Segoe UI"/>
                <a:cs typeface="Segoe UI"/>
              </a:defRPr>
            </a:lvl4pPr>
            <a:lvl5pPr algn="l">
              <a:defRPr sz="1800" b="1">
                <a:solidFill>
                  <a:srgbClr val="9C482E"/>
                </a:solidFill>
                <a:latin typeface="Segoe UI"/>
                <a:ea typeface="Segoe UI"/>
                <a:cs typeface="Segoe UI"/>
              </a:defRPr>
            </a:lvl5pPr>
            <a:lvl6pPr algn="l">
              <a:defRPr sz="1800" b="1">
                <a:solidFill>
                  <a:srgbClr val="9C482E"/>
                </a:solidFill>
                <a:latin typeface="Segoe UI"/>
                <a:ea typeface="Segoe UI"/>
                <a:cs typeface="Segoe UI"/>
              </a:defRPr>
            </a:lvl6pPr>
            <a:lvl7pPr algn="l">
              <a:defRPr sz="1800" b="1">
                <a:solidFill>
                  <a:srgbClr val="9C482E"/>
                </a:solidFill>
                <a:latin typeface="Segoe UI"/>
                <a:ea typeface="Segoe UI"/>
                <a:cs typeface="Segoe UI"/>
              </a:defRPr>
            </a:lvl7pPr>
            <a:lvl8pPr algn="l">
              <a:defRPr sz="1800" b="1">
                <a:solidFill>
                  <a:srgbClr val="9C482E"/>
                </a:solidFill>
                <a:latin typeface="Segoe UI"/>
                <a:ea typeface="Segoe UI"/>
                <a:cs typeface="Segoe UI"/>
              </a:defRPr>
            </a:lvl8pPr>
            <a:lvl9pPr algn="l">
              <a:defRPr sz="1800" b="1">
                <a:solidFill>
                  <a:srgbClr val="9C482E"/>
                </a:solidFill>
                <a:latin typeface="Segoe UI"/>
                <a:ea typeface="Segoe UI"/>
                <a:cs typeface="Segoe UI"/>
              </a:defRPr>
            </a:lvl9pPr>
          </a:lstStyle>
          <a:p xmlns:a="http://schemas.openxmlformats.org/drawingml/2006/main">
            <a:pPr algn="l">
              <a:defRPr sz="1800" b="1">
                <a:solidFill>
                  <a:srgbClr val="9C482E"/>
                </a:solidFill>
                <a:latin typeface="Segoe UI"/>
                <a:ea typeface="Segoe UI"/>
                <a:cs typeface="Segoe UI"/>
              </a:defRPr>
            </a:pPr>
            <a:r>
              <a:rPr sz="1800" b="1">
                <a:solidFill>
                  <a:srgbClr val="9C482E"/>
                </a:solidFill>
                <a:latin typeface="Segoe UI"/>
                <a:ea typeface="Segoe UI"/>
                <a:cs typeface="Segoe UI"/>
              </a:rPr>
              <a:t>SECURITY IN THE CODE</a:t>
            </a:r>
          </a:p>
        </p:txBody>
      </p:sp>
      <p:sp>
        <p:nvSpPr>
          <p:cNvPr id="20" name="">
            <a:extLst xmlns:a="http://schemas.openxmlformats.org/drawingml/2006/main">
              <a:ext uri="{FF2B5EF4-FFF2-40B4-BE49-F238E27FC236}">
                <a16:creationId xmlns:a16="http://schemas.microsoft.com/office/drawing/2014/main" id="{8A0C4024-C7F4-4EE1-A471-26E80699A679}"/>
              </a:ext>
            </a:extLst>
          </p:cNvPr>
          <p:cNvSpPr>
            <a:spLocks xmlns:a="http://schemas.openxmlformats.org/drawingml/2006/main" noGrp="1"/>
          </p:cNvSpPr>
          <p:nvPr/>
        </p:nvSpPr>
        <p:spPr>
          <a:xfrm xmlns:a="http://schemas.openxmlformats.org/drawingml/2006/main">
            <a:off x="7943850" y="1895475"/>
            <a:ext cx="3752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352C24"/>
                </a:solidFill>
                <a:latin typeface="Segoe UI"/>
                <a:ea typeface="Segoe UI"/>
                <a:cs typeface="Segoe UI"/>
              </a:defRPr>
            </a:defPPr>
            <a:lvl1pPr algn="l">
              <a:defRPr sz="1650" b="1">
                <a:solidFill>
                  <a:srgbClr val="352C24"/>
                </a:solidFill>
                <a:latin typeface="Segoe UI"/>
                <a:ea typeface="Segoe UI"/>
                <a:cs typeface="Segoe UI"/>
              </a:defRPr>
            </a:lvl1pPr>
            <a:lvl2pPr algn="l">
              <a:defRPr sz="1650" b="1">
                <a:solidFill>
                  <a:srgbClr val="352C24"/>
                </a:solidFill>
                <a:latin typeface="Segoe UI"/>
                <a:ea typeface="Segoe UI"/>
                <a:cs typeface="Segoe UI"/>
              </a:defRPr>
            </a:lvl2pPr>
            <a:lvl3pPr algn="l">
              <a:defRPr sz="1650" b="1">
                <a:solidFill>
                  <a:srgbClr val="352C24"/>
                </a:solidFill>
                <a:latin typeface="Segoe UI"/>
                <a:ea typeface="Segoe UI"/>
                <a:cs typeface="Segoe UI"/>
              </a:defRPr>
            </a:lvl3pPr>
            <a:lvl4pPr algn="l">
              <a:defRPr sz="1650" b="1">
                <a:solidFill>
                  <a:srgbClr val="352C24"/>
                </a:solidFill>
                <a:latin typeface="Segoe UI"/>
                <a:ea typeface="Segoe UI"/>
                <a:cs typeface="Segoe UI"/>
              </a:defRPr>
            </a:lvl4pPr>
            <a:lvl5pPr algn="l">
              <a:defRPr sz="1650" b="1">
                <a:solidFill>
                  <a:srgbClr val="352C24"/>
                </a:solidFill>
                <a:latin typeface="Segoe UI"/>
                <a:ea typeface="Segoe UI"/>
                <a:cs typeface="Segoe UI"/>
              </a:defRPr>
            </a:lvl5pPr>
            <a:lvl6pPr algn="l">
              <a:defRPr sz="1650" b="1">
                <a:solidFill>
                  <a:srgbClr val="352C24"/>
                </a:solidFill>
                <a:latin typeface="Segoe UI"/>
                <a:ea typeface="Segoe UI"/>
                <a:cs typeface="Segoe UI"/>
              </a:defRPr>
            </a:lvl6pPr>
            <a:lvl7pPr algn="l">
              <a:defRPr sz="1650" b="1">
                <a:solidFill>
                  <a:srgbClr val="352C24"/>
                </a:solidFill>
                <a:latin typeface="Segoe UI"/>
                <a:ea typeface="Segoe UI"/>
                <a:cs typeface="Segoe UI"/>
              </a:defRPr>
            </a:lvl7pPr>
            <a:lvl8pPr algn="l">
              <a:defRPr sz="1650" b="1">
                <a:solidFill>
                  <a:srgbClr val="352C24"/>
                </a:solidFill>
                <a:latin typeface="Segoe UI"/>
                <a:ea typeface="Segoe UI"/>
                <a:cs typeface="Segoe UI"/>
              </a:defRPr>
            </a:lvl8pPr>
            <a:lvl9pPr algn="l">
              <a:defRPr sz="1650" b="1">
                <a:solidFill>
                  <a:srgbClr val="352C24"/>
                </a:solidFill>
                <a:latin typeface="Segoe UI"/>
                <a:ea typeface="Segoe UI"/>
                <a:cs typeface="Segoe UI"/>
              </a:defRPr>
            </a:lvl9pPr>
          </a:lstStyle>
          <a:p xmlns:a="http://schemas.openxmlformats.org/drawingml/2006/main">
            <a:pPr algn="l">
              <a:defRPr sz="1650" b="1">
                <a:solidFill>
                  <a:srgbClr val="352C24"/>
                </a:solidFill>
                <a:latin typeface="Segoe UI"/>
                <a:ea typeface="Segoe UI"/>
                <a:cs typeface="Segoe UI"/>
              </a:defRPr>
            </a:pPr>
            <a:r>
              <a:rPr sz="1650" b="1">
                <a:solidFill>
                  <a:srgbClr val="352C24"/>
                </a:solidFill>
                <a:latin typeface="Segoe UI"/>
                <a:ea typeface="Segoe UI"/>
                <a:cs typeface="Segoe UI"/>
              </a:rPr>
              <a:t>Authentication</a:t>
            </a:r>
          </a:p>
        </p:txBody>
      </p:sp>
      <p:sp>
        <p:nvSpPr>
          <p:cNvPr id="21" name="">
            <a:extLst xmlns:a="http://schemas.openxmlformats.org/drawingml/2006/main">
              <a:ext uri="{FF2B5EF4-FFF2-40B4-BE49-F238E27FC236}">
                <a16:creationId xmlns:a16="http://schemas.microsoft.com/office/drawing/2014/main" id="{EC95EC20-F788-4302-852F-2673A39CED02}"/>
              </a:ext>
            </a:extLst>
          </p:cNvPr>
          <p:cNvSpPr>
            <a:spLocks xmlns:a="http://schemas.openxmlformats.org/drawingml/2006/main" noGrp="1"/>
          </p:cNvSpPr>
          <p:nvPr/>
        </p:nvSpPr>
        <p:spPr>
          <a:xfrm xmlns:a="http://schemas.openxmlformats.org/drawingml/2006/main">
            <a:off x="7943850" y="2190750"/>
            <a:ext cx="3752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816C59"/>
                </a:solidFill>
                <a:latin typeface="Segoe UI"/>
                <a:ea typeface="Segoe UI"/>
                <a:cs typeface="Segoe UI"/>
              </a:defRPr>
            </a:defPPr>
            <a:lvl1pPr algn="l">
              <a:defRPr sz="1500" b="0">
                <a:solidFill>
                  <a:srgbClr val="816C59"/>
                </a:solidFill>
                <a:latin typeface="Segoe UI"/>
                <a:ea typeface="Segoe UI"/>
                <a:cs typeface="Segoe UI"/>
              </a:defRPr>
            </a:lvl1pPr>
            <a:lvl2pPr algn="l">
              <a:defRPr sz="1500" b="0">
                <a:solidFill>
                  <a:srgbClr val="816C59"/>
                </a:solidFill>
                <a:latin typeface="Segoe UI"/>
                <a:ea typeface="Segoe UI"/>
                <a:cs typeface="Segoe UI"/>
              </a:defRPr>
            </a:lvl2pPr>
            <a:lvl3pPr algn="l">
              <a:defRPr sz="1500" b="0">
                <a:solidFill>
                  <a:srgbClr val="816C59"/>
                </a:solidFill>
                <a:latin typeface="Segoe UI"/>
                <a:ea typeface="Segoe UI"/>
                <a:cs typeface="Segoe UI"/>
              </a:defRPr>
            </a:lvl3pPr>
            <a:lvl4pPr algn="l">
              <a:defRPr sz="1500" b="0">
                <a:solidFill>
                  <a:srgbClr val="816C59"/>
                </a:solidFill>
                <a:latin typeface="Segoe UI"/>
                <a:ea typeface="Segoe UI"/>
                <a:cs typeface="Segoe UI"/>
              </a:defRPr>
            </a:lvl4pPr>
            <a:lvl5pPr algn="l">
              <a:defRPr sz="1500" b="0">
                <a:solidFill>
                  <a:srgbClr val="816C59"/>
                </a:solidFill>
                <a:latin typeface="Segoe UI"/>
                <a:ea typeface="Segoe UI"/>
                <a:cs typeface="Segoe UI"/>
              </a:defRPr>
            </a:lvl5pPr>
            <a:lvl6pPr algn="l">
              <a:defRPr sz="1500" b="0">
                <a:solidFill>
                  <a:srgbClr val="816C59"/>
                </a:solidFill>
                <a:latin typeface="Segoe UI"/>
                <a:ea typeface="Segoe UI"/>
                <a:cs typeface="Segoe UI"/>
              </a:defRPr>
            </a:lvl6pPr>
            <a:lvl7pPr algn="l">
              <a:defRPr sz="1500" b="0">
                <a:solidFill>
                  <a:srgbClr val="816C59"/>
                </a:solidFill>
                <a:latin typeface="Segoe UI"/>
                <a:ea typeface="Segoe UI"/>
                <a:cs typeface="Segoe UI"/>
              </a:defRPr>
            </a:lvl7pPr>
            <a:lvl8pPr algn="l">
              <a:defRPr sz="1500" b="0">
                <a:solidFill>
                  <a:srgbClr val="816C59"/>
                </a:solidFill>
                <a:latin typeface="Segoe UI"/>
                <a:ea typeface="Segoe UI"/>
                <a:cs typeface="Segoe UI"/>
              </a:defRPr>
            </a:lvl8pPr>
            <a:lvl9pPr algn="l">
              <a:defRPr sz="1500" b="0">
                <a:solidFill>
                  <a:srgbClr val="816C59"/>
                </a:solidFill>
                <a:latin typeface="Segoe UI"/>
                <a:ea typeface="Segoe UI"/>
                <a:cs typeface="Segoe UI"/>
              </a:defRPr>
            </a:lvl9pPr>
          </a:lstStyle>
          <a:p xmlns:a="http://schemas.openxmlformats.org/drawingml/2006/main">
            <a:pPr algn="l">
              <a:defRPr sz="1500" b="0">
                <a:solidFill>
                  <a:srgbClr val="816C59"/>
                </a:solidFill>
                <a:latin typeface="Segoe UI"/>
                <a:ea typeface="Segoe UI"/>
                <a:cs typeface="Segoe UI"/>
              </a:defRPr>
            </a:pPr>
            <a:r>
              <a:rPr sz="1500" b="0">
                <a:solidFill>
                  <a:srgbClr val="816C59"/>
                </a:solidFill>
                <a:latin typeface="Segoe UI"/>
                <a:ea typeface="Segoe UI"/>
                <a:cs typeface="Segoe UI"/>
              </a:rPr>
              <a:t>Argon2, hashed sessions, MFA and one-time recovery codes.</a:t>
            </a:r>
          </a:p>
        </p:txBody>
      </p:sp>
      <p:sp>
        <p:nvSpPr>
          <p:cNvPr id="22" name="">
            <a:extLst xmlns:a="http://schemas.openxmlformats.org/drawingml/2006/main">
              <a:ext uri="{FF2B5EF4-FFF2-40B4-BE49-F238E27FC236}">
                <a16:creationId xmlns:a16="http://schemas.microsoft.com/office/drawing/2014/main" id="{8E69FE19-5355-4FA9-89E6-A2E0B2B25FDB}"/>
              </a:ext>
            </a:extLst>
          </p:cNvPr>
          <p:cNvSpPr>
            <a:spLocks xmlns:a="http://schemas.openxmlformats.org/drawingml/2006/main" noGrp="1"/>
          </p:cNvSpPr>
          <p:nvPr/>
        </p:nvSpPr>
        <p:spPr>
          <a:xfrm xmlns:a="http://schemas.openxmlformats.org/drawingml/2006/main">
            <a:off x="7943850" y="2733675"/>
            <a:ext cx="3752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352C24"/>
                </a:solidFill>
                <a:latin typeface="Segoe UI"/>
                <a:ea typeface="Segoe UI"/>
                <a:cs typeface="Segoe UI"/>
              </a:defRPr>
            </a:defPPr>
            <a:lvl1pPr algn="l">
              <a:defRPr sz="1650" b="1">
                <a:solidFill>
                  <a:srgbClr val="352C24"/>
                </a:solidFill>
                <a:latin typeface="Segoe UI"/>
                <a:ea typeface="Segoe UI"/>
                <a:cs typeface="Segoe UI"/>
              </a:defRPr>
            </a:lvl1pPr>
            <a:lvl2pPr algn="l">
              <a:defRPr sz="1650" b="1">
                <a:solidFill>
                  <a:srgbClr val="352C24"/>
                </a:solidFill>
                <a:latin typeface="Segoe UI"/>
                <a:ea typeface="Segoe UI"/>
                <a:cs typeface="Segoe UI"/>
              </a:defRPr>
            </a:lvl2pPr>
            <a:lvl3pPr algn="l">
              <a:defRPr sz="1650" b="1">
                <a:solidFill>
                  <a:srgbClr val="352C24"/>
                </a:solidFill>
                <a:latin typeface="Segoe UI"/>
                <a:ea typeface="Segoe UI"/>
                <a:cs typeface="Segoe UI"/>
              </a:defRPr>
            </a:lvl3pPr>
            <a:lvl4pPr algn="l">
              <a:defRPr sz="1650" b="1">
                <a:solidFill>
                  <a:srgbClr val="352C24"/>
                </a:solidFill>
                <a:latin typeface="Segoe UI"/>
                <a:ea typeface="Segoe UI"/>
                <a:cs typeface="Segoe UI"/>
              </a:defRPr>
            </a:lvl4pPr>
            <a:lvl5pPr algn="l">
              <a:defRPr sz="1650" b="1">
                <a:solidFill>
                  <a:srgbClr val="352C24"/>
                </a:solidFill>
                <a:latin typeface="Segoe UI"/>
                <a:ea typeface="Segoe UI"/>
                <a:cs typeface="Segoe UI"/>
              </a:defRPr>
            </a:lvl5pPr>
            <a:lvl6pPr algn="l">
              <a:defRPr sz="1650" b="1">
                <a:solidFill>
                  <a:srgbClr val="352C24"/>
                </a:solidFill>
                <a:latin typeface="Segoe UI"/>
                <a:ea typeface="Segoe UI"/>
                <a:cs typeface="Segoe UI"/>
              </a:defRPr>
            </a:lvl6pPr>
            <a:lvl7pPr algn="l">
              <a:defRPr sz="1650" b="1">
                <a:solidFill>
                  <a:srgbClr val="352C24"/>
                </a:solidFill>
                <a:latin typeface="Segoe UI"/>
                <a:ea typeface="Segoe UI"/>
                <a:cs typeface="Segoe UI"/>
              </a:defRPr>
            </a:lvl7pPr>
            <a:lvl8pPr algn="l">
              <a:defRPr sz="1650" b="1">
                <a:solidFill>
                  <a:srgbClr val="352C24"/>
                </a:solidFill>
                <a:latin typeface="Segoe UI"/>
                <a:ea typeface="Segoe UI"/>
                <a:cs typeface="Segoe UI"/>
              </a:defRPr>
            </a:lvl8pPr>
            <a:lvl9pPr algn="l">
              <a:defRPr sz="1650" b="1">
                <a:solidFill>
                  <a:srgbClr val="352C24"/>
                </a:solidFill>
                <a:latin typeface="Segoe UI"/>
                <a:ea typeface="Segoe UI"/>
                <a:cs typeface="Segoe UI"/>
              </a:defRPr>
            </a:lvl9pPr>
          </a:lstStyle>
          <a:p xmlns:a="http://schemas.openxmlformats.org/drawingml/2006/main">
            <a:pPr algn="l">
              <a:defRPr sz="1650" b="1">
                <a:solidFill>
                  <a:srgbClr val="352C24"/>
                </a:solidFill>
                <a:latin typeface="Segoe UI"/>
                <a:ea typeface="Segoe UI"/>
                <a:cs typeface="Segoe UI"/>
              </a:defRPr>
            </a:pPr>
            <a:r>
              <a:rPr sz="1650" b="1">
                <a:solidFill>
                  <a:srgbClr val="352C24"/>
                </a:solidFill>
                <a:latin typeface="Segoe UI"/>
                <a:ea typeface="Segoe UI"/>
                <a:cs typeface="Segoe UI"/>
              </a:rPr>
              <a:t>Authorization</a:t>
            </a:r>
          </a:p>
        </p:txBody>
      </p:sp>
      <p:sp>
        <p:nvSpPr>
          <p:cNvPr id="23" name="">
            <a:extLst xmlns:a="http://schemas.openxmlformats.org/drawingml/2006/main">
              <a:ext uri="{FF2B5EF4-FFF2-40B4-BE49-F238E27FC236}">
                <a16:creationId xmlns:a16="http://schemas.microsoft.com/office/drawing/2014/main" id="{74E22E14-CD68-403F-B2D2-8F66E5D9C3B0}"/>
              </a:ext>
            </a:extLst>
          </p:cNvPr>
          <p:cNvSpPr>
            <a:spLocks xmlns:a="http://schemas.openxmlformats.org/drawingml/2006/main" noGrp="1"/>
          </p:cNvSpPr>
          <p:nvPr/>
        </p:nvSpPr>
        <p:spPr>
          <a:xfrm xmlns:a="http://schemas.openxmlformats.org/drawingml/2006/main">
            <a:off x="7943850" y="3028950"/>
            <a:ext cx="3752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816C59"/>
                </a:solidFill>
                <a:latin typeface="Segoe UI"/>
                <a:ea typeface="Segoe UI"/>
                <a:cs typeface="Segoe UI"/>
              </a:defRPr>
            </a:defPPr>
            <a:lvl1pPr algn="l">
              <a:defRPr sz="1500" b="0">
                <a:solidFill>
                  <a:srgbClr val="816C59"/>
                </a:solidFill>
                <a:latin typeface="Segoe UI"/>
                <a:ea typeface="Segoe UI"/>
                <a:cs typeface="Segoe UI"/>
              </a:defRPr>
            </a:lvl1pPr>
            <a:lvl2pPr algn="l">
              <a:defRPr sz="1500" b="0">
                <a:solidFill>
                  <a:srgbClr val="816C59"/>
                </a:solidFill>
                <a:latin typeface="Segoe UI"/>
                <a:ea typeface="Segoe UI"/>
                <a:cs typeface="Segoe UI"/>
              </a:defRPr>
            </a:lvl2pPr>
            <a:lvl3pPr algn="l">
              <a:defRPr sz="1500" b="0">
                <a:solidFill>
                  <a:srgbClr val="816C59"/>
                </a:solidFill>
                <a:latin typeface="Segoe UI"/>
                <a:ea typeface="Segoe UI"/>
                <a:cs typeface="Segoe UI"/>
              </a:defRPr>
            </a:lvl3pPr>
            <a:lvl4pPr algn="l">
              <a:defRPr sz="1500" b="0">
                <a:solidFill>
                  <a:srgbClr val="816C59"/>
                </a:solidFill>
                <a:latin typeface="Segoe UI"/>
                <a:ea typeface="Segoe UI"/>
                <a:cs typeface="Segoe UI"/>
              </a:defRPr>
            </a:lvl4pPr>
            <a:lvl5pPr algn="l">
              <a:defRPr sz="1500" b="0">
                <a:solidFill>
                  <a:srgbClr val="816C59"/>
                </a:solidFill>
                <a:latin typeface="Segoe UI"/>
                <a:ea typeface="Segoe UI"/>
                <a:cs typeface="Segoe UI"/>
              </a:defRPr>
            </a:lvl5pPr>
            <a:lvl6pPr algn="l">
              <a:defRPr sz="1500" b="0">
                <a:solidFill>
                  <a:srgbClr val="816C59"/>
                </a:solidFill>
                <a:latin typeface="Segoe UI"/>
                <a:ea typeface="Segoe UI"/>
                <a:cs typeface="Segoe UI"/>
              </a:defRPr>
            </a:lvl6pPr>
            <a:lvl7pPr algn="l">
              <a:defRPr sz="1500" b="0">
                <a:solidFill>
                  <a:srgbClr val="816C59"/>
                </a:solidFill>
                <a:latin typeface="Segoe UI"/>
                <a:ea typeface="Segoe UI"/>
                <a:cs typeface="Segoe UI"/>
              </a:defRPr>
            </a:lvl7pPr>
            <a:lvl8pPr algn="l">
              <a:defRPr sz="1500" b="0">
                <a:solidFill>
                  <a:srgbClr val="816C59"/>
                </a:solidFill>
                <a:latin typeface="Segoe UI"/>
                <a:ea typeface="Segoe UI"/>
                <a:cs typeface="Segoe UI"/>
              </a:defRPr>
            </a:lvl8pPr>
            <a:lvl9pPr algn="l">
              <a:defRPr sz="1500" b="0">
                <a:solidFill>
                  <a:srgbClr val="816C59"/>
                </a:solidFill>
                <a:latin typeface="Segoe UI"/>
                <a:ea typeface="Segoe UI"/>
                <a:cs typeface="Segoe UI"/>
              </a:defRPr>
            </a:lvl9pPr>
          </a:lstStyle>
          <a:p xmlns:a="http://schemas.openxmlformats.org/drawingml/2006/main">
            <a:pPr algn="l">
              <a:defRPr sz="1500" b="0">
                <a:solidFill>
                  <a:srgbClr val="816C59"/>
                </a:solidFill>
                <a:latin typeface="Segoe UI"/>
                <a:ea typeface="Segoe UI"/>
                <a:cs typeface="Segoe UI"/>
              </a:defRPr>
            </a:pPr>
            <a:r>
              <a:rPr sz="1500" b="0">
                <a:solidFill>
                  <a:srgbClr val="816C59"/>
                </a:solidFill>
                <a:latin typeface="Segoe UI"/>
                <a:ea typeface="Segoe UI"/>
                <a:cs typeface="Segoe UI"/>
              </a:rPr>
              <a:t>Case/document/field scope, expiring grants and conflict denial.</a:t>
            </a:r>
          </a:p>
        </p:txBody>
      </p:sp>
      <p:sp>
        <p:nvSpPr>
          <p:cNvPr id="24" name="">
            <a:extLst xmlns:a="http://schemas.openxmlformats.org/drawingml/2006/main">
              <a:ext uri="{FF2B5EF4-FFF2-40B4-BE49-F238E27FC236}">
                <a16:creationId xmlns:a16="http://schemas.microsoft.com/office/drawing/2014/main" id="{835DF48E-E87B-4396-BFCD-FAF307D85A19}"/>
              </a:ext>
            </a:extLst>
          </p:cNvPr>
          <p:cNvSpPr>
            <a:spLocks xmlns:a="http://schemas.openxmlformats.org/drawingml/2006/main" noGrp="1"/>
          </p:cNvSpPr>
          <p:nvPr/>
        </p:nvSpPr>
        <p:spPr>
          <a:xfrm xmlns:a="http://schemas.openxmlformats.org/drawingml/2006/main">
            <a:off x="7943850" y="3571875"/>
            <a:ext cx="3752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352C24"/>
                </a:solidFill>
                <a:latin typeface="Segoe UI"/>
                <a:ea typeface="Segoe UI"/>
                <a:cs typeface="Segoe UI"/>
              </a:defRPr>
            </a:defPPr>
            <a:lvl1pPr algn="l">
              <a:defRPr sz="1650" b="1">
                <a:solidFill>
                  <a:srgbClr val="352C24"/>
                </a:solidFill>
                <a:latin typeface="Segoe UI"/>
                <a:ea typeface="Segoe UI"/>
                <a:cs typeface="Segoe UI"/>
              </a:defRPr>
            </a:lvl1pPr>
            <a:lvl2pPr algn="l">
              <a:defRPr sz="1650" b="1">
                <a:solidFill>
                  <a:srgbClr val="352C24"/>
                </a:solidFill>
                <a:latin typeface="Segoe UI"/>
                <a:ea typeface="Segoe UI"/>
                <a:cs typeface="Segoe UI"/>
              </a:defRPr>
            </a:lvl2pPr>
            <a:lvl3pPr algn="l">
              <a:defRPr sz="1650" b="1">
                <a:solidFill>
                  <a:srgbClr val="352C24"/>
                </a:solidFill>
                <a:latin typeface="Segoe UI"/>
                <a:ea typeface="Segoe UI"/>
                <a:cs typeface="Segoe UI"/>
              </a:defRPr>
            </a:lvl3pPr>
            <a:lvl4pPr algn="l">
              <a:defRPr sz="1650" b="1">
                <a:solidFill>
                  <a:srgbClr val="352C24"/>
                </a:solidFill>
                <a:latin typeface="Segoe UI"/>
                <a:ea typeface="Segoe UI"/>
                <a:cs typeface="Segoe UI"/>
              </a:defRPr>
            </a:lvl4pPr>
            <a:lvl5pPr algn="l">
              <a:defRPr sz="1650" b="1">
                <a:solidFill>
                  <a:srgbClr val="352C24"/>
                </a:solidFill>
                <a:latin typeface="Segoe UI"/>
                <a:ea typeface="Segoe UI"/>
                <a:cs typeface="Segoe UI"/>
              </a:defRPr>
            </a:lvl5pPr>
            <a:lvl6pPr algn="l">
              <a:defRPr sz="1650" b="1">
                <a:solidFill>
                  <a:srgbClr val="352C24"/>
                </a:solidFill>
                <a:latin typeface="Segoe UI"/>
                <a:ea typeface="Segoe UI"/>
                <a:cs typeface="Segoe UI"/>
              </a:defRPr>
            </a:lvl6pPr>
            <a:lvl7pPr algn="l">
              <a:defRPr sz="1650" b="1">
                <a:solidFill>
                  <a:srgbClr val="352C24"/>
                </a:solidFill>
                <a:latin typeface="Segoe UI"/>
                <a:ea typeface="Segoe UI"/>
                <a:cs typeface="Segoe UI"/>
              </a:defRPr>
            </a:lvl7pPr>
            <a:lvl8pPr algn="l">
              <a:defRPr sz="1650" b="1">
                <a:solidFill>
                  <a:srgbClr val="352C24"/>
                </a:solidFill>
                <a:latin typeface="Segoe UI"/>
                <a:ea typeface="Segoe UI"/>
                <a:cs typeface="Segoe UI"/>
              </a:defRPr>
            </a:lvl8pPr>
            <a:lvl9pPr algn="l">
              <a:defRPr sz="1650" b="1">
                <a:solidFill>
                  <a:srgbClr val="352C24"/>
                </a:solidFill>
                <a:latin typeface="Segoe UI"/>
                <a:ea typeface="Segoe UI"/>
                <a:cs typeface="Segoe UI"/>
              </a:defRPr>
            </a:lvl9pPr>
          </a:lstStyle>
          <a:p xmlns:a="http://schemas.openxmlformats.org/drawingml/2006/main">
            <a:pPr algn="l">
              <a:defRPr sz="1650" b="1">
                <a:solidFill>
                  <a:srgbClr val="352C24"/>
                </a:solidFill>
                <a:latin typeface="Segoe UI"/>
                <a:ea typeface="Segoe UI"/>
                <a:cs typeface="Segoe UI"/>
              </a:defRPr>
            </a:pPr>
            <a:r>
              <a:rPr sz="1650" b="1">
                <a:solidFill>
                  <a:srgbClr val="352C24"/>
                </a:solidFill>
                <a:latin typeface="Segoe UI"/>
                <a:ea typeface="Segoe UI"/>
                <a:cs typeface="Segoe UI"/>
              </a:rPr>
              <a:t>Request protection</a:t>
            </a:r>
          </a:p>
        </p:txBody>
      </p:sp>
      <p:sp>
        <p:nvSpPr>
          <p:cNvPr id="25" name="">
            <a:extLst xmlns:a="http://schemas.openxmlformats.org/drawingml/2006/main">
              <a:ext uri="{FF2B5EF4-FFF2-40B4-BE49-F238E27FC236}">
                <a16:creationId xmlns:a16="http://schemas.microsoft.com/office/drawing/2014/main" id="{C3EABFFE-287A-4F60-8B40-E0CF785B4719}"/>
              </a:ext>
            </a:extLst>
          </p:cNvPr>
          <p:cNvSpPr>
            <a:spLocks xmlns:a="http://schemas.openxmlformats.org/drawingml/2006/main" noGrp="1"/>
          </p:cNvSpPr>
          <p:nvPr/>
        </p:nvSpPr>
        <p:spPr>
          <a:xfrm xmlns:a="http://schemas.openxmlformats.org/drawingml/2006/main">
            <a:off x="7943850" y="3867150"/>
            <a:ext cx="3752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816C59"/>
                </a:solidFill>
                <a:latin typeface="Segoe UI"/>
                <a:ea typeface="Segoe UI"/>
                <a:cs typeface="Segoe UI"/>
              </a:defRPr>
            </a:defPPr>
            <a:lvl1pPr algn="l">
              <a:defRPr sz="1500" b="0">
                <a:solidFill>
                  <a:srgbClr val="816C59"/>
                </a:solidFill>
                <a:latin typeface="Segoe UI"/>
                <a:ea typeface="Segoe UI"/>
                <a:cs typeface="Segoe UI"/>
              </a:defRPr>
            </a:lvl1pPr>
            <a:lvl2pPr algn="l">
              <a:defRPr sz="1500" b="0">
                <a:solidFill>
                  <a:srgbClr val="816C59"/>
                </a:solidFill>
                <a:latin typeface="Segoe UI"/>
                <a:ea typeface="Segoe UI"/>
                <a:cs typeface="Segoe UI"/>
              </a:defRPr>
            </a:lvl2pPr>
            <a:lvl3pPr algn="l">
              <a:defRPr sz="1500" b="0">
                <a:solidFill>
                  <a:srgbClr val="816C59"/>
                </a:solidFill>
                <a:latin typeface="Segoe UI"/>
                <a:ea typeface="Segoe UI"/>
                <a:cs typeface="Segoe UI"/>
              </a:defRPr>
            </a:lvl3pPr>
            <a:lvl4pPr algn="l">
              <a:defRPr sz="1500" b="0">
                <a:solidFill>
                  <a:srgbClr val="816C59"/>
                </a:solidFill>
                <a:latin typeface="Segoe UI"/>
                <a:ea typeface="Segoe UI"/>
                <a:cs typeface="Segoe UI"/>
              </a:defRPr>
            </a:lvl4pPr>
            <a:lvl5pPr algn="l">
              <a:defRPr sz="1500" b="0">
                <a:solidFill>
                  <a:srgbClr val="816C59"/>
                </a:solidFill>
                <a:latin typeface="Segoe UI"/>
                <a:ea typeface="Segoe UI"/>
                <a:cs typeface="Segoe UI"/>
              </a:defRPr>
            </a:lvl5pPr>
            <a:lvl6pPr algn="l">
              <a:defRPr sz="1500" b="0">
                <a:solidFill>
                  <a:srgbClr val="816C59"/>
                </a:solidFill>
                <a:latin typeface="Segoe UI"/>
                <a:ea typeface="Segoe UI"/>
                <a:cs typeface="Segoe UI"/>
              </a:defRPr>
            </a:lvl6pPr>
            <a:lvl7pPr algn="l">
              <a:defRPr sz="1500" b="0">
                <a:solidFill>
                  <a:srgbClr val="816C59"/>
                </a:solidFill>
                <a:latin typeface="Segoe UI"/>
                <a:ea typeface="Segoe UI"/>
                <a:cs typeface="Segoe UI"/>
              </a:defRPr>
            </a:lvl7pPr>
            <a:lvl8pPr algn="l">
              <a:defRPr sz="1500" b="0">
                <a:solidFill>
                  <a:srgbClr val="816C59"/>
                </a:solidFill>
                <a:latin typeface="Segoe UI"/>
                <a:ea typeface="Segoe UI"/>
                <a:cs typeface="Segoe UI"/>
              </a:defRPr>
            </a:lvl8pPr>
            <a:lvl9pPr algn="l">
              <a:defRPr sz="1500" b="0">
                <a:solidFill>
                  <a:srgbClr val="816C59"/>
                </a:solidFill>
                <a:latin typeface="Segoe UI"/>
                <a:ea typeface="Segoe UI"/>
                <a:cs typeface="Segoe UI"/>
              </a:defRPr>
            </a:lvl9pPr>
          </a:lstStyle>
          <a:p xmlns:a="http://schemas.openxmlformats.org/drawingml/2006/main">
            <a:pPr algn="l">
              <a:defRPr sz="1500" b="0">
                <a:solidFill>
                  <a:srgbClr val="816C59"/>
                </a:solidFill>
                <a:latin typeface="Segoe UI"/>
                <a:ea typeface="Segoe UI"/>
                <a:cs typeface="Segoe UI"/>
              </a:defRPr>
            </a:pPr>
            <a:r>
              <a:rPr sz="1500" b="0">
                <a:solidFill>
                  <a:srgbClr val="816C59"/>
                </a:solidFill>
                <a:latin typeface="Segoe UI"/>
                <a:ea typeface="Segoe UI"/>
                <a:cs typeface="Segoe UI"/>
              </a:rPr>
              <a:t>CSRF, shared proxy secret and rate limits.</a:t>
            </a:r>
          </a:p>
        </p:txBody>
      </p:sp>
      <p:sp>
        <p:nvSpPr>
          <p:cNvPr id="26" name="">
            <a:extLst xmlns:a="http://schemas.openxmlformats.org/drawingml/2006/main">
              <a:ext uri="{FF2B5EF4-FFF2-40B4-BE49-F238E27FC236}">
                <a16:creationId xmlns:a16="http://schemas.microsoft.com/office/drawing/2014/main" id="{71901859-ACDE-463A-8A04-BED73B8EC181}"/>
              </a:ext>
            </a:extLst>
          </p:cNvPr>
          <p:cNvSpPr>
            <a:spLocks xmlns:a="http://schemas.openxmlformats.org/drawingml/2006/main" noGrp="1"/>
          </p:cNvSpPr>
          <p:nvPr/>
        </p:nvSpPr>
        <p:spPr>
          <a:xfrm xmlns:a="http://schemas.openxmlformats.org/drawingml/2006/main">
            <a:off x="7943850" y="4410075"/>
            <a:ext cx="3752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1">
                <a:solidFill>
                  <a:srgbClr val="352C24"/>
                </a:solidFill>
                <a:latin typeface="Segoe UI"/>
                <a:ea typeface="Segoe UI"/>
                <a:cs typeface="Segoe UI"/>
              </a:defRPr>
            </a:defPPr>
            <a:lvl1pPr algn="l">
              <a:defRPr sz="1650" b="1">
                <a:solidFill>
                  <a:srgbClr val="352C24"/>
                </a:solidFill>
                <a:latin typeface="Segoe UI"/>
                <a:ea typeface="Segoe UI"/>
                <a:cs typeface="Segoe UI"/>
              </a:defRPr>
            </a:lvl1pPr>
            <a:lvl2pPr algn="l">
              <a:defRPr sz="1650" b="1">
                <a:solidFill>
                  <a:srgbClr val="352C24"/>
                </a:solidFill>
                <a:latin typeface="Segoe UI"/>
                <a:ea typeface="Segoe UI"/>
                <a:cs typeface="Segoe UI"/>
              </a:defRPr>
            </a:lvl2pPr>
            <a:lvl3pPr algn="l">
              <a:defRPr sz="1650" b="1">
                <a:solidFill>
                  <a:srgbClr val="352C24"/>
                </a:solidFill>
                <a:latin typeface="Segoe UI"/>
                <a:ea typeface="Segoe UI"/>
                <a:cs typeface="Segoe UI"/>
              </a:defRPr>
            </a:lvl3pPr>
            <a:lvl4pPr algn="l">
              <a:defRPr sz="1650" b="1">
                <a:solidFill>
                  <a:srgbClr val="352C24"/>
                </a:solidFill>
                <a:latin typeface="Segoe UI"/>
                <a:ea typeface="Segoe UI"/>
                <a:cs typeface="Segoe UI"/>
              </a:defRPr>
            </a:lvl4pPr>
            <a:lvl5pPr algn="l">
              <a:defRPr sz="1650" b="1">
                <a:solidFill>
                  <a:srgbClr val="352C24"/>
                </a:solidFill>
                <a:latin typeface="Segoe UI"/>
                <a:ea typeface="Segoe UI"/>
                <a:cs typeface="Segoe UI"/>
              </a:defRPr>
            </a:lvl5pPr>
            <a:lvl6pPr algn="l">
              <a:defRPr sz="1650" b="1">
                <a:solidFill>
                  <a:srgbClr val="352C24"/>
                </a:solidFill>
                <a:latin typeface="Segoe UI"/>
                <a:ea typeface="Segoe UI"/>
                <a:cs typeface="Segoe UI"/>
              </a:defRPr>
            </a:lvl6pPr>
            <a:lvl7pPr algn="l">
              <a:defRPr sz="1650" b="1">
                <a:solidFill>
                  <a:srgbClr val="352C24"/>
                </a:solidFill>
                <a:latin typeface="Segoe UI"/>
                <a:ea typeface="Segoe UI"/>
                <a:cs typeface="Segoe UI"/>
              </a:defRPr>
            </a:lvl7pPr>
            <a:lvl8pPr algn="l">
              <a:defRPr sz="1650" b="1">
                <a:solidFill>
                  <a:srgbClr val="352C24"/>
                </a:solidFill>
                <a:latin typeface="Segoe UI"/>
                <a:ea typeface="Segoe UI"/>
                <a:cs typeface="Segoe UI"/>
              </a:defRPr>
            </a:lvl8pPr>
            <a:lvl9pPr algn="l">
              <a:defRPr sz="1650" b="1">
                <a:solidFill>
                  <a:srgbClr val="352C24"/>
                </a:solidFill>
                <a:latin typeface="Segoe UI"/>
                <a:ea typeface="Segoe UI"/>
                <a:cs typeface="Segoe UI"/>
              </a:defRPr>
            </a:lvl9pPr>
          </a:lstStyle>
          <a:p xmlns:a="http://schemas.openxmlformats.org/drawingml/2006/main">
            <a:pPr algn="l">
              <a:defRPr sz="1650" b="1">
                <a:solidFill>
                  <a:srgbClr val="352C24"/>
                </a:solidFill>
                <a:latin typeface="Segoe UI"/>
                <a:ea typeface="Segoe UI"/>
                <a:cs typeface="Segoe UI"/>
              </a:defRPr>
            </a:pPr>
            <a:r>
              <a:rPr sz="1650" b="1">
                <a:solidFill>
                  <a:srgbClr val="352C24"/>
                </a:solidFill>
                <a:latin typeface="Segoe UI"/>
                <a:ea typeface="Segoe UI"/>
                <a:cs typeface="Segoe UI"/>
              </a:rPr>
              <a:t>Private evidence</a:t>
            </a:r>
          </a:p>
        </p:txBody>
      </p:sp>
      <p:sp>
        <p:nvSpPr>
          <p:cNvPr id="27" name="">
            <a:extLst xmlns:a="http://schemas.openxmlformats.org/drawingml/2006/main">
              <a:ext uri="{FF2B5EF4-FFF2-40B4-BE49-F238E27FC236}">
                <a16:creationId xmlns:a16="http://schemas.microsoft.com/office/drawing/2014/main" id="{5233C055-27A8-4258-8706-DB7D07B03BDA}"/>
              </a:ext>
            </a:extLst>
          </p:cNvPr>
          <p:cNvSpPr>
            <a:spLocks xmlns:a="http://schemas.openxmlformats.org/drawingml/2006/main" noGrp="1"/>
          </p:cNvSpPr>
          <p:nvPr/>
        </p:nvSpPr>
        <p:spPr>
          <a:xfrm xmlns:a="http://schemas.openxmlformats.org/drawingml/2006/main">
            <a:off x="7943850" y="4705350"/>
            <a:ext cx="3752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816C59"/>
                </a:solidFill>
                <a:latin typeface="Segoe UI"/>
                <a:ea typeface="Segoe UI"/>
                <a:cs typeface="Segoe UI"/>
              </a:defRPr>
            </a:defPPr>
            <a:lvl1pPr algn="l">
              <a:defRPr sz="1500" b="0">
                <a:solidFill>
                  <a:srgbClr val="816C59"/>
                </a:solidFill>
                <a:latin typeface="Segoe UI"/>
                <a:ea typeface="Segoe UI"/>
                <a:cs typeface="Segoe UI"/>
              </a:defRPr>
            </a:lvl1pPr>
            <a:lvl2pPr algn="l">
              <a:defRPr sz="1500" b="0">
                <a:solidFill>
                  <a:srgbClr val="816C59"/>
                </a:solidFill>
                <a:latin typeface="Segoe UI"/>
                <a:ea typeface="Segoe UI"/>
                <a:cs typeface="Segoe UI"/>
              </a:defRPr>
            </a:lvl2pPr>
            <a:lvl3pPr algn="l">
              <a:defRPr sz="1500" b="0">
                <a:solidFill>
                  <a:srgbClr val="816C59"/>
                </a:solidFill>
                <a:latin typeface="Segoe UI"/>
                <a:ea typeface="Segoe UI"/>
                <a:cs typeface="Segoe UI"/>
              </a:defRPr>
            </a:lvl3pPr>
            <a:lvl4pPr algn="l">
              <a:defRPr sz="1500" b="0">
                <a:solidFill>
                  <a:srgbClr val="816C59"/>
                </a:solidFill>
                <a:latin typeface="Segoe UI"/>
                <a:ea typeface="Segoe UI"/>
                <a:cs typeface="Segoe UI"/>
              </a:defRPr>
            </a:lvl4pPr>
            <a:lvl5pPr algn="l">
              <a:defRPr sz="1500" b="0">
                <a:solidFill>
                  <a:srgbClr val="816C59"/>
                </a:solidFill>
                <a:latin typeface="Segoe UI"/>
                <a:ea typeface="Segoe UI"/>
                <a:cs typeface="Segoe UI"/>
              </a:defRPr>
            </a:lvl5pPr>
            <a:lvl6pPr algn="l">
              <a:defRPr sz="1500" b="0">
                <a:solidFill>
                  <a:srgbClr val="816C59"/>
                </a:solidFill>
                <a:latin typeface="Segoe UI"/>
                <a:ea typeface="Segoe UI"/>
                <a:cs typeface="Segoe UI"/>
              </a:defRPr>
            </a:lvl6pPr>
            <a:lvl7pPr algn="l">
              <a:defRPr sz="1500" b="0">
                <a:solidFill>
                  <a:srgbClr val="816C59"/>
                </a:solidFill>
                <a:latin typeface="Segoe UI"/>
                <a:ea typeface="Segoe UI"/>
                <a:cs typeface="Segoe UI"/>
              </a:defRPr>
            </a:lvl7pPr>
            <a:lvl8pPr algn="l">
              <a:defRPr sz="1500" b="0">
                <a:solidFill>
                  <a:srgbClr val="816C59"/>
                </a:solidFill>
                <a:latin typeface="Segoe UI"/>
                <a:ea typeface="Segoe UI"/>
                <a:cs typeface="Segoe UI"/>
              </a:defRPr>
            </a:lvl8pPr>
            <a:lvl9pPr algn="l">
              <a:defRPr sz="1500" b="0">
                <a:solidFill>
                  <a:srgbClr val="816C59"/>
                </a:solidFill>
                <a:latin typeface="Segoe UI"/>
                <a:ea typeface="Segoe UI"/>
                <a:cs typeface="Segoe UI"/>
              </a:defRPr>
            </a:lvl9pPr>
          </a:lstStyle>
          <a:p xmlns:a="http://schemas.openxmlformats.org/drawingml/2006/main">
            <a:pPr algn="l">
              <a:defRPr sz="1500" b="0">
                <a:solidFill>
                  <a:srgbClr val="816C59"/>
                </a:solidFill>
                <a:latin typeface="Segoe UI"/>
                <a:ea typeface="Segoe UI"/>
                <a:cs typeface="Segoe UI"/>
              </a:defRPr>
            </a:pPr>
            <a:r>
              <a:rPr sz="1500" b="0">
                <a:solidFill>
                  <a:srgbClr val="816C59"/>
                </a:solidFill>
                <a:latin typeface="Segoe UI"/>
                <a:ea typeface="Segoe UI"/>
                <a:cs typeface="Segoe UI"/>
              </a:rPr>
              <a:t>Neon storage, SHA-256 checksums, file limits and bounded parsing.</a:t>
            </a:r>
          </a:p>
        </p:txBody>
      </p:sp>
      <p:sp>
        <p:nvSpPr>
          <p:cNvPr id="28" name="">
            <a:extLst xmlns:a="http://schemas.openxmlformats.org/drawingml/2006/main">
              <a:ext uri="{FF2B5EF4-FFF2-40B4-BE49-F238E27FC236}">
                <a16:creationId xmlns:a16="http://schemas.microsoft.com/office/drawing/2014/main" id="{6C5B33B1-D8D9-477B-80EA-071BA125B641}"/>
              </a:ext>
            </a:extLst>
          </p:cNvPr>
          <p:cNvSpPr>
            <a:spLocks xmlns:a="http://schemas.openxmlformats.org/drawingml/2006/main" noGrp="1"/>
          </p:cNvSpPr>
          <p:nvPr/>
        </p:nvSpPr>
        <p:spPr>
          <a:xfrm xmlns:a="http://schemas.openxmlformats.org/drawingml/2006/main">
            <a:off x="7943850" y="5334000"/>
            <a:ext cx="3752850" cy="942975"/>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E84D6D2-B533-445C-9668-E8049B323D0F}"/>
              </a:ext>
            </a:extLst>
          </p:cNvPr>
          <p:cNvSpPr>
            <a:spLocks xmlns:a="http://schemas.openxmlformats.org/drawingml/2006/main" noGrp="1"/>
          </p:cNvSpPr>
          <p:nvPr/>
        </p:nvSpPr>
        <p:spPr>
          <a:xfrm xmlns:a="http://schemas.openxmlformats.org/drawingml/2006/main">
            <a:off x="8077200" y="5429250"/>
            <a:ext cx="3486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9C482E"/>
                </a:solidFill>
                <a:latin typeface="Segoe UI"/>
                <a:ea typeface="Segoe UI"/>
                <a:cs typeface="Segoe UI"/>
              </a:defRPr>
            </a:defPPr>
            <a:lvl1pPr algn="l">
              <a:defRPr sz="1725" b="1">
                <a:solidFill>
                  <a:srgbClr val="9C482E"/>
                </a:solidFill>
                <a:latin typeface="Segoe UI"/>
                <a:ea typeface="Segoe UI"/>
                <a:cs typeface="Segoe UI"/>
              </a:defRPr>
            </a:lvl1pPr>
            <a:lvl2pPr algn="l">
              <a:defRPr sz="1725" b="1">
                <a:solidFill>
                  <a:srgbClr val="9C482E"/>
                </a:solidFill>
                <a:latin typeface="Segoe UI"/>
                <a:ea typeface="Segoe UI"/>
                <a:cs typeface="Segoe UI"/>
              </a:defRPr>
            </a:lvl2pPr>
            <a:lvl3pPr algn="l">
              <a:defRPr sz="1725" b="1">
                <a:solidFill>
                  <a:srgbClr val="9C482E"/>
                </a:solidFill>
                <a:latin typeface="Segoe UI"/>
                <a:ea typeface="Segoe UI"/>
                <a:cs typeface="Segoe UI"/>
              </a:defRPr>
            </a:lvl3pPr>
            <a:lvl4pPr algn="l">
              <a:defRPr sz="1725" b="1">
                <a:solidFill>
                  <a:srgbClr val="9C482E"/>
                </a:solidFill>
                <a:latin typeface="Segoe UI"/>
                <a:ea typeface="Segoe UI"/>
                <a:cs typeface="Segoe UI"/>
              </a:defRPr>
            </a:lvl4pPr>
            <a:lvl5pPr algn="l">
              <a:defRPr sz="1725" b="1">
                <a:solidFill>
                  <a:srgbClr val="9C482E"/>
                </a:solidFill>
                <a:latin typeface="Segoe UI"/>
                <a:ea typeface="Segoe UI"/>
                <a:cs typeface="Segoe UI"/>
              </a:defRPr>
            </a:lvl5pPr>
            <a:lvl6pPr algn="l">
              <a:defRPr sz="1725" b="1">
                <a:solidFill>
                  <a:srgbClr val="9C482E"/>
                </a:solidFill>
                <a:latin typeface="Segoe UI"/>
                <a:ea typeface="Segoe UI"/>
                <a:cs typeface="Segoe UI"/>
              </a:defRPr>
            </a:lvl6pPr>
            <a:lvl7pPr algn="l">
              <a:defRPr sz="1725" b="1">
                <a:solidFill>
                  <a:srgbClr val="9C482E"/>
                </a:solidFill>
                <a:latin typeface="Segoe UI"/>
                <a:ea typeface="Segoe UI"/>
                <a:cs typeface="Segoe UI"/>
              </a:defRPr>
            </a:lvl7pPr>
            <a:lvl8pPr algn="l">
              <a:defRPr sz="1725" b="1">
                <a:solidFill>
                  <a:srgbClr val="9C482E"/>
                </a:solidFill>
                <a:latin typeface="Segoe UI"/>
                <a:ea typeface="Segoe UI"/>
                <a:cs typeface="Segoe UI"/>
              </a:defRPr>
            </a:lvl8pPr>
            <a:lvl9pPr algn="l">
              <a:defRPr sz="1725" b="1">
                <a:solidFill>
                  <a:srgbClr val="9C482E"/>
                </a:solidFill>
                <a:latin typeface="Segoe UI"/>
                <a:ea typeface="Segoe UI"/>
                <a:cs typeface="Segoe UI"/>
              </a:defRPr>
            </a:lvl9pPr>
          </a:lstStyle>
          <a:p xmlns:a="http://schemas.openxmlformats.org/drawingml/2006/main">
            <a:pPr algn="l">
              <a:defRPr sz="1725" b="1">
                <a:solidFill>
                  <a:srgbClr val="9C482E"/>
                </a:solidFill>
                <a:latin typeface="Segoe UI"/>
                <a:ea typeface="Segoe UI"/>
                <a:cs typeface="Segoe UI"/>
              </a:defRPr>
            </a:pPr>
            <a:r>
              <a:rPr sz="1725" b="1">
                <a:solidFill>
                  <a:srgbClr val="9C482E"/>
                </a:solidFill>
                <a:latin typeface="Segoe UI"/>
                <a:ea typeface="Segoe UI"/>
                <a:cs typeface="Segoe UI"/>
              </a:rPr>
              <a:t>Antivirus bypass active</a:t>
            </a:r>
          </a:p>
        </p:txBody>
      </p:sp>
      <p:sp>
        <p:nvSpPr>
          <p:cNvPr id="30" name="">
            <a:extLst xmlns:a="http://schemas.openxmlformats.org/drawingml/2006/main">
              <a:ext uri="{FF2B5EF4-FFF2-40B4-BE49-F238E27FC236}">
                <a16:creationId xmlns:a16="http://schemas.microsoft.com/office/drawing/2014/main" id="{E76B853B-5098-4AA8-9ABD-7079B041A13D}"/>
              </a:ext>
            </a:extLst>
          </p:cNvPr>
          <p:cNvSpPr>
            <a:spLocks xmlns:a="http://schemas.openxmlformats.org/drawingml/2006/main" noGrp="1"/>
          </p:cNvSpPr>
          <p:nvPr/>
        </p:nvSpPr>
        <p:spPr>
          <a:xfrm xmlns:a="http://schemas.openxmlformats.org/drawingml/2006/main">
            <a:off x="8077200" y="5781675"/>
            <a:ext cx="3486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352C24"/>
                </a:solidFill>
                <a:latin typeface="Segoe UI"/>
                <a:ea typeface="Segoe UI"/>
                <a:cs typeface="Segoe UI"/>
              </a:defRPr>
            </a:defPPr>
            <a:lvl1pPr algn="l">
              <a:defRPr sz="1425" b="0">
                <a:solidFill>
                  <a:srgbClr val="352C24"/>
                </a:solidFill>
                <a:latin typeface="Segoe UI"/>
                <a:ea typeface="Segoe UI"/>
                <a:cs typeface="Segoe UI"/>
              </a:defRPr>
            </a:lvl1pPr>
            <a:lvl2pPr algn="l">
              <a:defRPr sz="1425" b="0">
                <a:solidFill>
                  <a:srgbClr val="352C24"/>
                </a:solidFill>
                <a:latin typeface="Segoe UI"/>
                <a:ea typeface="Segoe UI"/>
                <a:cs typeface="Segoe UI"/>
              </a:defRPr>
            </a:lvl2pPr>
            <a:lvl3pPr algn="l">
              <a:defRPr sz="1425" b="0">
                <a:solidFill>
                  <a:srgbClr val="352C24"/>
                </a:solidFill>
                <a:latin typeface="Segoe UI"/>
                <a:ea typeface="Segoe UI"/>
                <a:cs typeface="Segoe UI"/>
              </a:defRPr>
            </a:lvl3pPr>
            <a:lvl4pPr algn="l">
              <a:defRPr sz="1425" b="0">
                <a:solidFill>
                  <a:srgbClr val="352C24"/>
                </a:solidFill>
                <a:latin typeface="Segoe UI"/>
                <a:ea typeface="Segoe UI"/>
                <a:cs typeface="Segoe UI"/>
              </a:defRPr>
            </a:lvl4pPr>
            <a:lvl5pPr algn="l">
              <a:defRPr sz="1425" b="0">
                <a:solidFill>
                  <a:srgbClr val="352C24"/>
                </a:solidFill>
                <a:latin typeface="Segoe UI"/>
                <a:ea typeface="Segoe UI"/>
                <a:cs typeface="Segoe UI"/>
              </a:defRPr>
            </a:lvl5pPr>
            <a:lvl6pPr algn="l">
              <a:defRPr sz="1425" b="0">
                <a:solidFill>
                  <a:srgbClr val="352C24"/>
                </a:solidFill>
                <a:latin typeface="Segoe UI"/>
                <a:ea typeface="Segoe UI"/>
                <a:cs typeface="Segoe UI"/>
              </a:defRPr>
            </a:lvl6pPr>
            <a:lvl7pPr algn="l">
              <a:defRPr sz="1425" b="0">
                <a:solidFill>
                  <a:srgbClr val="352C24"/>
                </a:solidFill>
                <a:latin typeface="Segoe UI"/>
                <a:ea typeface="Segoe UI"/>
                <a:cs typeface="Segoe UI"/>
              </a:defRPr>
            </a:lvl7pPr>
            <a:lvl8pPr algn="l">
              <a:defRPr sz="1425" b="0">
                <a:solidFill>
                  <a:srgbClr val="352C24"/>
                </a:solidFill>
                <a:latin typeface="Segoe UI"/>
                <a:ea typeface="Segoe UI"/>
                <a:cs typeface="Segoe UI"/>
              </a:defRPr>
            </a:lvl8pPr>
            <a:lvl9pPr algn="l">
              <a:defRPr sz="1425" b="0">
                <a:solidFill>
                  <a:srgbClr val="352C24"/>
                </a:solidFill>
                <a:latin typeface="Segoe UI"/>
                <a:ea typeface="Segoe UI"/>
                <a:cs typeface="Segoe UI"/>
              </a:defRPr>
            </a:lvl9pPr>
          </a:lstStyle>
          <a:p xmlns:a="http://schemas.openxmlformats.org/drawingml/2006/main">
            <a:pPr algn="l">
              <a:defRPr sz="1425" b="0">
                <a:solidFill>
                  <a:srgbClr val="352C24"/>
                </a:solidFill>
                <a:latin typeface="Segoe UI"/>
                <a:ea typeface="Segoe UI"/>
                <a:cs typeface="Segoe UI"/>
              </a:defRPr>
            </a:pPr>
            <a:r>
              <a:rPr sz="1425" b="0">
                <a:solidFill>
                  <a:srgbClr val="352C24"/>
                </a:solidFill>
                <a:latin typeface="Segoe UI"/>
                <a:ea typeface="Segoe UI"/>
                <a:cs typeface="Segoe UI"/>
              </a:rPr>
              <a:t>Unscanned files; parser and access checks remain. Malware protection is reduced.</a:t>
            </a:r>
          </a:p>
        </p:txBody>
      </p:sp>
      <p:sp>
        <p:nvSpPr>
          <p:cNvPr id="31" name="">
            <a:extLst xmlns:a="http://schemas.openxmlformats.org/drawingml/2006/main">
              <a:ext uri="{FF2B5EF4-FFF2-40B4-BE49-F238E27FC236}">
                <a16:creationId xmlns:a16="http://schemas.microsoft.com/office/drawing/2014/main" id="{A767BA90-EE2B-4253-A1C4-9B4B0A0886EB}"/>
              </a:ext>
            </a:extLst>
          </p:cNvPr>
          <p:cNvSpPr>
            <a:spLocks xmlns:a="http://schemas.openxmlformats.org/drawingml/2006/main" noGrp="1"/>
          </p:cNvSpPr>
          <p:nvPr/>
        </p:nvSpPr>
        <p:spPr>
          <a:xfrm xmlns:a="http://schemas.openxmlformats.org/drawingml/2006/main">
            <a:off x="514350" y="6191250"/>
            <a:ext cx="7067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9C482E"/>
                </a:solidFill>
                <a:latin typeface="Segoe UI"/>
                <a:ea typeface="Segoe UI"/>
                <a:cs typeface="Segoe UI"/>
              </a:defRPr>
            </a:defPPr>
            <a:lvl1pPr algn="l">
              <a:defRPr sz="1350" b="1">
                <a:solidFill>
                  <a:srgbClr val="9C482E"/>
                </a:solidFill>
                <a:latin typeface="Segoe UI"/>
                <a:ea typeface="Segoe UI"/>
                <a:cs typeface="Segoe UI"/>
              </a:defRPr>
            </a:lvl1pPr>
            <a:lvl2pPr algn="l">
              <a:defRPr sz="1350" b="1">
                <a:solidFill>
                  <a:srgbClr val="9C482E"/>
                </a:solidFill>
                <a:latin typeface="Segoe UI"/>
                <a:ea typeface="Segoe UI"/>
                <a:cs typeface="Segoe UI"/>
              </a:defRPr>
            </a:lvl2pPr>
            <a:lvl3pPr algn="l">
              <a:defRPr sz="1350" b="1">
                <a:solidFill>
                  <a:srgbClr val="9C482E"/>
                </a:solidFill>
                <a:latin typeface="Segoe UI"/>
                <a:ea typeface="Segoe UI"/>
                <a:cs typeface="Segoe UI"/>
              </a:defRPr>
            </a:lvl3pPr>
            <a:lvl4pPr algn="l">
              <a:defRPr sz="1350" b="1">
                <a:solidFill>
                  <a:srgbClr val="9C482E"/>
                </a:solidFill>
                <a:latin typeface="Segoe UI"/>
                <a:ea typeface="Segoe UI"/>
                <a:cs typeface="Segoe UI"/>
              </a:defRPr>
            </a:lvl4pPr>
            <a:lvl5pPr algn="l">
              <a:defRPr sz="1350" b="1">
                <a:solidFill>
                  <a:srgbClr val="9C482E"/>
                </a:solidFill>
                <a:latin typeface="Segoe UI"/>
                <a:ea typeface="Segoe UI"/>
                <a:cs typeface="Segoe UI"/>
              </a:defRPr>
            </a:lvl5pPr>
            <a:lvl6pPr algn="l">
              <a:defRPr sz="1350" b="1">
                <a:solidFill>
                  <a:srgbClr val="9C482E"/>
                </a:solidFill>
                <a:latin typeface="Segoe UI"/>
                <a:ea typeface="Segoe UI"/>
                <a:cs typeface="Segoe UI"/>
              </a:defRPr>
            </a:lvl6pPr>
            <a:lvl7pPr algn="l">
              <a:defRPr sz="1350" b="1">
                <a:solidFill>
                  <a:srgbClr val="9C482E"/>
                </a:solidFill>
                <a:latin typeface="Segoe UI"/>
                <a:ea typeface="Segoe UI"/>
                <a:cs typeface="Segoe UI"/>
              </a:defRPr>
            </a:lvl7pPr>
            <a:lvl8pPr algn="l">
              <a:defRPr sz="1350" b="1">
                <a:solidFill>
                  <a:srgbClr val="9C482E"/>
                </a:solidFill>
                <a:latin typeface="Segoe UI"/>
                <a:ea typeface="Segoe UI"/>
                <a:cs typeface="Segoe UI"/>
              </a:defRPr>
            </a:lvl8pPr>
            <a:lvl9pPr algn="l">
              <a:defRPr sz="1350" b="1">
                <a:solidFill>
                  <a:srgbClr val="9C482E"/>
                </a:solidFill>
                <a:latin typeface="Segoe UI"/>
                <a:ea typeface="Segoe UI"/>
                <a:cs typeface="Segoe UI"/>
              </a:defRPr>
            </a:lvl9pPr>
          </a:lstStyle>
          <a:p xmlns:a="http://schemas.openxmlformats.org/drawingml/2006/main">
            <a:pPr algn="l">
              <a:defRPr sz="1350" b="1">
                <a:solidFill>
                  <a:srgbClr val="9C482E"/>
                </a:solidFill>
                <a:latin typeface="Segoe UI"/>
                <a:ea typeface="Segoe UI"/>
                <a:cs typeface="Segoe UI"/>
              </a:defRPr>
            </a:pPr>
            <a:r>
              <a:rPr sz="1350" b="1">
                <a:solidFill>
                  <a:srgbClr val="9C482E"/>
                </a:solidFill>
                <a:latin typeface="Segoe UI"/>
                <a:ea typeface="Segoe UI"/>
                <a:cs typeface="Segoe UI"/>
              </a:rPr>
              <a:t>The wake flow runs on visits; it does not make Render Free an always-on service.</a:t>
            </a:r>
          </a:p>
        </p:txBody>
      </p:sp>
    </p:spTree>
    <p:extLst>
      <p:ext uri="{BB962C8B-B14F-4D97-AF65-F5344CB8AC3E}">
        <p14:creationId xmlns:p14="http://schemas.microsoft.com/office/powerpoint/2010/main" val="2011140895"/>
      </p:ext>
    </p:extLst>
  </p:cSld>
</p:sld>
</file>

<file path=ppt/slides/slide4.xml><?xml version="1.0" encoding="utf-8"?>
<p:sld xmlns:p="http://schemas.openxmlformats.org/presentationml/2006/main">
  <p:cSld>
    <p:bg>
      <p:bgPr>
        <a:solidFill xmlns:a="http://schemas.openxmlformats.org/drawingml/2006/main">
          <a:srgbClr val="F8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FA5CFE9-F59C-4E22-9EA5-0F35AEC421B9}"/>
              </a:ext>
            </a:extLst>
          </p:cNvPr>
          <p:cNvSpPr>
            <a:spLocks xmlns:a="http://schemas.openxmlformats.org/drawingml/2006/main" noGrp="1"/>
          </p:cNvSpPr>
          <p:nvPr/>
        </p:nvSpPr>
        <p:spPr>
          <a:xfrm xmlns:a="http://schemas.openxmlformats.org/drawingml/2006/main">
            <a:off x="439103" y="266700"/>
            <a:ext cx="1428750" cy="590550"/>
          </a:xfrm>
          <a:prstGeom xmlns:a="http://schemas.openxmlformats.org/drawingml/2006/main" prst="rect">
            <a:avLst/>
          </a:prstGeom>
          <a:solidFill xmlns:a="http://schemas.openxmlformats.org/drawingml/2006/main">
            <a:srgbClr val="FFFDF9"/>
          </a:solidFill>
          <a:ln xmlns:a="http://schemas.openxmlformats.org/drawingml/2006/main" w="9525">
            <a:solidFill>
              <a:srgbClr val="9C482E"/>
            </a:solidFill>
          </a:ln>
        </p:spPr>
      </p:sp>
      <p:sp>
        <p:nvSpPr>
          <p:cNvPr id="3" name="">
            <a:extLst xmlns:a="http://schemas.openxmlformats.org/drawingml/2006/main">
              <a:ext uri="{FF2B5EF4-FFF2-40B4-BE49-F238E27FC236}">
                <a16:creationId xmlns:a16="http://schemas.microsoft.com/office/drawing/2014/main" id="{8563A70F-890E-4A54-BC60-2135AAB0D024}"/>
              </a:ext>
            </a:extLst>
          </p:cNvPr>
          <p:cNvSpPr>
            <a:spLocks xmlns:a="http://schemas.openxmlformats.org/drawingml/2006/main" noGrp="1"/>
          </p:cNvSpPr>
          <p:nvPr/>
        </p:nvSpPr>
        <p:spPr>
          <a:xfrm xmlns:a="http://schemas.openxmlformats.org/drawingml/2006/main">
            <a:off x="524828" y="4476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275" b="1">
                <a:solidFill>
                  <a:srgbClr val="9C482E"/>
                </a:solidFill>
                <a:latin typeface="Segoe UI"/>
                <a:ea typeface="Segoe UI"/>
                <a:cs typeface="Segoe UI"/>
              </a:defRPr>
            </a:defPPr>
            <a:lvl1pPr algn="ctr">
              <a:defRPr sz="1275" b="1">
                <a:solidFill>
                  <a:srgbClr val="9C482E"/>
                </a:solidFill>
                <a:latin typeface="Segoe UI"/>
                <a:ea typeface="Segoe UI"/>
                <a:cs typeface="Segoe UI"/>
              </a:defRPr>
            </a:lvl1pPr>
            <a:lvl2pPr algn="ctr">
              <a:defRPr sz="1275" b="1">
                <a:solidFill>
                  <a:srgbClr val="9C482E"/>
                </a:solidFill>
                <a:latin typeface="Segoe UI"/>
                <a:ea typeface="Segoe UI"/>
                <a:cs typeface="Segoe UI"/>
              </a:defRPr>
            </a:lvl2pPr>
            <a:lvl3pPr algn="ctr">
              <a:defRPr sz="1275" b="1">
                <a:solidFill>
                  <a:srgbClr val="9C482E"/>
                </a:solidFill>
                <a:latin typeface="Segoe UI"/>
                <a:ea typeface="Segoe UI"/>
                <a:cs typeface="Segoe UI"/>
              </a:defRPr>
            </a:lvl3pPr>
            <a:lvl4pPr algn="ctr">
              <a:defRPr sz="1275" b="1">
                <a:solidFill>
                  <a:srgbClr val="9C482E"/>
                </a:solidFill>
                <a:latin typeface="Segoe UI"/>
                <a:ea typeface="Segoe UI"/>
                <a:cs typeface="Segoe UI"/>
              </a:defRPr>
            </a:lvl4pPr>
            <a:lvl5pPr algn="ctr">
              <a:defRPr sz="1275" b="1">
                <a:solidFill>
                  <a:srgbClr val="9C482E"/>
                </a:solidFill>
                <a:latin typeface="Segoe UI"/>
                <a:ea typeface="Segoe UI"/>
                <a:cs typeface="Segoe UI"/>
              </a:defRPr>
            </a:lvl5pPr>
            <a:lvl6pPr algn="ctr">
              <a:defRPr sz="1275" b="1">
                <a:solidFill>
                  <a:srgbClr val="9C482E"/>
                </a:solidFill>
                <a:latin typeface="Segoe UI"/>
                <a:ea typeface="Segoe UI"/>
                <a:cs typeface="Segoe UI"/>
              </a:defRPr>
            </a:lvl6pPr>
            <a:lvl7pPr algn="ctr">
              <a:defRPr sz="1275" b="1">
                <a:solidFill>
                  <a:srgbClr val="9C482E"/>
                </a:solidFill>
                <a:latin typeface="Segoe UI"/>
                <a:ea typeface="Segoe UI"/>
                <a:cs typeface="Segoe UI"/>
              </a:defRPr>
            </a:lvl7pPr>
            <a:lvl8pPr algn="ctr">
              <a:defRPr sz="1275" b="1">
                <a:solidFill>
                  <a:srgbClr val="9C482E"/>
                </a:solidFill>
                <a:latin typeface="Segoe UI"/>
                <a:ea typeface="Segoe UI"/>
                <a:cs typeface="Segoe UI"/>
              </a:defRPr>
            </a:lvl8pPr>
            <a:lvl9pPr algn="ctr">
              <a:defRPr sz="1275" b="1">
                <a:solidFill>
                  <a:srgbClr val="9C482E"/>
                </a:solidFill>
                <a:latin typeface="Segoe UI"/>
                <a:ea typeface="Segoe UI"/>
                <a:cs typeface="Segoe UI"/>
              </a:defRPr>
            </a:lvl9pPr>
          </a:lstStyle>
          <a:p xmlns:a="http://schemas.openxmlformats.org/drawingml/2006/main">
            <a:pPr algn="ctr">
              <a:defRPr sz="1425" b="1">
                <a:solidFill>
                  <a:srgbClr val="9C482E"/>
                </a:solidFill>
                <a:latin typeface="Segoe UI"/>
                <a:ea typeface="Segoe UI"/>
                <a:cs typeface="Segoe UI"/>
              </a:defRPr>
            </a:pPr>
            <a:r>
              <a:rPr sz="1275" b="1">
                <a:solidFill>
                  <a:srgbClr val="9C482E"/>
                </a:solidFill>
                <a:latin typeface="Segoe UI"/>
                <a:ea typeface="Segoe UI"/>
                <a:cs typeface="Segoe UI"/>
              </a:rPr>
              <a:t>TEAM MODEST</a:t>
            </a:r>
          </a:p>
        </p:txBody>
      </p:sp>
      <p:sp>
        <p:nvSpPr>
          <p:cNvPr id="4" name="">
            <a:extLst xmlns:a="http://schemas.openxmlformats.org/drawingml/2006/main">
              <a:ext uri="{FF2B5EF4-FFF2-40B4-BE49-F238E27FC236}">
                <a16:creationId xmlns:a16="http://schemas.microsoft.com/office/drawing/2014/main" id="{49EF19F8-32F0-4F5D-85D1-1A375945B6D5}"/>
              </a:ext>
            </a:extLst>
          </p:cNvPr>
          <p:cNvSpPr>
            <a:spLocks xmlns:a="http://schemas.openxmlformats.org/drawingml/2006/main" noGrp="1"/>
          </p:cNvSpPr>
          <p:nvPr/>
        </p:nvSpPr>
        <p:spPr>
          <a:xfrm xmlns:a="http://schemas.openxmlformats.org/drawingml/2006/main">
            <a:off x="2143125" y="2952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225" b="1">
                <a:solidFill>
                  <a:srgbClr val="352C24"/>
                </a:solidFill>
                <a:latin typeface="Georgia"/>
                <a:ea typeface="Georgia"/>
                <a:cs typeface="Georgia"/>
              </a:defRPr>
            </a:defPPr>
            <a:lvl1pPr algn="ctr">
              <a:defRPr sz="3225" b="1">
                <a:solidFill>
                  <a:srgbClr val="352C24"/>
                </a:solidFill>
                <a:latin typeface="Georgia"/>
                <a:ea typeface="Georgia"/>
                <a:cs typeface="Georgia"/>
              </a:defRPr>
            </a:lvl1pPr>
            <a:lvl2pPr algn="ctr">
              <a:defRPr sz="3225" b="1">
                <a:solidFill>
                  <a:srgbClr val="352C24"/>
                </a:solidFill>
                <a:latin typeface="Georgia"/>
                <a:ea typeface="Georgia"/>
                <a:cs typeface="Georgia"/>
              </a:defRPr>
            </a:lvl2pPr>
            <a:lvl3pPr algn="ctr">
              <a:defRPr sz="3225" b="1">
                <a:solidFill>
                  <a:srgbClr val="352C24"/>
                </a:solidFill>
                <a:latin typeface="Georgia"/>
                <a:ea typeface="Georgia"/>
                <a:cs typeface="Georgia"/>
              </a:defRPr>
            </a:lvl3pPr>
            <a:lvl4pPr algn="ctr">
              <a:defRPr sz="3225" b="1">
                <a:solidFill>
                  <a:srgbClr val="352C24"/>
                </a:solidFill>
                <a:latin typeface="Georgia"/>
                <a:ea typeface="Georgia"/>
                <a:cs typeface="Georgia"/>
              </a:defRPr>
            </a:lvl4pPr>
            <a:lvl5pPr algn="ctr">
              <a:defRPr sz="3225" b="1">
                <a:solidFill>
                  <a:srgbClr val="352C24"/>
                </a:solidFill>
                <a:latin typeface="Georgia"/>
                <a:ea typeface="Georgia"/>
                <a:cs typeface="Georgia"/>
              </a:defRPr>
            </a:lvl5pPr>
            <a:lvl6pPr algn="ctr">
              <a:defRPr sz="3225" b="1">
                <a:solidFill>
                  <a:srgbClr val="352C24"/>
                </a:solidFill>
                <a:latin typeface="Georgia"/>
                <a:ea typeface="Georgia"/>
                <a:cs typeface="Georgia"/>
              </a:defRPr>
            </a:lvl6pPr>
            <a:lvl7pPr algn="ctr">
              <a:defRPr sz="3225" b="1">
                <a:solidFill>
                  <a:srgbClr val="352C24"/>
                </a:solidFill>
                <a:latin typeface="Georgia"/>
                <a:ea typeface="Georgia"/>
                <a:cs typeface="Georgia"/>
              </a:defRPr>
            </a:lvl7pPr>
            <a:lvl8pPr algn="ctr">
              <a:defRPr sz="3225" b="1">
                <a:solidFill>
                  <a:srgbClr val="352C24"/>
                </a:solidFill>
                <a:latin typeface="Georgia"/>
                <a:ea typeface="Georgia"/>
                <a:cs typeface="Georgia"/>
              </a:defRPr>
            </a:lvl8pPr>
            <a:lvl9pPr algn="ctr">
              <a:defRPr sz="3225" b="1">
                <a:solidFill>
                  <a:srgbClr val="352C24"/>
                </a:solidFill>
                <a:latin typeface="Georgia"/>
                <a:ea typeface="Georgia"/>
                <a:cs typeface="Georgia"/>
              </a:defRPr>
            </a:lvl9pPr>
          </a:lstStyle>
          <a:p xmlns:a="http://schemas.openxmlformats.org/drawingml/2006/main">
            <a:pPr algn="ctr">
              <a:defRPr sz="3225" b="1">
                <a:solidFill>
                  <a:srgbClr val="352C24"/>
                </a:solidFill>
                <a:latin typeface="Georgia"/>
                <a:ea typeface="Georgia"/>
                <a:cs typeface="Georgia"/>
              </a:defRPr>
            </a:pPr>
            <a:r>
              <a:rPr sz="3225" b="1">
                <a:solidFill>
                  <a:srgbClr val="352C24"/>
                </a:solidFill>
                <a:latin typeface="Georgia"/>
                <a:ea typeface="Georgia"/>
                <a:cs typeface="Georgia"/>
              </a:rPr>
              <a:t>IMPACT AND BENEFITS</a:t>
            </a:r>
          </a:p>
        </p:txBody>
      </p:sp>
      <p:pic>
        <p:nvPicPr>
          <p:cNvPr id="5" name="">
            <a:extLst xmlns:a="http://schemas.openxmlformats.org/drawingml/2006/main">
              <a:ext uri="{FF2B5EF4-FFF2-40B4-BE49-F238E27FC236}">
                <a16:creationId xmlns:a16="http://schemas.microsoft.com/office/drawing/2014/main" id="{5084896A-0DA0-437C-AEDB-557718ADBDF3}"/>
              </a:ext>
            </a:extLst>
          </p:cNvPr>
          <p:cNvPicPr>
            <a:picLocks xmlns:a="http://schemas.openxmlformats.org/drawingml/2006/main" noChangeAspect="1"/>
          </p:cNvPicPr>
          <p:nvPr/>
        </p:nvPicPr>
        <p:blipFill>
          <a:blip xmlns:r="http://schemas.openxmlformats.org/officeDocument/2006/relationships" xmlns:a="http://schemas.openxmlformats.org/drawingml/2006/main" r:embed="R606311d7535d479b"/>
          <a:stretch xmlns:a="http://schemas.openxmlformats.org/drawingml/2006/main"/>
        </p:blipFill>
        <p:spPr>
          <a:xfrm xmlns:a="http://schemas.openxmlformats.org/drawingml/2006/main">
            <a:off x="10821353" y="142875"/>
            <a:ext cx="952500" cy="95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9E5D705-4997-418F-B5B9-F5B61DF7C622}"/>
              </a:ext>
            </a:extLst>
          </p:cNvPr>
          <p:cNvSpPr>
            <a:spLocks xmlns:a="http://schemas.openxmlformats.org/drawingml/2006/main" noGrp="1"/>
          </p:cNvSpPr>
          <p:nvPr/>
        </p:nvSpPr>
        <p:spPr>
          <a:xfrm xmlns:a="http://schemas.openxmlformats.org/drawingml/2006/main">
            <a:off x="439103" y="1066800"/>
            <a:ext cx="11353800" cy="28575"/>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76F6A2D-E975-4768-A089-896285F66432}"/>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847BC8F-C0E2-4886-A32E-649E874DEC4E}"/>
              </a:ext>
            </a:extLst>
          </p:cNvPr>
          <p:cNvSpPr>
            <a:spLocks xmlns:a="http://schemas.openxmlformats.org/drawingml/2006/main" noGrp="1"/>
          </p:cNvSpPr>
          <p:nvPr/>
        </p:nvSpPr>
        <p:spPr>
          <a:xfrm xmlns:a="http://schemas.openxmlformats.org/drawingml/2006/main">
            <a:off x="477203" y="66579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1">
                <a:solidFill>
                  <a:srgbClr val="FFFDF9"/>
                </a:solidFill>
                <a:latin typeface="Segoe UI"/>
                <a:ea typeface="Segoe UI"/>
                <a:cs typeface="Segoe UI"/>
              </a:defRPr>
            </a:defPPr>
            <a:lvl1pPr algn="l">
              <a:defRPr sz="975" b="1">
                <a:solidFill>
                  <a:srgbClr val="FFFDF9"/>
                </a:solidFill>
                <a:latin typeface="Segoe UI"/>
                <a:ea typeface="Segoe UI"/>
                <a:cs typeface="Segoe UI"/>
              </a:defRPr>
            </a:lvl1pPr>
            <a:lvl2pPr algn="l">
              <a:defRPr sz="975" b="1">
                <a:solidFill>
                  <a:srgbClr val="FFFDF9"/>
                </a:solidFill>
                <a:latin typeface="Segoe UI"/>
                <a:ea typeface="Segoe UI"/>
                <a:cs typeface="Segoe UI"/>
              </a:defRPr>
            </a:lvl2pPr>
            <a:lvl3pPr algn="l">
              <a:defRPr sz="975" b="1">
                <a:solidFill>
                  <a:srgbClr val="FFFDF9"/>
                </a:solidFill>
                <a:latin typeface="Segoe UI"/>
                <a:ea typeface="Segoe UI"/>
                <a:cs typeface="Segoe UI"/>
              </a:defRPr>
            </a:lvl3pPr>
            <a:lvl4pPr algn="l">
              <a:defRPr sz="975" b="1">
                <a:solidFill>
                  <a:srgbClr val="FFFDF9"/>
                </a:solidFill>
                <a:latin typeface="Segoe UI"/>
                <a:ea typeface="Segoe UI"/>
                <a:cs typeface="Segoe UI"/>
              </a:defRPr>
            </a:lvl4pPr>
            <a:lvl5pPr algn="l">
              <a:defRPr sz="975" b="1">
                <a:solidFill>
                  <a:srgbClr val="FFFDF9"/>
                </a:solidFill>
                <a:latin typeface="Segoe UI"/>
                <a:ea typeface="Segoe UI"/>
                <a:cs typeface="Segoe UI"/>
              </a:defRPr>
            </a:lvl5pPr>
            <a:lvl6pPr algn="l">
              <a:defRPr sz="975" b="1">
                <a:solidFill>
                  <a:srgbClr val="FFFDF9"/>
                </a:solidFill>
                <a:latin typeface="Segoe UI"/>
                <a:ea typeface="Segoe UI"/>
                <a:cs typeface="Segoe UI"/>
              </a:defRPr>
            </a:lvl6pPr>
            <a:lvl7pPr algn="l">
              <a:defRPr sz="975" b="1">
                <a:solidFill>
                  <a:srgbClr val="FFFDF9"/>
                </a:solidFill>
                <a:latin typeface="Segoe UI"/>
                <a:ea typeface="Segoe UI"/>
                <a:cs typeface="Segoe UI"/>
              </a:defRPr>
            </a:lvl7pPr>
            <a:lvl8pPr algn="l">
              <a:defRPr sz="975" b="1">
                <a:solidFill>
                  <a:srgbClr val="FFFDF9"/>
                </a:solidFill>
                <a:latin typeface="Segoe UI"/>
                <a:ea typeface="Segoe UI"/>
                <a:cs typeface="Segoe UI"/>
              </a:defRPr>
            </a:lvl8pPr>
            <a:lvl9pPr algn="l">
              <a:defRPr sz="975" b="1">
                <a:solidFill>
                  <a:srgbClr val="FFFDF9"/>
                </a:solidFill>
                <a:latin typeface="Segoe UI"/>
                <a:ea typeface="Segoe UI"/>
                <a:cs typeface="Segoe UI"/>
              </a:defRPr>
            </a:lvl9pPr>
          </a:lstStyle>
          <a:p xmlns:a="http://schemas.openxmlformats.org/drawingml/2006/main">
            <a:pPr algn="l">
              <a:defRPr sz="975" b="1">
                <a:solidFill>
                  <a:srgbClr val="FFFDF9"/>
                </a:solidFill>
                <a:latin typeface="Segoe UI"/>
                <a:ea typeface="Segoe UI"/>
                <a:cs typeface="Segoe UI"/>
              </a:defRPr>
            </a:pPr>
            <a:r>
              <a:rPr sz="975" b="1">
                <a:solidFill>
                  <a:srgbClr val="FFFDF9"/>
                </a:solidFill>
                <a:latin typeface="Segoe UI"/>
                <a:ea typeface="Segoe UI"/>
                <a:cs typeface="Segoe UI"/>
              </a:rPr>
              <a:t>MODEST  |  ONECASE  |  SIH26264</a:t>
            </a:r>
          </a:p>
        </p:txBody>
      </p:sp>
      <p:sp>
        <p:nvSpPr>
          <p:cNvPr id="9" name="">
            <a:extLst xmlns:a="http://schemas.openxmlformats.org/drawingml/2006/main">
              <a:ext uri="{FF2B5EF4-FFF2-40B4-BE49-F238E27FC236}">
                <a16:creationId xmlns:a16="http://schemas.microsoft.com/office/drawing/2014/main" id="{B8B7A1E4-BAA5-481D-990D-99340FEFE973}"/>
              </a:ext>
            </a:extLst>
          </p:cNvPr>
          <p:cNvSpPr>
            <a:spLocks xmlns:a="http://schemas.openxmlformats.org/drawingml/2006/main" noGrp="1"/>
          </p:cNvSpPr>
          <p:nvPr/>
        </p:nvSpPr>
        <p:spPr>
          <a:xfrm xmlns:a="http://schemas.openxmlformats.org/drawingml/2006/main">
            <a:off x="11363325" y="66579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75" b="1">
                <a:solidFill>
                  <a:srgbClr val="FFFDF9"/>
                </a:solidFill>
                <a:latin typeface="Segoe UI"/>
                <a:ea typeface="Segoe UI"/>
                <a:cs typeface="Segoe UI"/>
              </a:defRPr>
            </a:defPPr>
            <a:lvl1pPr algn="r">
              <a:defRPr sz="975" b="1">
                <a:solidFill>
                  <a:srgbClr val="FFFDF9"/>
                </a:solidFill>
                <a:latin typeface="Segoe UI"/>
                <a:ea typeface="Segoe UI"/>
                <a:cs typeface="Segoe UI"/>
              </a:defRPr>
            </a:lvl1pPr>
            <a:lvl2pPr algn="r">
              <a:defRPr sz="975" b="1">
                <a:solidFill>
                  <a:srgbClr val="FFFDF9"/>
                </a:solidFill>
                <a:latin typeface="Segoe UI"/>
                <a:ea typeface="Segoe UI"/>
                <a:cs typeface="Segoe UI"/>
              </a:defRPr>
            </a:lvl2pPr>
            <a:lvl3pPr algn="r">
              <a:defRPr sz="975" b="1">
                <a:solidFill>
                  <a:srgbClr val="FFFDF9"/>
                </a:solidFill>
                <a:latin typeface="Segoe UI"/>
                <a:ea typeface="Segoe UI"/>
                <a:cs typeface="Segoe UI"/>
              </a:defRPr>
            </a:lvl3pPr>
            <a:lvl4pPr algn="r">
              <a:defRPr sz="975" b="1">
                <a:solidFill>
                  <a:srgbClr val="FFFDF9"/>
                </a:solidFill>
                <a:latin typeface="Segoe UI"/>
                <a:ea typeface="Segoe UI"/>
                <a:cs typeface="Segoe UI"/>
              </a:defRPr>
            </a:lvl4pPr>
            <a:lvl5pPr algn="r">
              <a:defRPr sz="975" b="1">
                <a:solidFill>
                  <a:srgbClr val="FFFDF9"/>
                </a:solidFill>
                <a:latin typeface="Segoe UI"/>
                <a:ea typeface="Segoe UI"/>
                <a:cs typeface="Segoe UI"/>
              </a:defRPr>
            </a:lvl5pPr>
            <a:lvl6pPr algn="r">
              <a:defRPr sz="975" b="1">
                <a:solidFill>
                  <a:srgbClr val="FFFDF9"/>
                </a:solidFill>
                <a:latin typeface="Segoe UI"/>
                <a:ea typeface="Segoe UI"/>
                <a:cs typeface="Segoe UI"/>
              </a:defRPr>
            </a:lvl6pPr>
            <a:lvl7pPr algn="r">
              <a:defRPr sz="975" b="1">
                <a:solidFill>
                  <a:srgbClr val="FFFDF9"/>
                </a:solidFill>
                <a:latin typeface="Segoe UI"/>
                <a:ea typeface="Segoe UI"/>
                <a:cs typeface="Segoe UI"/>
              </a:defRPr>
            </a:lvl7pPr>
            <a:lvl8pPr algn="r">
              <a:defRPr sz="975" b="1">
                <a:solidFill>
                  <a:srgbClr val="FFFDF9"/>
                </a:solidFill>
                <a:latin typeface="Segoe UI"/>
                <a:ea typeface="Segoe UI"/>
                <a:cs typeface="Segoe UI"/>
              </a:defRPr>
            </a:lvl8pPr>
            <a:lvl9pPr algn="r">
              <a:defRPr sz="975" b="1">
                <a:solidFill>
                  <a:srgbClr val="FFFDF9"/>
                </a:solidFill>
                <a:latin typeface="Segoe UI"/>
                <a:ea typeface="Segoe UI"/>
                <a:cs typeface="Segoe UI"/>
              </a:defRPr>
            </a:lvl9pPr>
          </a:lstStyle>
          <a:p xmlns:a="http://schemas.openxmlformats.org/drawingml/2006/main">
            <a:pPr algn="r">
              <a:defRPr sz="975" b="1">
                <a:solidFill>
                  <a:srgbClr val="FFFDF9"/>
                </a:solidFill>
                <a:latin typeface="Segoe UI"/>
                <a:ea typeface="Segoe UI"/>
                <a:cs typeface="Segoe UI"/>
              </a:defRPr>
            </a:pPr>
            <a:r>
              <a:rPr sz="975" b="1">
                <a:solidFill>
                  <a:srgbClr val="FFFDF9"/>
                </a:solidFill>
                <a:latin typeface="Segoe UI"/>
                <a:ea typeface="Segoe UI"/>
                <a:cs typeface="Segoe UI"/>
              </a:rPr>
              <a:t>04</a:t>
            </a:r>
          </a:p>
        </p:txBody>
      </p:sp>
      <p:sp>
        <p:nvSpPr>
          <p:cNvPr id="10" name="">
            <a:extLst xmlns:a="http://schemas.openxmlformats.org/drawingml/2006/main">
              <a:ext uri="{FF2B5EF4-FFF2-40B4-BE49-F238E27FC236}">
                <a16:creationId xmlns:a16="http://schemas.microsoft.com/office/drawing/2014/main" id="{CE3ED5C6-1E63-41C2-836C-F8BEACE54B03}"/>
              </a:ext>
            </a:extLst>
          </p:cNvPr>
          <p:cNvSpPr>
            <a:spLocks xmlns:a="http://schemas.openxmlformats.org/drawingml/2006/main" noGrp="1"/>
          </p:cNvSpPr>
          <p:nvPr/>
        </p:nvSpPr>
        <p:spPr>
          <a:xfrm xmlns:a="http://schemas.openxmlformats.org/drawingml/2006/main">
            <a:off x="495300" y="1362075"/>
            <a:ext cx="11201400" cy="571500"/>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CE575A9-F63E-4273-8E4F-EAA4F735F8E0}"/>
              </a:ext>
            </a:extLst>
          </p:cNvPr>
          <p:cNvSpPr>
            <a:spLocks xmlns:a="http://schemas.openxmlformats.org/drawingml/2006/main" noGrp="1"/>
          </p:cNvSpPr>
          <p:nvPr/>
        </p:nvSpPr>
        <p:spPr>
          <a:xfrm xmlns:a="http://schemas.openxmlformats.org/drawingml/2006/main">
            <a:off x="657225" y="1485900"/>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352C24"/>
                </a:solidFill>
                <a:latin typeface="Segoe UI"/>
                <a:ea typeface="Segoe UI"/>
                <a:cs typeface="Segoe UI"/>
              </a:defRPr>
            </a:defPPr>
            <a:lvl1pPr algn="l">
              <a:defRPr sz="1875" b="1">
                <a:solidFill>
                  <a:srgbClr val="352C24"/>
                </a:solidFill>
                <a:latin typeface="Segoe UI"/>
                <a:ea typeface="Segoe UI"/>
                <a:cs typeface="Segoe UI"/>
              </a:defRPr>
            </a:lvl1pPr>
            <a:lvl2pPr algn="l">
              <a:defRPr sz="1875" b="1">
                <a:solidFill>
                  <a:srgbClr val="352C24"/>
                </a:solidFill>
                <a:latin typeface="Segoe UI"/>
                <a:ea typeface="Segoe UI"/>
                <a:cs typeface="Segoe UI"/>
              </a:defRPr>
            </a:lvl2pPr>
            <a:lvl3pPr algn="l">
              <a:defRPr sz="1875" b="1">
                <a:solidFill>
                  <a:srgbClr val="352C24"/>
                </a:solidFill>
                <a:latin typeface="Segoe UI"/>
                <a:ea typeface="Segoe UI"/>
                <a:cs typeface="Segoe UI"/>
              </a:defRPr>
            </a:lvl3pPr>
            <a:lvl4pPr algn="l">
              <a:defRPr sz="1875" b="1">
                <a:solidFill>
                  <a:srgbClr val="352C24"/>
                </a:solidFill>
                <a:latin typeface="Segoe UI"/>
                <a:ea typeface="Segoe UI"/>
                <a:cs typeface="Segoe UI"/>
              </a:defRPr>
            </a:lvl4pPr>
            <a:lvl5pPr algn="l">
              <a:defRPr sz="1875" b="1">
                <a:solidFill>
                  <a:srgbClr val="352C24"/>
                </a:solidFill>
                <a:latin typeface="Segoe UI"/>
                <a:ea typeface="Segoe UI"/>
                <a:cs typeface="Segoe UI"/>
              </a:defRPr>
            </a:lvl5pPr>
            <a:lvl6pPr algn="l">
              <a:defRPr sz="1875" b="1">
                <a:solidFill>
                  <a:srgbClr val="352C24"/>
                </a:solidFill>
                <a:latin typeface="Segoe UI"/>
                <a:ea typeface="Segoe UI"/>
                <a:cs typeface="Segoe UI"/>
              </a:defRPr>
            </a:lvl6pPr>
            <a:lvl7pPr algn="l">
              <a:defRPr sz="1875" b="1">
                <a:solidFill>
                  <a:srgbClr val="352C24"/>
                </a:solidFill>
                <a:latin typeface="Segoe UI"/>
                <a:ea typeface="Segoe UI"/>
                <a:cs typeface="Segoe UI"/>
              </a:defRPr>
            </a:lvl7pPr>
            <a:lvl8pPr algn="l">
              <a:defRPr sz="1875" b="1">
                <a:solidFill>
                  <a:srgbClr val="352C24"/>
                </a:solidFill>
                <a:latin typeface="Segoe UI"/>
                <a:ea typeface="Segoe UI"/>
                <a:cs typeface="Segoe UI"/>
              </a:defRPr>
            </a:lvl8pPr>
            <a:lvl9pPr algn="l">
              <a:defRPr sz="1875" b="1">
                <a:solidFill>
                  <a:srgbClr val="352C24"/>
                </a:solidFill>
                <a:latin typeface="Segoe UI"/>
                <a:ea typeface="Segoe UI"/>
                <a:cs typeface="Segoe UI"/>
              </a:defRPr>
            </a:lvl9pPr>
          </a:lstStyle>
          <a:p xmlns:a="http://schemas.openxmlformats.org/drawingml/2006/main">
            <a:pPr algn="l">
              <a:defRPr sz="1875" b="1">
                <a:solidFill>
                  <a:srgbClr val="352C24"/>
                </a:solidFill>
                <a:latin typeface="Segoe UI"/>
                <a:ea typeface="Segoe UI"/>
                <a:cs typeface="Segoe UI"/>
              </a:defRPr>
            </a:pPr>
            <a:r>
              <a:rPr sz="1875" b="1">
                <a:solidFill>
                  <a:srgbClr val="352C24"/>
                </a:solidFill>
                <a:latin typeface="Segoe UI"/>
                <a:ea typeface="Segoe UI"/>
                <a:cs typeface="Segoe UI"/>
              </a:rPr>
              <a:t>Expected benefits: clearer ownership, traceable decisions and fewer disconnected case records</a:t>
            </a:r>
          </a:p>
        </p:txBody>
      </p:sp>
      <p:sp>
        <p:nvSpPr>
          <p:cNvPr id="12" name="">
            <a:extLst xmlns:a="http://schemas.openxmlformats.org/drawingml/2006/main">
              <a:ext uri="{FF2B5EF4-FFF2-40B4-BE49-F238E27FC236}">
                <a16:creationId xmlns:a16="http://schemas.microsoft.com/office/drawing/2014/main" id="{B6676D73-0477-4A47-8AB6-9BCA2F17CA46}"/>
              </a:ext>
            </a:extLst>
          </p:cNvPr>
          <p:cNvSpPr>
            <a:spLocks xmlns:a="http://schemas.openxmlformats.org/drawingml/2006/main" noGrp="1"/>
          </p:cNvSpPr>
          <p:nvPr/>
        </p:nvSpPr>
        <p:spPr>
          <a:xfrm xmlns:a="http://schemas.openxmlformats.org/drawingml/2006/main">
            <a:off x="495300" y="2200275"/>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352C24"/>
                </a:solidFill>
                <a:latin typeface="Segoe UI"/>
                <a:ea typeface="Segoe UI"/>
                <a:cs typeface="Segoe UI"/>
              </a:defRPr>
            </a:defPPr>
            <a:lvl1pPr algn="l">
              <a:defRPr sz="1725" b="1">
                <a:solidFill>
                  <a:srgbClr val="352C24"/>
                </a:solidFill>
                <a:latin typeface="Segoe UI"/>
                <a:ea typeface="Segoe UI"/>
                <a:cs typeface="Segoe UI"/>
              </a:defRPr>
            </a:lvl1pPr>
            <a:lvl2pPr algn="l">
              <a:defRPr sz="1725" b="1">
                <a:solidFill>
                  <a:srgbClr val="352C24"/>
                </a:solidFill>
                <a:latin typeface="Segoe UI"/>
                <a:ea typeface="Segoe UI"/>
                <a:cs typeface="Segoe UI"/>
              </a:defRPr>
            </a:lvl2pPr>
            <a:lvl3pPr algn="l">
              <a:defRPr sz="1725" b="1">
                <a:solidFill>
                  <a:srgbClr val="352C24"/>
                </a:solidFill>
                <a:latin typeface="Segoe UI"/>
                <a:ea typeface="Segoe UI"/>
                <a:cs typeface="Segoe UI"/>
              </a:defRPr>
            </a:lvl3pPr>
            <a:lvl4pPr algn="l">
              <a:defRPr sz="1725" b="1">
                <a:solidFill>
                  <a:srgbClr val="352C24"/>
                </a:solidFill>
                <a:latin typeface="Segoe UI"/>
                <a:ea typeface="Segoe UI"/>
                <a:cs typeface="Segoe UI"/>
              </a:defRPr>
            </a:lvl4pPr>
            <a:lvl5pPr algn="l">
              <a:defRPr sz="1725" b="1">
                <a:solidFill>
                  <a:srgbClr val="352C24"/>
                </a:solidFill>
                <a:latin typeface="Segoe UI"/>
                <a:ea typeface="Segoe UI"/>
                <a:cs typeface="Segoe UI"/>
              </a:defRPr>
            </a:lvl5pPr>
            <a:lvl6pPr algn="l">
              <a:defRPr sz="1725" b="1">
                <a:solidFill>
                  <a:srgbClr val="352C24"/>
                </a:solidFill>
                <a:latin typeface="Segoe UI"/>
                <a:ea typeface="Segoe UI"/>
                <a:cs typeface="Segoe UI"/>
              </a:defRPr>
            </a:lvl6pPr>
            <a:lvl7pPr algn="l">
              <a:defRPr sz="1725" b="1">
                <a:solidFill>
                  <a:srgbClr val="352C24"/>
                </a:solidFill>
                <a:latin typeface="Segoe UI"/>
                <a:ea typeface="Segoe UI"/>
                <a:cs typeface="Segoe UI"/>
              </a:defRPr>
            </a:lvl7pPr>
            <a:lvl8pPr algn="l">
              <a:defRPr sz="1725" b="1">
                <a:solidFill>
                  <a:srgbClr val="352C24"/>
                </a:solidFill>
                <a:latin typeface="Segoe UI"/>
                <a:ea typeface="Segoe UI"/>
                <a:cs typeface="Segoe UI"/>
              </a:defRPr>
            </a:lvl8pPr>
            <a:lvl9pPr algn="l">
              <a:defRPr sz="1725" b="1">
                <a:solidFill>
                  <a:srgbClr val="352C24"/>
                </a:solidFill>
                <a:latin typeface="Segoe UI"/>
                <a:ea typeface="Segoe UI"/>
                <a:cs typeface="Segoe UI"/>
              </a:defRPr>
            </a:lvl9pPr>
          </a:lstStyle>
          <a:p xmlns:a="http://schemas.openxmlformats.org/drawingml/2006/main">
            <a:pPr algn="l">
              <a:defRPr sz="1725" b="1">
                <a:solidFill>
                  <a:srgbClr val="352C24"/>
                </a:solidFill>
                <a:latin typeface="Segoe UI"/>
                <a:ea typeface="Segoe UI"/>
                <a:cs typeface="Segoe UI"/>
              </a:defRPr>
            </a:pPr>
            <a:r>
              <a:rPr sz="1725" b="1">
                <a:solidFill>
                  <a:srgbClr val="352C24"/>
                </a:solidFill>
                <a:latin typeface="Segoe UI"/>
                <a:ea typeface="Segoe UI"/>
                <a:cs typeface="Segoe UI"/>
              </a:rPr>
              <a:t>Complainants</a:t>
            </a:r>
          </a:p>
        </p:txBody>
      </p:sp>
      <p:sp>
        <p:nvSpPr>
          <p:cNvPr id="13" name="">
            <a:extLst xmlns:a="http://schemas.openxmlformats.org/drawingml/2006/main">
              <a:ext uri="{FF2B5EF4-FFF2-40B4-BE49-F238E27FC236}">
                <a16:creationId xmlns:a16="http://schemas.microsoft.com/office/drawing/2014/main" id="{483F11F2-5BB1-46F5-BC2A-0E3BD1333005}"/>
              </a:ext>
            </a:extLst>
          </p:cNvPr>
          <p:cNvSpPr>
            <a:spLocks xmlns:a="http://schemas.openxmlformats.org/drawingml/2006/main" noGrp="1"/>
          </p:cNvSpPr>
          <p:nvPr/>
        </p:nvSpPr>
        <p:spPr>
          <a:xfrm xmlns:a="http://schemas.openxmlformats.org/drawingml/2006/main">
            <a:off x="495300" y="2524125"/>
            <a:ext cx="432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816C59"/>
                </a:solidFill>
                <a:latin typeface="Segoe UI"/>
                <a:ea typeface="Segoe UI"/>
                <a:cs typeface="Segoe UI"/>
              </a:defRPr>
            </a:defPPr>
            <a:lvl1pPr algn="l">
              <a:defRPr sz="1575" b="0">
                <a:solidFill>
                  <a:srgbClr val="816C59"/>
                </a:solidFill>
                <a:latin typeface="Segoe UI"/>
                <a:ea typeface="Segoe UI"/>
                <a:cs typeface="Segoe UI"/>
              </a:defRPr>
            </a:lvl1pPr>
            <a:lvl2pPr algn="l">
              <a:defRPr sz="1575" b="0">
                <a:solidFill>
                  <a:srgbClr val="816C59"/>
                </a:solidFill>
                <a:latin typeface="Segoe UI"/>
                <a:ea typeface="Segoe UI"/>
                <a:cs typeface="Segoe UI"/>
              </a:defRPr>
            </a:lvl2pPr>
            <a:lvl3pPr algn="l">
              <a:defRPr sz="1575" b="0">
                <a:solidFill>
                  <a:srgbClr val="816C59"/>
                </a:solidFill>
                <a:latin typeface="Segoe UI"/>
                <a:ea typeface="Segoe UI"/>
                <a:cs typeface="Segoe UI"/>
              </a:defRPr>
            </a:lvl3pPr>
            <a:lvl4pPr algn="l">
              <a:defRPr sz="1575" b="0">
                <a:solidFill>
                  <a:srgbClr val="816C59"/>
                </a:solidFill>
                <a:latin typeface="Segoe UI"/>
                <a:ea typeface="Segoe UI"/>
                <a:cs typeface="Segoe UI"/>
              </a:defRPr>
            </a:lvl4pPr>
            <a:lvl5pPr algn="l">
              <a:defRPr sz="1575" b="0">
                <a:solidFill>
                  <a:srgbClr val="816C59"/>
                </a:solidFill>
                <a:latin typeface="Segoe UI"/>
                <a:ea typeface="Segoe UI"/>
                <a:cs typeface="Segoe UI"/>
              </a:defRPr>
            </a:lvl5pPr>
            <a:lvl6pPr algn="l">
              <a:defRPr sz="1575" b="0">
                <a:solidFill>
                  <a:srgbClr val="816C59"/>
                </a:solidFill>
                <a:latin typeface="Segoe UI"/>
                <a:ea typeface="Segoe UI"/>
                <a:cs typeface="Segoe UI"/>
              </a:defRPr>
            </a:lvl6pPr>
            <a:lvl7pPr algn="l">
              <a:defRPr sz="1575" b="0">
                <a:solidFill>
                  <a:srgbClr val="816C59"/>
                </a:solidFill>
                <a:latin typeface="Segoe UI"/>
                <a:ea typeface="Segoe UI"/>
                <a:cs typeface="Segoe UI"/>
              </a:defRPr>
            </a:lvl7pPr>
            <a:lvl8pPr algn="l">
              <a:defRPr sz="1575" b="0">
                <a:solidFill>
                  <a:srgbClr val="816C59"/>
                </a:solidFill>
                <a:latin typeface="Segoe UI"/>
                <a:ea typeface="Segoe UI"/>
                <a:cs typeface="Segoe UI"/>
              </a:defRPr>
            </a:lvl8pPr>
            <a:lvl9pPr algn="l">
              <a:defRPr sz="1575" b="0">
                <a:solidFill>
                  <a:srgbClr val="816C59"/>
                </a:solidFill>
                <a:latin typeface="Segoe UI"/>
                <a:ea typeface="Segoe UI"/>
                <a:cs typeface="Segoe UI"/>
              </a:defRPr>
            </a:lvl9pPr>
          </a:lstStyle>
          <a:p xmlns:a="http://schemas.openxmlformats.org/drawingml/2006/main">
            <a:pPr algn="l">
              <a:defRPr sz="1575" b="0">
                <a:solidFill>
                  <a:srgbClr val="816C59"/>
                </a:solidFill>
                <a:latin typeface="Segoe UI"/>
                <a:ea typeface="Segoe UI"/>
                <a:cs typeface="Segoe UI"/>
              </a:defRPr>
            </a:pPr>
            <a:r>
              <a:rPr sz="1575" b="0">
                <a:solidFill>
                  <a:srgbClr val="816C59"/>
                </a:solidFill>
                <a:latin typeface="Segoe UI"/>
                <a:ea typeface="Segoe UI"/>
                <a:cs typeface="Segoe UI"/>
              </a:rPr>
              <a:t>One reference, authorized tracking and closure PDFs.</a:t>
            </a:r>
          </a:p>
        </p:txBody>
      </p:sp>
      <p:sp>
        <p:nvSpPr>
          <p:cNvPr id="14" name="">
            <a:extLst xmlns:a="http://schemas.openxmlformats.org/drawingml/2006/main">
              <a:ext uri="{FF2B5EF4-FFF2-40B4-BE49-F238E27FC236}">
                <a16:creationId xmlns:a16="http://schemas.microsoft.com/office/drawing/2014/main" id="{001CE269-2ABE-4B64-B98B-153F1B79BE19}"/>
              </a:ext>
            </a:extLst>
          </p:cNvPr>
          <p:cNvSpPr>
            <a:spLocks xmlns:a="http://schemas.openxmlformats.org/drawingml/2006/main" noGrp="1"/>
          </p:cNvSpPr>
          <p:nvPr/>
        </p:nvSpPr>
        <p:spPr>
          <a:xfrm xmlns:a="http://schemas.openxmlformats.org/drawingml/2006/main">
            <a:off x="495300" y="3076575"/>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352C24"/>
                </a:solidFill>
                <a:latin typeface="Segoe UI"/>
                <a:ea typeface="Segoe UI"/>
                <a:cs typeface="Segoe UI"/>
              </a:defRPr>
            </a:defPPr>
            <a:lvl1pPr algn="l">
              <a:defRPr sz="1725" b="1">
                <a:solidFill>
                  <a:srgbClr val="352C24"/>
                </a:solidFill>
                <a:latin typeface="Segoe UI"/>
                <a:ea typeface="Segoe UI"/>
                <a:cs typeface="Segoe UI"/>
              </a:defRPr>
            </a:lvl1pPr>
            <a:lvl2pPr algn="l">
              <a:defRPr sz="1725" b="1">
                <a:solidFill>
                  <a:srgbClr val="352C24"/>
                </a:solidFill>
                <a:latin typeface="Segoe UI"/>
                <a:ea typeface="Segoe UI"/>
                <a:cs typeface="Segoe UI"/>
              </a:defRPr>
            </a:lvl2pPr>
            <a:lvl3pPr algn="l">
              <a:defRPr sz="1725" b="1">
                <a:solidFill>
                  <a:srgbClr val="352C24"/>
                </a:solidFill>
                <a:latin typeface="Segoe UI"/>
                <a:ea typeface="Segoe UI"/>
                <a:cs typeface="Segoe UI"/>
              </a:defRPr>
            </a:lvl3pPr>
            <a:lvl4pPr algn="l">
              <a:defRPr sz="1725" b="1">
                <a:solidFill>
                  <a:srgbClr val="352C24"/>
                </a:solidFill>
                <a:latin typeface="Segoe UI"/>
                <a:ea typeface="Segoe UI"/>
                <a:cs typeface="Segoe UI"/>
              </a:defRPr>
            </a:lvl4pPr>
            <a:lvl5pPr algn="l">
              <a:defRPr sz="1725" b="1">
                <a:solidFill>
                  <a:srgbClr val="352C24"/>
                </a:solidFill>
                <a:latin typeface="Segoe UI"/>
                <a:ea typeface="Segoe UI"/>
                <a:cs typeface="Segoe UI"/>
              </a:defRPr>
            </a:lvl5pPr>
            <a:lvl6pPr algn="l">
              <a:defRPr sz="1725" b="1">
                <a:solidFill>
                  <a:srgbClr val="352C24"/>
                </a:solidFill>
                <a:latin typeface="Segoe UI"/>
                <a:ea typeface="Segoe UI"/>
                <a:cs typeface="Segoe UI"/>
              </a:defRPr>
            </a:lvl6pPr>
            <a:lvl7pPr algn="l">
              <a:defRPr sz="1725" b="1">
                <a:solidFill>
                  <a:srgbClr val="352C24"/>
                </a:solidFill>
                <a:latin typeface="Segoe UI"/>
                <a:ea typeface="Segoe UI"/>
                <a:cs typeface="Segoe UI"/>
              </a:defRPr>
            </a:lvl7pPr>
            <a:lvl8pPr algn="l">
              <a:defRPr sz="1725" b="1">
                <a:solidFill>
                  <a:srgbClr val="352C24"/>
                </a:solidFill>
                <a:latin typeface="Segoe UI"/>
                <a:ea typeface="Segoe UI"/>
                <a:cs typeface="Segoe UI"/>
              </a:defRPr>
            </a:lvl8pPr>
            <a:lvl9pPr algn="l">
              <a:defRPr sz="1725" b="1">
                <a:solidFill>
                  <a:srgbClr val="352C24"/>
                </a:solidFill>
                <a:latin typeface="Segoe UI"/>
                <a:ea typeface="Segoe UI"/>
                <a:cs typeface="Segoe UI"/>
              </a:defRPr>
            </a:lvl9pPr>
          </a:lstStyle>
          <a:p xmlns:a="http://schemas.openxmlformats.org/drawingml/2006/main">
            <a:pPr algn="l">
              <a:defRPr sz="1725" b="1">
                <a:solidFill>
                  <a:srgbClr val="352C24"/>
                </a:solidFill>
                <a:latin typeface="Segoe UI"/>
                <a:ea typeface="Segoe UI"/>
                <a:cs typeface="Segoe UI"/>
              </a:defRPr>
            </a:pPr>
            <a:r>
              <a:rPr sz="1725" b="1">
                <a:solidFill>
                  <a:srgbClr val="352C24"/>
                </a:solidFill>
                <a:latin typeface="Segoe UI"/>
                <a:ea typeface="Segoe UI"/>
                <a:cs typeface="Segoe UI"/>
              </a:rPr>
              <a:t>Officers and bureau leads</a:t>
            </a:r>
          </a:p>
        </p:txBody>
      </p:sp>
      <p:sp>
        <p:nvSpPr>
          <p:cNvPr id="15" name="">
            <a:extLst xmlns:a="http://schemas.openxmlformats.org/drawingml/2006/main">
              <a:ext uri="{FF2B5EF4-FFF2-40B4-BE49-F238E27FC236}">
                <a16:creationId xmlns:a16="http://schemas.microsoft.com/office/drawing/2014/main" id="{D5F506E6-27CB-449A-A659-7172EEB8C634}"/>
              </a:ext>
            </a:extLst>
          </p:cNvPr>
          <p:cNvSpPr>
            <a:spLocks xmlns:a="http://schemas.openxmlformats.org/drawingml/2006/main" noGrp="1"/>
          </p:cNvSpPr>
          <p:nvPr/>
        </p:nvSpPr>
        <p:spPr>
          <a:xfrm xmlns:a="http://schemas.openxmlformats.org/drawingml/2006/main">
            <a:off x="495300" y="3400425"/>
            <a:ext cx="432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816C59"/>
                </a:solidFill>
                <a:latin typeface="Segoe UI"/>
                <a:ea typeface="Segoe UI"/>
                <a:cs typeface="Segoe UI"/>
              </a:defRPr>
            </a:defPPr>
            <a:lvl1pPr algn="l">
              <a:defRPr sz="1575" b="0">
                <a:solidFill>
                  <a:srgbClr val="816C59"/>
                </a:solidFill>
                <a:latin typeface="Segoe UI"/>
                <a:ea typeface="Segoe UI"/>
                <a:cs typeface="Segoe UI"/>
              </a:defRPr>
            </a:lvl1pPr>
            <a:lvl2pPr algn="l">
              <a:defRPr sz="1575" b="0">
                <a:solidFill>
                  <a:srgbClr val="816C59"/>
                </a:solidFill>
                <a:latin typeface="Segoe UI"/>
                <a:ea typeface="Segoe UI"/>
                <a:cs typeface="Segoe UI"/>
              </a:defRPr>
            </a:lvl2pPr>
            <a:lvl3pPr algn="l">
              <a:defRPr sz="1575" b="0">
                <a:solidFill>
                  <a:srgbClr val="816C59"/>
                </a:solidFill>
                <a:latin typeface="Segoe UI"/>
                <a:ea typeface="Segoe UI"/>
                <a:cs typeface="Segoe UI"/>
              </a:defRPr>
            </a:lvl3pPr>
            <a:lvl4pPr algn="l">
              <a:defRPr sz="1575" b="0">
                <a:solidFill>
                  <a:srgbClr val="816C59"/>
                </a:solidFill>
                <a:latin typeface="Segoe UI"/>
                <a:ea typeface="Segoe UI"/>
                <a:cs typeface="Segoe UI"/>
              </a:defRPr>
            </a:lvl4pPr>
            <a:lvl5pPr algn="l">
              <a:defRPr sz="1575" b="0">
                <a:solidFill>
                  <a:srgbClr val="816C59"/>
                </a:solidFill>
                <a:latin typeface="Segoe UI"/>
                <a:ea typeface="Segoe UI"/>
                <a:cs typeface="Segoe UI"/>
              </a:defRPr>
            </a:lvl5pPr>
            <a:lvl6pPr algn="l">
              <a:defRPr sz="1575" b="0">
                <a:solidFill>
                  <a:srgbClr val="816C59"/>
                </a:solidFill>
                <a:latin typeface="Segoe UI"/>
                <a:ea typeface="Segoe UI"/>
                <a:cs typeface="Segoe UI"/>
              </a:defRPr>
            </a:lvl6pPr>
            <a:lvl7pPr algn="l">
              <a:defRPr sz="1575" b="0">
                <a:solidFill>
                  <a:srgbClr val="816C59"/>
                </a:solidFill>
                <a:latin typeface="Segoe UI"/>
                <a:ea typeface="Segoe UI"/>
                <a:cs typeface="Segoe UI"/>
              </a:defRPr>
            </a:lvl7pPr>
            <a:lvl8pPr algn="l">
              <a:defRPr sz="1575" b="0">
                <a:solidFill>
                  <a:srgbClr val="816C59"/>
                </a:solidFill>
                <a:latin typeface="Segoe UI"/>
                <a:ea typeface="Segoe UI"/>
                <a:cs typeface="Segoe UI"/>
              </a:defRPr>
            </a:lvl8pPr>
            <a:lvl9pPr algn="l">
              <a:defRPr sz="1575" b="0">
                <a:solidFill>
                  <a:srgbClr val="816C59"/>
                </a:solidFill>
                <a:latin typeface="Segoe UI"/>
                <a:ea typeface="Segoe UI"/>
                <a:cs typeface="Segoe UI"/>
              </a:defRPr>
            </a:lvl9pPr>
          </a:lstStyle>
          <a:p xmlns:a="http://schemas.openxmlformats.org/drawingml/2006/main">
            <a:pPr algn="l">
              <a:defRPr sz="1575" b="0">
                <a:solidFill>
                  <a:srgbClr val="816C59"/>
                </a:solidFill>
                <a:latin typeface="Segoe UI"/>
                <a:ea typeface="Segoe UI"/>
                <a:cs typeface="Segoe UI"/>
              </a:defRPr>
            </a:pPr>
            <a:r>
              <a:rPr sz="1575" b="0">
                <a:solidFill>
                  <a:srgbClr val="816C59"/>
                </a:solidFill>
                <a:latin typeface="Segoe UI"/>
                <a:ea typeface="Segoe UI"/>
                <a:cs typeface="Segoe UI"/>
              </a:rPr>
              <a:t>Owners, transfers, next actions and deadline reminders.</a:t>
            </a:r>
          </a:p>
        </p:txBody>
      </p:sp>
      <p:sp>
        <p:nvSpPr>
          <p:cNvPr id="16" name="">
            <a:extLst xmlns:a="http://schemas.openxmlformats.org/drawingml/2006/main">
              <a:ext uri="{FF2B5EF4-FFF2-40B4-BE49-F238E27FC236}">
                <a16:creationId xmlns:a16="http://schemas.microsoft.com/office/drawing/2014/main" id="{AE372A77-2A9B-4C5D-89DF-91280FFE4EDB}"/>
              </a:ext>
            </a:extLst>
          </p:cNvPr>
          <p:cNvSpPr>
            <a:spLocks xmlns:a="http://schemas.openxmlformats.org/drawingml/2006/main" noGrp="1"/>
          </p:cNvSpPr>
          <p:nvPr/>
        </p:nvSpPr>
        <p:spPr>
          <a:xfrm xmlns:a="http://schemas.openxmlformats.org/drawingml/2006/main">
            <a:off x="495300" y="3952875"/>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352C24"/>
                </a:solidFill>
                <a:latin typeface="Segoe UI"/>
                <a:ea typeface="Segoe UI"/>
                <a:cs typeface="Segoe UI"/>
              </a:defRPr>
            </a:defPPr>
            <a:lvl1pPr algn="l">
              <a:defRPr sz="1725" b="1">
                <a:solidFill>
                  <a:srgbClr val="352C24"/>
                </a:solidFill>
                <a:latin typeface="Segoe UI"/>
                <a:ea typeface="Segoe UI"/>
                <a:cs typeface="Segoe UI"/>
              </a:defRPr>
            </a:lvl1pPr>
            <a:lvl2pPr algn="l">
              <a:defRPr sz="1725" b="1">
                <a:solidFill>
                  <a:srgbClr val="352C24"/>
                </a:solidFill>
                <a:latin typeface="Segoe UI"/>
                <a:ea typeface="Segoe UI"/>
                <a:cs typeface="Segoe UI"/>
              </a:defRPr>
            </a:lvl2pPr>
            <a:lvl3pPr algn="l">
              <a:defRPr sz="1725" b="1">
                <a:solidFill>
                  <a:srgbClr val="352C24"/>
                </a:solidFill>
                <a:latin typeface="Segoe UI"/>
                <a:ea typeface="Segoe UI"/>
                <a:cs typeface="Segoe UI"/>
              </a:defRPr>
            </a:lvl3pPr>
            <a:lvl4pPr algn="l">
              <a:defRPr sz="1725" b="1">
                <a:solidFill>
                  <a:srgbClr val="352C24"/>
                </a:solidFill>
                <a:latin typeface="Segoe UI"/>
                <a:ea typeface="Segoe UI"/>
                <a:cs typeface="Segoe UI"/>
              </a:defRPr>
            </a:lvl4pPr>
            <a:lvl5pPr algn="l">
              <a:defRPr sz="1725" b="1">
                <a:solidFill>
                  <a:srgbClr val="352C24"/>
                </a:solidFill>
                <a:latin typeface="Segoe UI"/>
                <a:ea typeface="Segoe UI"/>
                <a:cs typeface="Segoe UI"/>
              </a:defRPr>
            </a:lvl5pPr>
            <a:lvl6pPr algn="l">
              <a:defRPr sz="1725" b="1">
                <a:solidFill>
                  <a:srgbClr val="352C24"/>
                </a:solidFill>
                <a:latin typeface="Segoe UI"/>
                <a:ea typeface="Segoe UI"/>
                <a:cs typeface="Segoe UI"/>
              </a:defRPr>
            </a:lvl6pPr>
            <a:lvl7pPr algn="l">
              <a:defRPr sz="1725" b="1">
                <a:solidFill>
                  <a:srgbClr val="352C24"/>
                </a:solidFill>
                <a:latin typeface="Segoe UI"/>
                <a:ea typeface="Segoe UI"/>
                <a:cs typeface="Segoe UI"/>
              </a:defRPr>
            </a:lvl7pPr>
            <a:lvl8pPr algn="l">
              <a:defRPr sz="1725" b="1">
                <a:solidFill>
                  <a:srgbClr val="352C24"/>
                </a:solidFill>
                <a:latin typeface="Segoe UI"/>
                <a:ea typeface="Segoe UI"/>
                <a:cs typeface="Segoe UI"/>
              </a:defRPr>
            </a:lvl8pPr>
            <a:lvl9pPr algn="l">
              <a:defRPr sz="1725" b="1">
                <a:solidFill>
                  <a:srgbClr val="352C24"/>
                </a:solidFill>
                <a:latin typeface="Segoe UI"/>
                <a:ea typeface="Segoe UI"/>
                <a:cs typeface="Segoe UI"/>
              </a:defRPr>
            </a:lvl9pPr>
          </a:lstStyle>
          <a:p xmlns:a="http://schemas.openxmlformats.org/drawingml/2006/main">
            <a:pPr algn="l">
              <a:defRPr sz="1725" b="1">
                <a:solidFill>
                  <a:srgbClr val="352C24"/>
                </a:solidFill>
                <a:latin typeface="Segoe UI"/>
                <a:ea typeface="Segoe UI"/>
                <a:cs typeface="Segoe UI"/>
              </a:defRPr>
            </a:pPr>
            <a:r>
              <a:rPr sz="1725" b="1">
                <a:solidFill>
                  <a:srgbClr val="352C24"/>
                </a:solidFill>
                <a:latin typeface="Segoe UI"/>
                <a:ea typeface="Segoe UI"/>
                <a:cs typeface="Segoe UI"/>
              </a:rPr>
              <a:t>Reviewers and committees</a:t>
            </a:r>
          </a:p>
        </p:txBody>
      </p:sp>
      <p:sp>
        <p:nvSpPr>
          <p:cNvPr id="17" name="">
            <a:extLst xmlns:a="http://schemas.openxmlformats.org/drawingml/2006/main">
              <a:ext uri="{FF2B5EF4-FFF2-40B4-BE49-F238E27FC236}">
                <a16:creationId xmlns:a16="http://schemas.microsoft.com/office/drawing/2014/main" id="{E5E7DE4B-5CED-4229-813A-F1BF126ECCBA}"/>
              </a:ext>
            </a:extLst>
          </p:cNvPr>
          <p:cNvSpPr>
            <a:spLocks xmlns:a="http://schemas.openxmlformats.org/drawingml/2006/main" noGrp="1"/>
          </p:cNvSpPr>
          <p:nvPr/>
        </p:nvSpPr>
        <p:spPr>
          <a:xfrm xmlns:a="http://schemas.openxmlformats.org/drawingml/2006/main">
            <a:off x="495300" y="4276725"/>
            <a:ext cx="432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816C59"/>
                </a:solidFill>
                <a:latin typeface="Segoe UI"/>
                <a:ea typeface="Segoe UI"/>
                <a:cs typeface="Segoe UI"/>
              </a:defRPr>
            </a:defPPr>
            <a:lvl1pPr algn="l">
              <a:defRPr sz="1575" b="0">
                <a:solidFill>
                  <a:srgbClr val="816C59"/>
                </a:solidFill>
                <a:latin typeface="Segoe UI"/>
                <a:ea typeface="Segoe UI"/>
                <a:cs typeface="Segoe UI"/>
              </a:defRPr>
            </a:lvl1pPr>
            <a:lvl2pPr algn="l">
              <a:defRPr sz="1575" b="0">
                <a:solidFill>
                  <a:srgbClr val="816C59"/>
                </a:solidFill>
                <a:latin typeface="Segoe UI"/>
                <a:ea typeface="Segoe UI"/>
                <a:cs typeface="Segoe UI"/>
              </a:defRPr>
            </a:lvl2pPr>
            <a:lvl3pPr algn="l">
              <a:defRPr sz="1575" b="0">
                <a:solidFill>
                  <a:srgbClr val="816C59"/>
                </a:solidFill>
                <a:latin typeface="Segoe UI"/>
                <a:ea typeface="Segoe UI"/>
                <a:cs typeface="Segoe UI"/>
              </a:defRPr>
            </a:lvl3pPr>
            <a:lvl4pPr algn="l">
              <a:defRPr sz="1575" b="0">
                <a:solidFill>
                  <a:srgbClr val="816C59"/>
                </a:solidFill>
                <a:latin typeface="Segoe UI"/>
                <a:ea typeface="Segoe UI"/>
                <a:cs typeface="Segoe UI"/>
              </a:defRPr>
            </a:lvl4pPr>
            <a:lvl5pPr algn="l">
              <a:defRPr sz="1575" b="0">
                <a:solidFill>
                  <a:srgbClr val="816C59"/>
                </a:solidFill>
                <a:latin typeface="Segoe UI"/>
                <a:ea typeface="Segoe UI"/>
                <a:cs typeface="Segoe UI"/>
              </a:defRPr>
            </a:lvl5pPr>
            <a:lvl6pPr algn="l">
              <a:defRPr sz="1575" b="0">
                <a:solidFill>
                  <a:srgbClr val="816C59"/>
                </a:solidFill>
                <a:latin typeface="Segoe UI"/>
                <a:ea typeface="Segoe UI"/>
                <a:cs typeface="Segoe UI"/>
              </a:defRPr>
            </a:lvl6pPr>
            <a:lvl7pPr algn="l">
              <a:defRPr sz="1575" b="0">
                <a:solidFill>
                  <a:srgbClr val="816C59"/>
                </a:solidFill>
                <a:latin typeface="Segoe UI"/>
                <a:ea typeface="Segoe UI"/>
                <a:cs typeface="Segoe UI"/>
              </a:defRPr>
            </a:lvl7pPr>
            <a:lvl8pPr algn="l">
              <a:defRPr sz="1575" b="0">
                <a:solidFill>
                  <a:srgbClr val="816C59"/>
                </a:solidFill>
                <a:latin typeface="Segoe UI"/>
                <a:ea typeface="Segoe UI"/>
                <a:cs typeface="Segoe UI"/>
              </a:defRPr>
            </a:lvl8pPr>
            <a:lvl9pPr algn="l">
              <a:defRPr sz="1575" b="0">
                <a:solidFill>
                  <a:srgbClr val="816C59"/>
                </a:solidFill>
                <a:latin typeface="Segoe UI"/>
                <a:ea typeface="Segoe UI"/>
                <a:cs typeface="Segoe UI"/>
              </a:defRPr>
            </a:lvl9pPr>
          </a:lstStyle>
          <a:p xmlns:a="http://schemas.openxmlformats.org/drawingml/2006/main">
            <a:pPr algn="l">
              <a:defRPr sz="1575" b="0">
                <a:solidFill>
                  <a:srgbClr val="816C59"/>
                </a:solidFill>
                <a:latin typeface="Segoe UI"/>
                <a:ea typeface="Segoe UI"/>
                <a:cs typeface="Segoe UI"/>
              </a:defRPr>
            </a:pPr>
            <a:r>
              <a:rPr sz="1575" b="0">
                <a:solidFill>
                  <a:srgbClr val="816C59"/>
                </a:solidFill>
                <a:latin typeface="Segoe UI"/>
                <a:ea typeface="Segoe UI"/>
                <a:cs typeface="Segoe UI"/>
              </a:rPr>
              <a:t>Related-case suggestions and bounded proceeding access.</a:t>
            </a:r>
          </a:p>
        </p:txBody>
      </p:sp>
      <p:sp>
        <p:nvSpPr>
          <p:cNvPr id="18" name="">
            <a:extLst xmlns:a="http://schemas.openxmlformats.org/drawingml/2006/main">
              <a:ext uri="{FF2B5EF4-FFF2-40B4-BE49-F238E27FC236}">
                <a16:creationId xmlns:a16="http://schemas.microsoft.com/office/drawing/2014/main" id="{EABA539A-C382-4D82-916E-F71E51CC0718}"/>
              </a:ext>
            </a:extLst>
          </p:cNvPr>
          <p:cNvSpPr>
            <a:spLocks xmlns:a="http://schemas.openxmlformats.org/drawingml/2006/main" noGrp="1"/>
          </p:cNvSpPr>
          <p:nvPr/>
        </p:nvSpPr>
        <p:spPr>
          <a:xfrm xmlns:a="http://schemas.openxmlformats.org/drawingml/2006/main">
            <a:off x="495300" y="4829175"/>
            <a:ext cx="4324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352C24"/>
                </a:solidFill>
                <a:latin typeface="Segoe UI"/>
                <a:ea typeface="Segoe UI"/>
                <a:cs typeface="Segoe UI"/>
              </a:defRPr>
            </a:defPPr>
            <a:lvl1pPr algn="l">
              <a:defRPr sz="1725" b="1">
                <a:solidFill>
                  <a:srgbClr val="352C24"/>
                </a:solidFill>
                <a:latin typeface="Segoe UI"/>
                <a:ea typeface="Segoe UI"/>
                <a:cs typeface="Segoe UI"/>
              </a:defRPr>
            </a:lvl1pPr>
            <a:lvl2pPr algn="l">
              <a:defRPr sz="1725" b="1">
                <a:solidFill>
                  <a:srgbClr val="352C24"/>
                </a:solidFill>
                <a:latin typeface="Segoe UI"/>
                <a:ea typeface="Segoe UI"/>
                <a:cs typeface="Segoe UI"/>
              </a:defRPr>
            </a:lvl2pPr>
            <a:lvl3pPr algn="l">
              <a:defRPr sz="1725" b="1">
                <a:solidFill>
                  <a:srgbClr val="352C24"/>
                </a:solidFill>
                <a:latin typeface="Segoe UI"/>
                <a:ea typeface="Segoe UI"/>
                <a:cs typeface="Segoe UI"/>
              </a:defRPr>
            </a:lvl3pPr>
            <a:lvl4pPr algn="l">
              <a:defRPr sz="1725" b="1">
                <a:solidFill>
                  <a:srgbClr val="352C24"/>
                </a:solidFill>
                <a:latin typeface="Segoe UI"/>
                <a:ea typeface="Segoe UI"/>
                <a:cs typeface="Segoe UI"/>
              </a:defRPr>
            </a:lvl4pPr>
            <a:lvl5pPr algn="l">
              <a:defRPr sz="1725" b="1">
                <a:solidFill>
                  <a:srgbClr val="352C24"/>
                </a:solidFill>
                <a:latin typeface="Segoe UI"/>
                <a:ea typeface="Segoe UI"/>
                <a:cs typeface="Segoe UI"/>
              </a:defRPr>
            </a:lvl5pPr>
            <a:lvl6pPr algn="l">
              <a:defRPr sz="1725" b="1">
                <a:solidFill>
                  <a:srgbClr val="352C24"/>
                </a:solidFill>
                <a:latin typeface="Segoe UI"/>
                <a:ea typeface="Segoe UI"/>
                <a:cs typeface="Segoe UI"/>
              </a:defRPr>
            </a:lvl6pPr>
            <a:lvl7pPr algn="l">
              <a:defRPr sz="1725" b="1">
                <a:solidFill>
                  <a:srgbClr val="352C24"/>
                </a:solidFill>
                <a:latin typeface="Segoe UI"/>
                <a:ea typeface="Segoe UI"/>
                <a:cs typeface="Segoe UI"/>
              </a:defRPr>
            </a:lvl7pPr>
            <a:lvl8pPr algn="l">
              <a:defRPr sz="1725" b="1">
                <a:solidFill>
                  <a:srgbClr val="352C24"/>
                </a:solidFill>
                <a:latin typeface="Segoe UI"/>
                <a:ea typeface="Segoe UI"/>
                <a:cs typeface="Segoe UI"/>
              </a:defRPr>
            </a:lvl8pPr>
            <a:lvl9pPr algn="l">
              <a:defRPr sz="1725" b="1">
                <a:solidFill>
                  <a:srgbClr val="352C24"/>
                </a:solidFill>
                <a:latin typeface="Segoe UI"/>
                <a:ea typeface="Segoe UI"/>
                <a:cs typeface="Segoe UI"/>
              </a:defRPr>
            </a:lvl9pPr>
          </a:lstStyle>
          <a:p xmlns:a="http://schemas.openxmlformats.org/drawingml/2006/main">
            <a:pPr algn="l">
              <a:defRPr sz="1725" b="1">
                <a:solidFill>
                  <a:srgbClr val="352C24"/>
                </a:solidFill>
                <a:latin typeface="Segoe UI"/>
                <a:ea typeface="Segoe UI"/>
                <a:cs typeface="Segoe UI"/>
              </a:defRPr>
            </a:pPr>
            <a:r>
              <a:rPr sz="1725" b="1">
                <a:solidFill>
                  <a:srgbClr val="352C24"/>
                </a:solidFill>
                <a:latin typeface="Segoe UI"/>
                <a:ea typeface="Segoe UI"/>
                <a:cs typeface="Segoe UI"/>
              </a:rPr>
              <a:t>Administrators and monitoring roles</a:t>
            </a:r>
          </a:p>
        </p:txBody>
      </p:sp>
      <p:sp>
        <p:nvSpPr>
          <p:cNvPr id="19" name="">
            <a:extLst xmlns:a="http://schemas.openxmlformats.org/drawingml/2006/main">
              <a:ext uri="{FF2B5EF4-FFF2-40B4-BE49-F238E27FC236}">
                <a16:creationId xmlns:a16="http://schemas.microsoft.com/office/drawing/2014/main" id="{81312EF9-35D5-4329-BE97-3D9A5347FB16}"/>
              </a:ext>
            </a:extLst>
          </p:cNvPr>
          <p:cNvSpPr>
            <a:spLocks xmlns:a="http://schemas.openxmlformats.org/drawingml/2006/main" noGrp="1"/>
          </p:cNvSpPr>
          <p:nvPr/>
        </p:nvSpPr>
        <p:spPr>
          <a:xfrm xmlns:a="http://schemas.openxmlformats.org/drawingml/2006/main">
            <a:off x="495300" y="5153025"/>
            <a:ext cx="4324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816C59"/>
                </a:solidFill>
                <a:latin typeface="Segoe UI"/>
                <a:ea typeface="Segoe UI"/>
                <a:cs typeface="Segoe UI"/>
              </a:defRPr>
            </a:defPPr>
            <a:lvl1pPr algn="l">
              <a:defRPr sz="1575" b="0">
                <a:solidFill>
                  <a:srgbClr val="816C59"/>
                </a:solidFill>
                <a:latin typeface="Segoe UI"/>
                <a:ea typeface="Segoe UI"/>
                <a:cs typeface="Segoe UI"/>
              </a:defRPr>
            </a:lvl1pPr>
            <a:lvl2pPr algn="l">
              <a:defRPr sz="1575" b="0">
                <a:solidFill>
                  <a:srgbClr val="816C59"/>
                </a:solidFill>
                <a:latin typeface="Segoe UI"/>
                <a:ea typeface="Segoe UI"/>
                <a:cs typeface="Segoe UI"/>
              </a:defRPr>
            </a:lvl2pPr>
            <a:lvl3pPr algn="l">
              <a:defRPr sz="1575" b="0">
                <a:solidFill>
                  <a:srgbClr val="816C59"/>
                </a:solidFill>
                <a:latin typeface="Segoe UI"/>
                <a:ea typeface="Segoe UI"/>
                <a:cs typeface="Segoe UI"/>
              </a:defRPr>
            </a:lvl3pPr>
            <a:lvl4pPr algn="l">
              <a:defRPr sz="1575" b="0">
                <a:solidFill>
                  <a:srgbClr val="816C59"/>
                </a:solidFill>
                <a:latin typeface="Segoe UI"/>
                <a:ea typeface="Segoe UI"/>
                <a:cs typeface="Segoe UI"/>
              </a:defRPr>
            </a:lvl4pPr>
            <a:lvl5pPr algn="l">
              <a:defRPr sz="1575" b="0">
                <a:solidFill>
                  <a:srgbClr val="816C59"/>
                </a:solidFill>
                <a:latin typeface="Segoe UI"/>
                <a:ea typeface="Segoe UI"/>
                <a:cs typeface="Segoe UI"/>
              </a:defRPr>
            </a:lvl5pPr>
            <a:lvl6pPr algn="l">
              <a:defRPr sz="1575" b="0">
                <a:solidFill>
                  <a:srgbClr val="816C59"/>
                </a:solidFill>
                <a:latin typeface="Segoe UI"/>
                <a:ea typeface="Segoe UI"/>
                <a:cs typeface="Segoe UI"/>
              </a:defRPr>
            </a:lvl6pPr>
            <a:lvl7pPr algn="l">
              <a:defRPr sz="1575" b="0">
                <a:solidFill>
                  <a:srgbClr val="816C59"/>
                </a:solidFill>
                <a:latin typeface="Segoe UI"/>
                <a:ea typeface="Segoe UI"/>
                <a:cs typeface="Segoe UI"/>
              </a:defRPr>
            </a:lvl7pPr>
            <a:lvl8pPr algn="l">
              <a:defRPr sz="1575" b="0">
                <a:solidFill>
                  <a:srgbClr val="816C59"/>
                </a:solidFill>
                <a:latin typeface="Segoe UI"/>
                <a:ea typeface="Segoe UI"/>
                <a:cs typeface="Segoe UI"/>
              </a:defRPr>
            </a:lvl8pPr>
            <a:lvl9pPr algn="l">
              <a:defRPr sz="1575" b="0">
                <a:solidFill>
                  <a:srgbClr val="816C59"/>
                </a:solidFill>
                <a:latin typeface="Segoe UI"/>
                <a:ea typeface="Segoe UI"/>
                <a:cs typeface="Segoe UI"/>
              </a:defRPr>
            </a:lvl9pPr>
          </a:lstStyle>
          <a:p xmlns:a="http://schemas.openxmlformats.org/drawingml/2006/main">
            <a:pPr algn="l">
              <a:defRPr sz="1575" b="0">
                <a:solidFill>
                  <a:srgbClr val="816C59"/>
                </a:solidFill>
                <a:latin typeface="Segoe UI"/>
                <a:ea typeface="Segoe UI"/>
                <a:cs typeface="Segoe UI"/>
              </a:defRPr>
            </a:pPr>
            <a:r>
              <a:rPr sz="1575" b="0">
                <a:solidFill>
                  <a:srgbClr val="816C59"/>
                </a:solidFill>
                <a:latin typeface="Segoe UI"/>
                <a:ea typeface="Segoe UI"/>
                <a:cs typeface="Segoe UI"/>
              </a:rPr>
              <a:t>Approved access, institution review, scoped totals and CSV reports.</a:t>
            </a:r>
          </a:p>
        </p:txBody>
      </p:sp>
      <p:sp>
        <p:nvSpPr>
          <p:cNvPr id="20" name="">
            <a:extLst xmlns:a="http://schemas.openxmlformats.org/drawingml/2006/main">
              <a:ext uri="{FF2B5EF4-FFF2-40B4-BE49-F238E27FC236}">
                <a16:creationId xmlns:a16="http://schemas.microsoft.com/office/drawing/2014/main" id="{4C5F457C-AD74-4601-B9B4-9022506AA48F}"/>
              </a:ext>
            </a:extLst>
          </p:cNvPr>
          <p:cNvSpPr>
            <a:spLocks xmlns:a="http://schemas.openxmlformats.org/drawingml/2006/main" noGrp="1"/>
          </p:cNvSpPr>
          <p:nvPr/>
        </p:nvSpPr>
        <p:spPr>
          <a:xfrm xmlns:a="http://schemas.openxmlformats.org/drawingml/2006/main">
            <a:off x="5181600" y="2181225"/>
            <a:ext cx="6515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9C482E"/>
                </a:solidFill>
                <a:latin typeface="Segoe UI"/>
                <a:ea typeface="Segoe UI"/>
                <a:cs typeface="Segoe UI"/>
              </a:defRPr>
            </a:defPPr>
            <a:lvl1pPr algn="l">
              <a:defRPr sz="1800" b="1">
                <a:solidFill>
                  <a:srgbClr val="9C482E"/>
                </a:solidFill>
                <a:latin typeface="Segoe UI"/>
                <a:ea typeface="Segoe UI"/>
                <a:cs typeface="Segoe UI"/>
              </a:defRPr>
            </a:lvl1pPr>
            <a:lvl2pPr algn="l">
              <a:defRPr sz="1800" b="1">
                <a:solidFill>
                  <a:srgbClr val="9C482E"/>
                </a:solidFill>
                <a:latin typeface="Segoe UI"/>
                <a:ea typeface="Segoe UI"/>
                <a:cs typeface="Segoe UI"/>
              </a:defRPr>
            </a:lvl2pPr>
            <a:lvl3pPr algn="l">
              <a:defRPr sz="1800" b="1">
                <a:solidFill>
                  <a:srgbClr val="9C482E"/>
                </a:solidFill>
                <a:latin typeface="Segoe UI"/>
                <a:ea typeface="Segoe UI"/>
                <a:cs typeface="Segoe UI"/>
              </a:defRPr>
            </a:lvl3pPr>
            <a:lvl4pPr algn="l">
              <a:defRPr sz="1800" b="1">
                <a:solidFill>
                  <a:srgbClr val="9C482E"/>
                </a:solidFill>
                <a:latin typeface="Segoe UI"/>
                <a:ea typeface="Segoe UI"/>
                <a:cs typeface="Segoe UI"/>
              </a:defRPr>
            </a:lvl4pPr>
            <a:lvl5pPr algn="l">
              <a:defRPr sz="1800" b="1">
                <a:solidFill>
                  <a:srgbClr val="9C482E"/>
                </a:solidFill>
                <a:latin typeface="Segoe UI"/>
                <a:ea typeface="Segoe UI"/>
                <a:cs typeface="Segoe UI"/>
              </a:defRPr>
            </a:lvl5pPr>
            <a:lvl6pPr algn="l">
              <a:defRPr sz="1800" b="1">
                <a:solidFill>
                  <a:srgbClr val="9C482E"/>
                </a:solidFill>
                <a:latin typeface="Segoe UI"/>
                <a:ea typeface="Segoe UI"/>
                <a:cs typeface="Segoe UI"/>
              </a:defRPr>
            </a:lvl6pPr>
            <a:lvl7pPr algn="l">
              <a:defRPr sz="1800" b="1">
                <a:solidFill>
                  <a:srgbClr val="9C482E"/>
                </a:solidFill>
                <a:latin typeface="Segoe UI"/>
                <a:ea typeface="Segoe UI"/>
                <a:cs typeface="Segoe UI"/>
              </a:defRPr>
            </a:lvl7pPr>
            <a:lvl8pPr algn="l">
              <a:defRPr sz="1800" b="1">
                <a:solidFill>
                  <a:srgbClr val="9C482E"/>
                </a:solidFill>
                <a:latin typeface="Segoe UI"/>
                <a:ea typeface="Segoe UI"/>
                <a:cs typeface="Segoe UI"/>
              </a:defRPr>
            </a:lvl8pPr>
            <a:lvl9pPr algn="l">
              <a:defRPr sz="1800" b="1">
                <a:solidFill>
                  <a:srgbClr val="9C482E"/>
                </a:solidFill>
                <a:latin typeface="Segoe UI"/>
                <a:ea typeface="Segoe UI"/>
                <a:cs typeface="Segoe UI"/>
              </a:defRPr>
            </a:lvl9pPr>
          </a:lstStyle>
          <a:p xmlns:a="http://schemas.openxmlformats.org/drawingml/2006/main">
            <a:pPr algn="l">
              <a:defRPr sz="1800" b="1">
                <a:solidFill>
                  <a:srgbClr val="9C482E"/>
                </a:solidFill>
                <a:latin typeface="Segoe UI"/>
                <a:ea typeface="Segoe UI"/>
                <a:cs typeface="Segoe UI"/>
              </a:defRPr>
            </a:pPr>
            <a:r>
              <a:rPr sz="1800" b="1">
                <a:solidFill>
                  <a:srgbClr val="9C482E"/>
                </a:solidFill>
                <a:latin typeface="Segoe UI"/>
                <a:ea typeface="Segoe UI"/>
                <a:cs typeface="Segoe UI"/>
              </a:rPr>
              <a:t>PROCEEDINGS AND VERIFIED CLOSURE</a:t>
            </a:r>
          </a:p>
        </p:txBody>
      </p:sp>
      <p:sp>
        <p:nvSpPr>
          <p:cNvPr id="21" name="">
            <a:extLst xmlns:a="http://schemas.openxmlformats.org/drawingml/2006/main">
              <a:ext uri="{FF2B5EF4-FFF2-40B4-BE49-F238E27FC236}">
                <a16:creationId xmlns:a16="http://schemas.microsoft.com/office/drawing/2014/main" id="{33451C92-92C5-44EB-8F75-E6F9C5F7EEEE}"/>
              </a:ext>
            </a:extLst>
          </p:cNvPr>
          <p:cNvSpPr>
            <a:spLocks xmlns:a="http://schemas.openxmlformats.org/drawingml/2006/main" noGrp="1"/>
          </p:cNvSpPr>
          <p:nvPr/>
        </p:nvSpPr>
        <p:spPr>
          <a:xfrm xmlns:a="http://schemas.openxmlformats.org/drawingml/2006/main">
            <a:off x="5181600" y="2562225"/>
            <a:ext cx="6515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352C24"/>
                </a:solidFill>
                <a:latin typeface="Segoe UI"/>
                <a:ea typeface="Segoe UI"/>
                <a:cs typeface="Segoe UI"/>
              </a:defRPr>
            </a:defPPr>
            <a:lvl1pPr algn="l">
              <a:defRPr sz="1650" b="0">
                <a:solidFill>
                  <a:srgbClr val="352C24"/>
                </a:solidFill>
                <a:latin typeface="Segoe UI"/>
                <a:ea typeface="Segoe UI"/>
                <a:cs typeface="Segoe UI"/>
              </a:defRPr>
            </a:lvl1pPr>
            <a:lvl2pPr algn="l">
              <a:defRPr sz="1650" b="0">
                <a:solidFill>
                  <a:srgbClr val="352C24"/>
                </a:solidFill>
                <a:latin typeface="Segoe UI"/>
                <a:ea typeface="Segoe UI"/>
                <a:cs typeface="Segoe UI"/>
              </a:defRPr>
            </a:lvl2pPr>
            <a:lvl3pPr algn="l">
              <a:defRPr sz="1650" b="0">
                <a:solidFill>
                  <a:srgbClr val="352C24"/>
                </a:solidFill>
                <a:latin typeface="Segoe UI"/>
                <a:ea typeface="Segoe UI"/>
                <a:cs typeface="Segoe UI"/>
              </a:defRPr>
            </a:lvl3pPr>
            <a:lvl4pPr algn="l">
              <a:defRPr sz="1650" b="0">
                <a:solidFill>
                  <a:srgbClr val="352C24"/>
                </a:solidFill>
                <a:latin typeface="Segoe UI"/>
                <a:ea typeface="Segoe UI"/>
                <a:cs typeface="Segoe UI"/>
              </a:defRPr>
            </a:lvl4pPr>
            <a:lvl5pPr algn="l">
              <a:defRPr sz="1650" b="0">
                <a:solidFill>
                  <a:srgbClr val="352C24"/>
                </a:solidFill>
                <a:latin typeface="Segoe UI"/>
                <a:ea typeface="Segoe UI"/>
                <a:cs typeface="Segoe UI"/>
              </a:defRPr>
            </a:lvl5pPr>
            <a:lvl6pPr algn="l">
              <a:defRPr sz="1650" b="0">
                <a:solidFill>
                  <a:srgbClr val="352C24"/>
                </a:solidFill>
                <a:latin typeface="Segoe UI"/>
                <a:ea typeface="Segoe UI"/>
                <a:cs typeface="Segoe UI"/>
              </a:defRPr>
            </a:lvl6pPr>
            <a:lvl7pPr algn="l">
              <a:defRPr sz="1650" b="0">
                <a:solidFill>
                  <a:srgbClr val="352C24"/>
                </a:solidFill>
                <a:latin typeface="Segoe UI"/>
                <a:ea typeface="Segoe UI"/>
                <a:cs typeface="Segoe UI"/>
              </a:defRPr>
            </a:lvl7pPr>
            <a:lvl8pPr algn="l">
              <a:defRPr sz="1650" b="0">
                <a:solidFill>
                  <a:srgbClr val="352C24"/>
                </a:solidFill>
                <a:latin typeface="Segoe UI"/>
                <a:ea typeface="Segoe UI"/>
                <a:cs typeface="Segoe UI"/>
              </a:defRPr>
            </a:lvl8pPr>
            <a:lvl9pPr algn="l">
              <a:defRPr sz="1650" b="0">
                <a:solidFill>
                  <a:srgbClr val="352C24"/>
                </a:solidFill>
                <a:latin typeface="Segoe UI"/>
                <a:ea typeface="Segoe UI"/>
                <a:cs typeface="Segoe UI"/>
              </a:defRPr>
            </a:lvl9pPr>
          </a:lstStyle>
          <a:p xmlns:a="http://schemas.openxmlformats.org/drawingml/2006/main">
            <a:pPr algn="l">
              <a:defRPr sz="1650" b="0">
                <a:solidFill>
                  <a:srgbClr val="352C24"/>
                </a:solidFill>
                <a:latin typeface="Segoe UI"/>
                <a:ea typeface="Segoe UI"/>
                <a:cs typeface="Segoe UI"/>
              </a:defRPr>
            </a:pPr>
            <a:r>
              <a:rPr sz="1650" b="0">
                <a:solidFill>
                  <a:srgbClr val="352C24"/>
                </a:solidFill>
                <a:latin typeface="Segoe UI"/>
                <a:ea typeface="Segoe UI"/>
                <a:cs typeface="Segoe UI"/>
              </a:rPr>
              <a:t>Route authority → appoint → record milestones → independently verify compliance → record dispatch/acknowledgement → communicate outcome → freeze PDF</a:t>
            </a:r>
          </a:p>
        </p:txBody>
      </p:sp>
      <p:pic>
        <p:nvPicPr>
          <p:cNvPr id="22" name="">
            <a:extLst xmlns:a="http://schemas.openxmlformats.org/drawingml/2006/main">
              <a:ext uri="{FF2B5EF4-FFF2-40B4-BE49-F238E27FC236}">
                <a16:creationId xmlns:a16="http://schemas.microsoft.com/office/drawing/2014/main" id="{3806729F-E219-4A94-AA90-B3C87EB64121}"/>
              </a:ext>
            </a:extLst>
          </p:cNvPr>
          <p:cNvPicPr>
            <a:picLocks xmlns:a="http://schemas.openxmlformats.org/drawingml/2006/main" noChangeAspect="1"/>
          </p:cNvPicPr>
          <p:nvPr/>
        </p:nvPicPr>
        <p:blipFill>
          <a:blip xmlns:r="http://schemas.openxmlformats.org/officeDocument/2006/relationships" xmlns:a="http://schemas.openxmlformats.org/drawingml/2006/main" r:embed="Rd58fec0d2a5b4f0e"/>
          <a:srcRect xmlns:a="http://schemas.openxmlformats.org/drawingml/2006/main" l="0" t="26369" r="0" b="26369"/>
          <a:stretch xmlns:a="http://schemas.openxmlformats.org/drawingml/2006/main">
            <a:fillRect l="0" t="0" r="0" b="0"/>
          </a:stretch>
        </p:blipFill>
        <p:spPr>
          <a:xfrm xmlns:a="http://schemas.openxmlformats.org/drawingml/2006/main">
            <a:off x="5181600" y="3571875"/>
            <a:ext cx="6515100" cy="20955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AF48758C-5C79-42A3-9406-D7683B5AE734}"/>
              </a:ext>
            </a:extLst>
          </p:cNvPr>
          <p:cNvSpPr>
            <a:spLocks xmlns:a="http://schemas.openxmlformats.org/drawingml/2006/main" noGrp="1"/>
          </p:cNvSpPr>
          <p:nvPr/>
        </p:nvSpPr>
        <p:spPr>
          <a:xfrm xmlns:a="http://schemas.openxmlformats.org/drawingml/2006/main">
            <a:off x="495300" y="5848350"/>
            <a:ext cx="11201400" cy="638175"/>
          </a:xfrm>
          <a:prstGeom xmlns:a="http://schemas.openxmlformats.org/drawingml/2006/main" prst="rect">
            <a:avLst/>
          </a:prstGeom>
          <a:solidFill xmlns:a="http://schemas.openxmlformats.org/drawingml/2006/main">
            <a:srgbClr val="EADBC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CDC9349-8FC4-4177-8E3C-23CD908729D5}"/>
              </a:ext>
            </a:extLst>
          </p:cNvPr>
          <p:cNvSpPr>
            <a:spLocks xmlns:a="http://schemas.openxmlformats.org/drawingml/2006/main" noGrp="1"/>
          </p:cNvSpPr>
          <p:nvPr/>
        </p:nvSpPr>
        <p:spPr>
          <a:xfrm xmlns:a="http://schemas.openxmlformats.org/drawingml/2006/main">
            <a:off x="638175" y="5943600"/>
            <a:ext cx="1091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1">
                <a:solidFill>
                  <a:srgbClr val="352C24"/>
                </a:solidFill>
                <a:latin typeface="Segoe UI"/>
                <a:ea typeface="Segoe UI"/>
                <a:cs typeface="Segoe UI"/>
              </a:defRPr>
            </a:defPPr>
            <a:lvl1pPr algn="l">
              <a:defRPr sz="1500" b="1">
                <a:solidFill>
                  <a:srgbClr val="352C24"/>
                </a:solidFill>
                <a:latin typeface="Segoe UI"/>
                <a:ea typeface="Segoe UI"/>
                <a:cs typeface="Segoe UI"/>
              </a:defRPr>
            </a:lvl1pPr>
            <a:lvl2pPr algn="l">
              <a:defRPr sz="1500" b="1">
                <a:solidFill>
                  <a:srgbClr val="352C24"/>
                </a:solidFill>
                <a:latin typeface="Segoe UI"/>
                <a:ea typeface="Segoe UI"/>
                <a:cs typeface="Segoe UI"/>
              </a:defRPr>
            </a:lvl2pPr>
            <a:lvl3pPr algn="l">
              <a:defRPr sz="1500" b="1">
                <a:solidFill>
                  <a:srgbClr val="352C24"/>
                </a:solidFill>
                <a:latin typeface="Segoe UI"/>
                <a:ea typeface="Segoe UI"/>
                <a:cs typeface="Segoe UI"/>
              </a:defRPr>
            </a:lvl3pPr>
            <a:lvl4pPr algn="l">
              <a:defRPr sz="1500" b="1">
                <a:solidFill>
                  <a:srgbClr val="352C24"/>
                </a:solidFill>
                <a:latin typeface="Segoe UI"/>
                <a:ea typeface="Segoe UI"/>
                <a:cs typeface="Segoe UI"/>
              </a:defRPr>
            </a:lvl4pPr>
            <a:lvl5pPr algn="l">
              <a:defRPr sz="1500" b="1">
                <a:solidFill>
                  <a:srgbClr val="352C24"/>
                </a:solidFill>
                <a:latin typeface="Segoe UI"/>
                <a:ea typeface="Segoe UI"/>
                <a:cs typeface="Segoe UI"/>
              </a:defRPr>
            </a:lvl5pPr>
            <a:lvl6pPr algn="l">
              <a:defRPr sz="1500" b="1">
                <a:solidFill>
                  <a:srgbClr val="352C24"/>
                </a:solidFill>
                <a:latin typeface="Segoe UI"/>
                <a:ea typeface="Segoe UI"/>
                <a:cs typeface="Segoe UI"/>
              </a:defRPr>
            </a:lvl6pPr>
            <a:lvl7pPr algn="l">
              <a:defRPr sz="1500" b="1">
                <a:solidFill>
                  <a:srgbClr val="352C24"/>
                </a:solidFill>
                <a:latin typeface="Segoe UI"/>
                <a:ea typeface="Segoe UI"/>
                <a:cs typeface="Segoe UI"/>
              </a:defRPr>
            </a:lvl7pPr>
            <a:lvl8pPr algn="l">
              <a:defRPr sz="1500" b="1">
                <a:solidFill>
                  <a:srgbClr val="352C24"/>
                </a:solidFill>
                <a:latin typeface="Segoe UI"/>
                <a:ea typeface="Segoe UI"/>
                <a:cs typeface="Segoe UI"/>
              </a:defRPr>
            </a:lvl8pPr>
            <a:lvl9pPr algn="l">
              <a:defRPr sz="1500" b="1">
                <a:solidFill>
                  <a:srgbClr val="352C24"/>
                </a:solidFill>
                <a:latin typeface="Segoe UI"/>
                <a:ea typeface="Segoe UI"/>
                <a:cs typeface="Segoe UI"/>
              </a:defRPr>
            </a:lvl9pPr>
          </a:lstStyle>
          <a:p xmlns:a="http://schemas.openxmlformats.org/drawingml/2006/main">
            <a:pPr algn="l">
              <a:defRPr sz="1500" b="1">
                <a:solidFill>
                  <a:srgbClr val="352C24"/>
                </a:solidFill>
                <a:latin typeface="Segoe UI"/>
                <a:ea typeface="Segoe UI"/>
                <a:cs typeface="Segoe UI"/>
              </a:defRPr>
            </a:pPr>
            <a:r>
              <a:rPr sz="1500" b="1">
                <a:solidFill>
                  <a:srgbClr val="352C24"/>
                </a:solidFill>
                <a:latin typeface="Segoe UI"/>
                <a:ea typeface="Segoe UI"/>
                <a:cs typeface="Segoe UI"/>
              </a:rPr>
              <a:t>Implemented: access administration, scoped reports and browser install metadata.</a:t>
            </a:r>
          </a:p>
        </p:txBody>
      </p:sp>
      <p:sp>
        <p:nvSpPr>
          <p:cNvPr id="25" name="">
            <a:extLst xmlns:a="http://schemas.openxmlformats.org/drawingml/2006/main">
              <a:ext uri="{FF2B5EF4-FFF2-40B4-BE49-F238E27FC236}">
                <a16:creationId xmlns:a16="http://schemas.microsoft.com/office/drawing/2014/main" id="{C45254BC-6CD8-4B21-9ACD-F7C6621F7545}"/>
              </a:ext>
            </a:extLst>
          </p:cNvPr>
          <p:cNvSpPr>
            <a:spLocks xmlns:a="http://schemas.openxmlformats.org/drawingml/2006/main" noGrp="1"/>
          </p:cNvSpPr>
          <p:nvPr/>
        </p:nvSpPr>
        <p:spPr>
          <a:xfrm xmlns:a="http://schemas.openxmlformats.org/drawingml/2006/main">
            <a:off x="638175" y="6219825"/>
            <a:ext cx="10915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9C482E"/>
                </a:solidFill>
                <a:latin typeface="Segoe UI"/>
                <a:ea typeface="Segoe UI"/>
                <a:cs typeface="Segoe UI"/>
              </a:defRPr>
            </a:defPPr>
            <a:lvl1pPr algn="l">
              <a:defRPr sz="1425" b="0">
                <a:solidFill>
                  <a:srgbClr val="9C482E"/>
                </a:solidFill>
                <a:latin typeface="Segoe UI"/>
                <a:ea typeface="Segoe UI"/>
                <a:cs typeface="Segoe UI"/>
              </a:defRPr>
            </a:lvl1pPr>
            <a:lvl2pPr algn="l">
              <a:defRPr sz="1425" b="0">
                <a:solidFill>
                  <a:srgbClr val="9C482E"/>
                </a:solidFill>
                <a:latin typeface="Segoe UI"/>
                <a:ea typeface="Segoe UI"/>
                <a:cs typeface="Segoe UI"/>
              </a:defRPr>
            </a:lvl2pPr>
            <a:lvl3pPr algn="l">
              <a:defRPr sz="1425" b="0">
                <a:solidFill>
                  <a:srgbClr val="9C482E"/>
                </a:solidFill>
                <a:latin typeface="Segoe UI"/>
                <a:ea typeface="Segoe UI"/>
                <a:cs typeface="Segoe UI"/>
              </a:defRPr>
            </a:lvl3pPr>
            <a:lvl4pPr algn="l">
              <a:defRPr sz="1425" b="0">
                <a:solidFill>
                  <a:srgbClr val="9C482E"/>
                </a:solidFill>
                <a:latin typeface="Segoe UI"/>
                <a:ea typeface="Segoe UI"/>
                <a:cs typeface="Segoe UI"/>
              </a:defRPr>
            </a:lvl4pPr>
            <a:lvl5pPr algn="l">
              <a:defRPr sz="1425" b="0">
                <a:solidFill>
                  <a:srgbClr val="9C482E"/>
                </a:solidFill>
                <a:latin typeface="Segoe UI"/>
                <a:ea typeface="Segoe UI"/>
                <a:cs typeface="Segoe UI"/>
              </a:defRPr>
            </a:lvl5pPr>
            <a:lvl6pPr algn="l">
              <a:defRPr sz="1425" b="0">
                <a:solidFill>
                  <a:srgbClr val="9C482E"/>
                </a:solidFill>
                <a:latin typeface="Segoe UI"/>
                <a:ea typeface="Segoe UI"/>
                <a:cs typeface="Segoe UI"/>
              </a:defRPr>
            </a:lvl6pPr>
            <a:lvl7pPr algn="l">
              <a:defRPr sz="1425" b="0">
                <a:solidFill>
                  <a:srgbClr val="9C482E"/>
                </a:solidFill>
                <a:latin typeface="Segoe UI"/>
                <a:ea typeface="Segoe UI"/>
                <a:cs typeface="Segoe UI"/>
              </a:defRPr>
            </a:lvl7pPr>
            <a:lvl8pPr algn="l">
              <a:defRPr sz="1425" b="0">
                <a:solidFill>
                  <a:srgbClr val="9C482E"/>
                </a:solidFill>
                <a:latin typeface="Segoe UI"/>
                <a:ea typeface="Segoe UI"/>
                <a:cs typeface="Segoe UI"/>
              </a:defRPr>
            </a:lvl8pPr>
            <a:lvl9pPr algn="l">
              <a:defRPr sz="1425" b="0">
                <a:solidFill>
                  <a:srgbClr val="9C482E"/>
                </a:solidFill>
                <a:latin typeface="Segoe UI"/>
                <a:ea typeface="Segoe UI"/>
                <a:cs typeface="Segoe UI"/>
              </a:defRPr>
            </a:lvl9pPr>
          </a:lstStyle>
          <a:p xmlns:a="http://schemas.openxmlformats.org/drawingml/2006/main">
            <a:pPr algn="l">
              <a:defRPr sz="1425" b="0">
                <a:solidFill>
                  <a:srgbClr val="9C482E"/>
                </a:solidFill>
                <a:latin typeface="Segoe UI"/>
                <a:ea typeface="Segoe UI"/>
                <a:cs typeface="Segoe UI"/>
              </a:defRPr>
            </a:pPr>
            <a:r>
              <a:rPr sz="1425" b="0">
                <a:solidFill>
                  <a:srgbClr val="9C482E"/>
                </a:solidFill>
                <a:latin typeface="Segoe UI"/>
                <a:ea typeface="Segoe UI"/>
                <a:cs typeface="Segoe UI"/>
              </a:rPr>
              <a:t>Next: bulk CSV import, official registry integration, issue-level matching and domain/load benchmarks.</a:t>
            </a:r>
          </a:p>
        </p:txBody>
      </p:sp>
    </p:spTree>
    <p:extLst>
      <p:ext uri="{BB962C8B-B14F-4D97-AF65-F5344CB8AC3E}">
        <p14:creationId xmlns:p14="http://schemas.microsoft.com/office/powerpoint/2010/main" val="1056211386"/>
      </p:ext>
    </p:extLst>
  </p:cSld>
</p:sld>
</file>

<file path=ppt/slides/slide5.xml><?xml version="1.0" encoding="utf-8"?>
<p:sld xmlns:p="http://schemas.openxmlformats.org/presentationml/2006/main">
  <p:cSld>
    <p:bg>
      <p:bgPr>
        <a:solidFill xmlns:a="http://schemas.openxmlformats.org/drawingml/2006/main">
          <a:srgbClr val="F8F4E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2CBC4CD-59AD-4255-B9BB-7181D73AB3AC}"/>
              </a:ext>
            </a:extLst>
          </p:cNvPr>
          <p:cNvSpPr>
            <a:spLocks xmlns:a="http://schemas.openxmlformats.org/drawingml/2006/main" noGrp="1"/>
          </p:cNvSpPr>
          <p:nvPr/>
        </p:nvSpPr>
        <p:spPr>
          <a:xfrm xmlns:a="http://schemas.openxmlformats.org/drawingml/2006/main">
            <a:off x="445770" y="266700"/>
            <a:ext cx="1428750" cy="590550"/>
          </a:xfrm>
          <a:prstGeom xmlns:a="http://schemas.openxmlformats.org/drawingml/2006/main" prst="rect">
            <a:avLst/>
          </a:prstGeom>
          <a:solidFill xmlns:a="http://schemas.openxmlformats.org/drawingml/2006/main">
            <a:srgbClr val="FFFDF9"/>
          </a:solidFill>
          <a:ln xmlns:a="http://schemas.openxmlformats.org/drawingml/2006/main" w="9525">
            <a:solidFill>
              <a:srgbClr val="9C482E"/>
            </a:solidFill>
          </a:ln>
        </p:spPr>
      </p:sp>
      <p:sp>
        <p:nvSpPr>
          <p:cNvPr id="3" name="">
            <a:extLst xmlns:a="http://schemas.openxmlformats.org/drawingml/2006/main">
              <a:ext uri="{FF2B5EF4-FFF2-40B4-BE49-F238E27FC236}">
                <a16:creationId xmlns:a16="http://schemas.microsoft.com/office/drawing/2014/main" id="{5EFAF6BA-2581-4477-ABCE-E664EEDB33AF}"/>
              </a:ext>
            </a:extLst>
          </p:cNvPr>
          <p:cNvSpPr>
            <a:spLocks xmlns:a="http://schemas.openxmlformats.org/drawingml/2006/main" noGrp="1"/>
          </p:cNvSpPr>
          <p:nvPr/>
        </p:nvSpPr>
        <p:spPr>
          <a:xfrm xmlns:a="http://schemas.openxmlformats.org/drawingml/2006/main">
            <a:off x="531495" y="447675"/>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1275" b="1">
                <a:solidFill>
                  <a:srgbClr val="9C482E"/>
                </a:solidFill>
                <a:latin typeface="Segoe UI"/>
                <a:ea typeface="Segoe UI"/>
                <a:cs typeface="Segoe UI"/>
              </a:defRPr>
            </a:defPPr>
            <a:lvl1pPr algn="ctr">
              <a:defRPr sz="1275" b="1">
                <a:solidFill>
                  <a:srgbClr val="9C482E"/>
                </a:solidFill>
                <a:latin typeface="Segoe UI"/>
                <a:ea typeface="Segoe UI"/>
                <a:cs typeface="Segoe UI"/>
              </a:defRPr>
            </a:lvl1pPr>
            <a:lvl2pPr algn="ctr">
              <a:defRPr sz="1275" b="1">
                <a:solidFill>
                  <a:srgbClr val="9C482E"/>
                </a:solidFill>
                <a:latin typeface="Segoe UI"/>
                <a:ea typeface="Segoe UI"/>
                <a:cs typeface="Segoe UI"/>
              </a:defRPr>
            </a:lvl2pPr>
            <a:lvl3pPr algn="ctr">
              <a:defRPr sz="1275" b="1">
                <a:solidFill>
                  <a:srgbClr val="9C482E"/>
                </a:solidFill>
                <a:latin typeface="Segoe UI"/>
                <a:ea typeface="Segoe UI"/>
                <a:cs typeface="Segoe UI"/>
              </a:defRPr>
            </a:lvl3pPr>
            <a:lvl4pPr algn="ctr">
              <a:defRPr sz="1275" b="1">
                <a:solidFill>
                  <a:srgbClr val="9C482E"/>
                </a:solidFill>
                <a:latin typeface="Segoe UI"/>
                <a:ea typeface="Segoe UI"/>
                <a:cs typeface="Segoe UI"/>
              </a:defRPr>
            </a:lvl4pPr>
            <a:lvl5pPr algn="ctr">
              <a:defRPr sz="1275" b="1">
                <a:solidFill>
                  <a:srgbClr val="9C482E"/>
                </a:solidFill>
                <a:latin typeface="Segoe UI"/>
                <a:ea typeface="Segoe UI"/>
                <a:cs typeface="Segoe UI"/>
              </a:defRPr>
            </a:lvl5pPr>
            <a:lvl6pPr algn="ctr">
              <a:defRPr sz="1275" b="1">
                <a:solidFill>
                  <a:srgbClr val="9C482E"/>
                </a:solidFill>
                <a:latin typeface="Segoe UI"/>
                <a:ea typeface="Segoe UI"/>
                <a:cs typeface="Segoe UI"/>
              </a:defRPr>
            </a:lvl6pPr>
            <a:lvl7pPr algn="ctr">
              <a:defRPr sz="1275" b="1">
                <a:solidFill>
                  <a:srgbClr val="9C482E"/>
                </a:solidFill>
                <a:latin typeface="Segoe UI"/>
                <a:ea typeface="Segoe UI"/>
                <a:cs typeface="Segoe UI"/>
              </a:defRPr>
            </a:lvl7pPr>
            <a:lvl8pPr algn="ctr">
              <a:defRPr sz="1275" b="1">
                <a:solidFill>
                  <a:srgbClr val="9C482E"/>
                </a:solidFill>
                <a:latin typeface="Segoe UI"/>
                <a:ea typeface="Segoe UI"/>
                <a:cs typeface="Segoe UI"/>
              </a:defRPr>
            </a:lvl8pPr>
            <a:lvl9pPr algn="ctr">
              <a:defRPr sz="1275" b="1">
                <a:solidFill>
                  <a:srgbClr val="9C482E"/>
                </a:solidFill>
                <a:latin typeface="Segoe UI"/>
                <a:ea typeface="Segoe UI"/>
                <a:cs typeface="Segoe UI"/>
              </a:defRPr>
            </a:lvl9pPr>
          </a:lstStyle>
          <a:p xmlns:a="http://schemas.openxmlformats.org/drawingml/2006/main">
            <a:pPr algn="ctr">
              <a:defRPr sz="1425" b="1">
                <a:solidFill>
                  <a:srgbClr val="9C482E"/>
                </a:solidFill>
                <a:latin typeface="Segoe UI"/>
                <a:ea typeface="Segoe UI"/>
                <a:cs typeface="Segoe UI"/>
              </a:defRPr>
            </a:pPr>
            <a:r>
              <a:rPr sz="1275" b="1">
                <a:solidFill>
                  <a:srgbClr val="9C482E"/>
                </a:solidFill>
                <a:latin typeface="Segoe UI"/>
                <a:ea typeface="Segoe UI"/>
                <a:cs typeface="Segoe UI"/>
              </a:rPr>
              <a:t>TEAM MODEST</a:t>
            </a:r>
          </a:p>
        </p:txBody>
      </p:sp>
      <p:sp>
        <p:nvSpPr>
          <p:cNvPr id="4" name="">
            <a:extLst xmlns:a="http://schemas.openxmlformats.org/drawingml/2006/main">
              <a:ext uri="{FF2B5EF4-FFF2-40B4-BE49-F238E27FC236}">
                <a16:creationId xmlns:a16="http://schemas.microsoft.com/office/drawing/2014/main" id="{1FBB65F4-A99F-4423-9D0F-0ED87B209D04}"/>
              </a:ext>
            </a:extLst>
          </p:cNvPr>
          <p:cNvSpPr>
            <a:spLocks xmlns:a="http://schemas.openxmlformats.org/drawingml/2006/main" noGrp="1"/>
          </p:cNvSpPr>
          <p:nvPr/>
        </p:nvSpPr>
        <p:spPr>
          <a:xfrm xmlns:a="http://schemas.openxmlformats.org/drawingml/2006/main">
            <a:off x="2143125" y="2952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3225" b="1">
                <a:solidFill>
                  <a:srgbClr val="352C24"/>
                </a:solidFill>
                <a:latin typeface="Georgia"/>
                <a:ea typeface="Georgia"/>
                <a:cs typeface="Georgia"/>
              </a:defRPr>
            </a:defPPr>
            <a:lvl1pPr algn="ctr">
              <a:defRPr sz="3225" b="1">
                <a:solidFill>
                  <a:srgbClr val="352C24"/>
                </a:solidFill>
                <a:latin typeface="Georgia"/>
                <a:ea typeface="Georgia"/>
                <a:cs typeface="Georgia"/>
              </a:defRPr>
            </a:lvl1pPr>
            <a:lvl2pPr algn="ctr">
              <a:defRPr sz="3225" b="1">
                <a:solidFill>
                  <a:srgbClr val="352C24"/>
                </a:solidFill>
                <a:latin typeface="Georgia"/>
                <a:ea typeface="Georgia"/>
                <a:cs typeface="Georgia"/>
              </a:defRPr>
            </a:lvl2pPr>
            <a:lvl3pPr algn="ctr">
              <a:defRPr sz="3225" b="1">
                <a:solidFill>
                  <a:srgbClr val="352C24"/>
                </a:solidFill>
                <a:latin typeface="Georgia"/>
                <a:ea typeface="Georgia"/>
                <a:cs typeface="Georgia"/>
              </a:defRPr>
            </a:lvl3pPr>
            <a:lvl4pPr algn="ctr">
              <a:defRPr sz="3225" b="1">
                <a:solidFill>
                  <a:srgbClr val="352C24"/>
                </a:solidFill>
                <a:latin typeface="Georgia"/>
                <a:ea typeface="Georgia"/>
                <a:cs typeface="Georgia"/>
              </a:defRPr>
            </a:lvl4pPr>
            <a:lvl5pPr algn="ctr">
              <a:defRPr sz="3225" b="1">
                <a:solidFill>
                  <a:srgbClr val="352C24"/>
                </a:solidFill>
                <a:latin typeface="Georgia"/>
                <a:ea typeface="Georgia"/>
                <a:cs typeface="Georgia"/>
              </a:defRPr>
            </a:lvl5pPr>
            <a:lvl6pPr algn="ctr">
              <a:defRPr sz="3225" b="1">
                <a:solidFill>
                  <a:srgbClr val="352C24"/>
                </a:solidFill>
                <a:latin typeface="Georgia"/>
                <a:ea typeface="Georgia"/>
                <a:cs typeface="Georgia"/>
              </a:defRPr>
            </a:lvl6pPr>
            <a:lvl7pPr algn="ctr">
              <a:defRPr sz="3225" b="1">
                <a:solidFill>
                  <a:srgbClr val="352C24"/>
                </a:solidFill>
                <a:latin typeface="Georgia"/>
                <a:ea typeface="Georgia"/>
                <a:cs typeface="Georgia"/>
              </a:defRPr>
            </a:lvl7pPr>
            <a:lvl8pPr algn="ctr">
              <a:defRPr sz="3225" b="1">
                <a:solidFill>
                  <a:srgbClr val="352C24"/>
                </a:solidFill>
                <a:latin typeface="Georgia"/>
                <a:ea typeface="Georgia"/>
                <a:cs typeface="Georgia"/>
              </a:defRPr>
            </a:lvl8pPr>
            <a:lvl9pPr algn="ctr">
              <a:defRPr sz="3225" b="1">
                <a:solidFill>
                  <a:srgbClr val="352C24"/>
                </a:solidFill>
                <a:latin typeface="Georgia"/>
                <a:ea typeface="Georgia"/>
                <a:cs typeface="Georgia"/>
              </a:defRPr>
            </a:lvl9pPr>
          </a:lstStyle>
          <a:p xmlns:a="http://schemas.openxmlformats.org/drawingml/2006/main">
            <a:pPr algn="ctr">
              <a:defRPr sz="3225" b="1">
                <a:solidFill>
                  <a:srgbClr val="352C24"/>
                </a:solidFill>
                <a:latin typeface="Georgia"/>
                <a:ea typeface="Georgia"/>
                <a:cs typeface="Georgia"/>
              </a:defRPr>
            </a:pPr>
            <a:r>
              <a:rPr sz="3225" b="1">
                <a:solidFill>
                  <a:srgbClr val="352C24"/>
                </a:solidFill>
                <a:latin typeface="Georgia"/>
                <a:ea typeface="Georgia"/>
                <a:cs typeface="Georgia"/>
              </a:rPr>
              <a:t>RESEARCH AND REFERENCES</a:t>
            </a:r>
          </a:p>
        </p:txBody>
      </p:sp>
      <p:pic>
        <p:nvPicPr>
          <p:cNvPr id="5" name="">
            <a:extLst xmlns:a="http://schemas.openxmlformats.org/drawingml/2006/main">
              <a:ext uri="{FF2B5EF4-FFF2-40B4-BE49-F238E27FC236}">
                <a16:creationId xmlns:a16="http://schemas.microsoft.com/office/drawing/2014/main" id="{AA333057-BF19-4171-92A7-491FA1288CF2}"/>
              </a:ext>
            </a:extLst>
          </p:cNvPr>
          <p:cNvPicPr>
            <a:picLocks xmlns:a="http://schemas.openxmlformats.org/drawingml/2006/main" noChangeAspect="1"/>
          </p:cNvPicPr>
          <p:nvPr/>
        </p:nvPicPr>
        <p:blipFill>
          <a:blip xmlns:r="http://schemas.openxmlformats.org/officeDocument/2006/relationships" xmlns:a="http://schemas.openxmlformats.org/drawingml/2006/main" r:embed="R6c0b2830284e4891"/>
          <a:stretch xmlns:a="http://schemas.openxmlformats.org/drawingml/2006/main"/>
        </p:blipFill>
        <p:spPr>
          <a:xfrm xmlns:a="http://schemas.openxmlformats.org/drawingml/2006/main">
            <a:off x="10828020" y="142875"/>
            <a:ext cx="952500" cy="95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9A40712-3F00-47FE-9041-EE2D2A81DB32}"/>
              </a:ext>
            </a:extLst>
          </p:cNvPr>
          <p:cNvSpPr>
            <a:spLocks xmlns:a="http://schemas.openxmlformats.org/drawingml/2006/main" noGrp="1"/>
          </p:cNvSpPr>
          <p:nvPr/>
        </p:nvSpPr>
        <p:spPr>
          <a:xfrm xmlns:a="http://schemas.openxmlformats.org/drawingml/2006/main">
            <a:off x="445770" y="1066800"/>
            <a:ext cx="11353800" cy="28575"/>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827A253-58B2-4226-AEEC-89057B153E19}"/>
              </a:ext>
            </a:extLst>
          </p:cNvPr>
          <p:cNvSpPr>
            <a:spLocks xmlns:a="http://schemas.openxmlformats.org/drawingml/2006/main" noGrp="1"/>
          </p:cNvSpPr>
          <p:nvPr/>
        </p:nvSpPr>
        <p:spPr>
          <a:xfrm xmlns:a="http://schemas.openxmlformats.org/drawingml/2006/main">
            <a:off x="0" y="6629400"/>
            <a:ext cx="12192000" cy="228600"/>
          </a:xfrm>
          <a:prstGeom xmlns:a="http://schemas.openxmlformats.org/drawingml/2006/main" prst="rect">
            <a:avLst/>
          </a:prstGeom>
          <a:solidFill xmlns:a="http://schemas.openxmlformats.org/drawingml/2006/main">
            <a:srgbClr val="9C482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CC69A7F-A71A-420B-A844-2698A9F0854F}"/>
              </a:ext>
            </a:extLst>
          </p:cNvPr>
          <p:cNvSpPr>
            <a:spLocks xmlns:a="http://schemas.openxmlformats.org/drawingml/2006/main" noGrp="1"/>
          </p:cNvSpPr>
          <p:nvPr/>
        </p:nvSpPr>
        <p:spPr>
          <a:xfrm xmlns:a="http://schemas.openxmlformats.org/drawingml/2006/main">
            <a:off x="483870" y="66579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1">
                <a:solidFill>
                  <a:srgbClr val="FFFDF9"/>
                </a:solidFill>
                <a:latin typeface="Segoe UI"/>
                <a:ea typeface="Segoe UI"/>
                <a:cs typeface="Segoe UI"/>
              </a:defRPr>
            </a:defPPr>
            <a:lvl1pPr algn="l">
              <a:defRPr sz="975" b="1">
                <a:solidFill>
                  <a:srgbClr val="FFFDF9"/>
                </a:solidFill>
                <a:latin typeface="Segoe UI"/>
                <a:ea typeface="Segoe UI"/>
                <a:cs typeface="Segoe UI"/>
              </a:defRPr>
            </a:lvl1pPr>
            <a:lvl2pPr algn="l">
              <a:defRPr sz="975" b="1">
                <a:solidFill>
                  <a:srgbClr val="FFFDF9"/>
                </a:solidFill>
                <a:latin typeface="Segoe UI"/>
                <a:ea typeface="Segoe UI"/>
                <a:cs typeface="Segoe UI"/>
              </a:defRPr>
            </a:lvl2pPr>
            <a:lvl3pPr algn="l">
              <a:defRPr sz="975" b="1">
                <a:solidFill>
                  <a:srgbClr val="FFFDF9"/>
                </a:solidFill>
                <a:latin typeface="Segoe UI"/>
                <a:ea typeface="Segoe UI"/>
                <a:cs typeface="Segoe UI"/>
              </a:defRPr>
            </a:lvl3pPr>
            <a:lvl4pPr algn="l">
              <a:defRPr sz="975" b="1">
                <a:solidFill>
                  <a:srgbClr val="FFFDF9"/>
                </a:solidFill>
                <a:latin typeface="Segoe UI"/>
                <a:ea typeface="Segoe UI"/>
                <a:cs typeface="Segoe UI"/>
              </a:defRPr>
            </a:lvl4pPr>
            <a:lvl5pPr algn="l">
              <a:defRPr sz="975" b="1">
                <a:solidFill>
                  <a:srgbClr val="FFFDF9"/>
                </a:solidFill>
                <a:latin typeface="Segoe UI"/>
                <a:ea typeface="Segoe UI"/>
                <a:cs typeface="Segoe UI"/>
              </a:defRPr>
            </a:lvl5pPr>
            <a:lvl6pPr algn="l">
              <a:defRPr sz="975" b="1">
                <a:solidFill>
                  <a:srgbClr val="FFFDF9"/>
                </a:solidFill>
                <a:latin typeface="Segoe UI"/>
                <a:ea typeface="Segoe UI"/>
                <a:cs typeface="Segoe UI"/>
              </a:defRPr>
            </a:lvl6pPr>
            <a:lvl7pPr algn="l">
              <a:defRPr sz="975" b="1">
                <a:solidFill>
                  <a:srgbClr val="FFFDF9"/>
                </a:solidFill>
                <a:latin typeface="Segoe UI"/>
                <a:ea typeface="Segoe UI"/>
                <a:cs typeface="Segoe UI"/>
              </a:defRPr>
            </a:lvl7pPr>
            <a:lvl8pPr algn="l">
              <a:defRPr sz="975" b="1">
                <a:solidFill>
                  <a:srgbClr val="FFFDF9"/>
                </a:solidFill>
                <a:latin typeface="Segoe UI"/>
                <a:ea typeface="Segoe UI"/>
                <a:cs typeface="Segoe UI"/>
              </a:defRPr>
            </a:lvl8pPr>
            <a:lvl9pPr algn="l">
              <a:defRPr sz="975" b="1">
                <a:solidFill>
                  <a:srgbClr val="FFFDF9"/>
                </a:solidFill>
                <a:latin typeface="Segoe UI"/>
                <a:ea typeface="Segoe UI"/>
                <a:cs typeface="Segoe UI"/>
              </a:defRPr>
            </a:lvl9pPr>
          </a:lstStyle>
          <a:p xmlns:a="http://schemas.openxmlformats.org/drawingml/2006/main">
            <a:pPr algn="l">
              <a:defRPr sz="975" b="1">
                <a:solidFill>
                  <a:srgbClr val="FFFDF9"/>
                </a:solidFill>
                <a:latin typeface="Segoe UI"/>
                <a:ea typeface="Segoe UI"/>
                <a:cs typeface="Segoe UI"/>
              </a:defRPr>
            </a:pPr>
            <a:r>
              <a:rPr sz="975" b="1">
                <a:solidFill>
                  <a:srgbClr val="FFFDF9"/>
                </a:solidFill>
                <a:latin typeface="Segoe UI"/>
                <a:ea typeface="Segoe UI"/>
                <a:cs typeface="Segoe UI"/>
              </a:rPr>
              <a:t>MODEST  |  ONECASE  |  SIH26264</a:t>
            </a:r>
          </a:p>
        </p:txBody>
      </p:sp>
      <p:sp>
        <p:nvSpPr>
          <p:cNvPr id="9" name="">
            <a:extLst xmlns:a="http://schemas.openxmlformats.org/drawingml/2006/main">
              <a:ext uri="{FF2B5EF4-FFF2-40B4-BE49-F238E27FC236}">
                <a16:creationId xmlns:a16="http://schemas.microsoft.com/office/drawing/2014/main" id="{28A87524-5E65-4DEF-895F-12A84273482C}"/>
              </a:ext>
            </a:extLst>
          </p:cNvPr>
          <p:cNvSpPr>
            <a:spLocks xmlns:a="http://schemas.openxmlformats.org/drawingml/2006/main" noGrp="1"/>
          </p:cNvSpPr>
          <p:nvPr/>
        </p:nvSpPr>
        <p:spPr>
          <a:xfrm xmlns:a="http://schemas.openxmlformats.org/drawingml/2006/main">
            <a:off x="11363325" y="66579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75" b="1">
                <a:solidFill>
                  <a:srgbClr val="FFFDF9"/>
                </a:solidFill>
                <a:latin typeface="Segoe UI"/>
                <a:ea typeface="Segoe UI"/>
                <a:cs typeface="Segoe UI"/>
              </a:defRPr>
            </a:defPPr>
            <a:lvl1pPr algn="r">
              <a:defRPr sz="975" b="1">
                <a:solidFill>
                  <a:srgbClr val="FFFDF9"/>
                </a:solidFill>
                <a:latin typeface="Segoe UI"/>
                <a:ea typeface="Segoe UI"/>
                <a:cs typeface="Segoe UI"/>
              </a:defRPr>
            </a:lvl1pPr>
            <a:lvl2pPr algn="r">
              <a:defRPr sz="975" b="1">
                <a:solidFill>
                  <a:srgbClr val="FFFDF9"/>
                </a:solidFill>
                <a:latin typeface="Segoe UI"/>
                <a:ea typeface="Segoe UI"/>
                <a:cs typeface="Segoe UI"/>
              </a:defRPr>
            </a:lvl2pPr>
            <a:lvl3pPr algn="r">
              <a:defRPr sz="975" b="1">
                <a:solidFill>
                  <a:srgbClr val="FFFDF9"/>
                </a:solidFill>
                <a:latin typeface="Segoe UI"/>
                <a:ea typeface="Segoe UI"/>
                <a:cs typeface="Segoe UI"/>
              </a:defRPr>
            </a:lvl3pPr>
            <a:lvl4pPr algn="r">
              <a:defRPr sz="975" b="1">
                <a:solidFill>
                  <a:srgbClr val="FFFDF9"/>
                </a:solidFill>
                <a:latin typeface="Segoe UI"/>
                <a:ea typeface="Segoe UI"/>
                <a:cs typeface="Segoe UI"/>
              </a:defRPr>
            </a:lvl4pPr>
            <a:lvl5pPr algn="r">
              <a:defRPr sz="975" b="1">
                <a:solidFill>
                  <a:srgbClr val="FFFDF9"/>
                </a:solidFill>
                <a:latin typeface="Segoe UI"/>
                <a:ea typeface="Segoe UI"/>
                <a:cs typeface="Segoe UI"/>
              </a:defRPr>
            </a:lvl5pPr>
            <a:lvl6pPr algn="r">
              <a:defRPr sz="975" b="1">
                <a:solidFill>
                  <a:srgbClr val="FFFDF9"/>
                </a:solidFill>
                <a:latin typeface="Segoe UI"/>
                <a:ea typeface="Segoe UI"/>
                <a:cs typeface="Segoe UI"/>
              </a:defRPr>
            </a:lvl6pPr>
            <a:lvl7pPr algn="r">
              <a:defRPr sz="975" b="1">
                <a:solidFill>
                  <a:srgbClr val="FFFDF9"/>
                </a:solidFill>
                <a:latin typeface="Segoe UI"/>
                <a:ea typeface="Segoe UI"/>
                <a:cs typeface="Segoe UI"/>
              </a:defRPr>
            </a:lvl7pPr>
            <a:lvl8pPr algn="r">
              <a:defRPr sz="975" b="1">
                <a:solidFill>
                  <a:srgbClr val="FFFDF9"/>
                </a:solidFill>
                <a:latin typeface="Segoe UI"/>
                <a:ea typeface="Segoe UI"/>
                <a:cs typeface="Segoe UI"/>
              </a:defRPr>
            </a:lvl8pPr>
            <a:lvl9pPr algn="r">
              <a:defRPr sz="975" b="1">
                <a:solidFill>
                  <a:srgbClr val="FFFDF9"/>
                </a:solidFill>
                <a:latin typeface="Segoe UI"/>
                <a:ea typeface="Segoe UI"/>
                <a:cs typeface="Segoe UI"/>
              </a:defRPr>
            </a:lvl9pPr>
          </a:lstStyle>
          <a:p xmlns:a="http://schemas.openxmlformats.org/drawingml/2006/main">
            <a:pPr algn="r">
              <a:defRPr sz="975" b="1">
                <a:solidFill>
                  <a:srgbClr val="FFFDF9"/>
                </a:solidFill>
                <a:latin typeface="Segoe UI"/>
                <a:ea typeface="Segoe UI"/>
                <a:cs typeface="Segoe UI"/>
              </a:defRPr>
            </a:pPr>
            <a:r>
              <a:rPr sz="975" b="1">
                <a:solidFill>
                  <a:srgbClr val="FFFDF9"/>
                </a:solidFill>
                <a:latin typeface="Segoe UI"/>
                <a:ea typeface="Segoe UI"/>
                <a:cs typeface="Segoe UI"/>
              </a:rPr>
              <a:t>05</a:t>
            </a:r>
          </a:p>
        </p:txBody>
      </p:sp>
      <p:graphicFrame>
        <p:nvGraphicFramePr>
          <p:cNvPr id="10" name="">
            <a:extLst xmlns:a="http://schemas.openxmlformats.org/drawingml/2006/main">
              <a:ext uri="{FF2B5EF4-FFF2-40B4-BE49-F238E27FC236}">
                <a16:creationId xmlns:a16="http://schemas.microsoft.com/office/drawing/2014/main" id="{CC181DAE-0323-485A-B4C0-0B2164055A88}"/>
              </a:ext>
            </a:extLst>
          </p:cNvPr>
          <p:cNvGraphicFramePr/>
          <p:nvPr/>
        </p:nvGraphicFramePr>
        <p:xfrm>
          <a:off xmlns:a="http://schemas.openxmlformats.org/drawingml/2006/main" x="495300" y="1371600"/>
          <a:ext xmlns:a="http://schemas.openxmlformats.org/drawingml/2006/main" cx="11201400" cy="4324350"/>
        </p:xfrm>
        <a:graphic xmlns:a="http://schemas.openxmlformats.org/drawingml/2006/main">
          <a:graphicData uri="http://schemas.openxmlformats.org/drawingml/2006/table">
            <a:tbl>
              <a:tblPr/>
              <a:tblGrid>
                <a:gridCol w="2647950"/>
                <a:gridCol w="3857625"/>
                <a:gridCol w="4695825"/>
              </a:tblGrid>
              <a:tr h="457200">
                <a:tc>
                  <a:txBody>
                    <a:bodyPr lIns="114300" tIns="114300" rIns="114300" bIns="114300"/>
                    <a:lstStyle/>
                    <a:p>
                      <a:r>
                        <a:rPr sz="1575" b="1">
                          <a:solidFill>
                            <a:srgbClr val="FFFDF9"/>
                          </a:solidFill>
                          <a:latin typeface="Segoe UI"/>
                          <a:ea typeface="Segoe UI"/>
                          <a:cs typeface="Segoe UI"/>
                        </a:rPr>
                        <a:t>Research source</a:t>
                      </a:r>
                    </a:p>
                  </a:txBody>
                  <a:tcPr marL="91440" marR="91440" marT="45720" marB="45720" anchor="ctr">
                    <a:lnL w="28575">
                      <a:solidFill>
                        <a:srgbClr val="F8F4ED"/>
                      </a:solidFill>
                      <a:prstDash val="solid"/>
                    </a:lnL>
                    <a:lnR w="28575">
                      <a:solidFill>
                        <a:srgbClr val="F8F4ED"/>
                      </a:solidFill>
                      <a:prstDash val="solid"/>
                    </a:lnR>
                    <a:lnT w="28575">
                      <a:solidFill>
                        <a:srgbClr val="F8F4ED"/>
                      </a:solidFill>
                      <a:prstDash val="solid"/>
                    </a:lnT>
                    <a:lnB w="28575">
                      <a:solidFill>
                        <a:srgbClr val="F8F4ED"/>
                      </a:solidFill>
                      <a:prstDash val="solid"/>
                    </a:lnB>
                    <a:solidFill>
                      <a:srgbClr val="9C482E"/>
                    </a:solidFill>
                  </a:tcPr>
                </a:tc>
                <a:tc>
                  <a:txBody>
                    <a:bodyPr lIns="114300" tIns="114300" rIns="114300" bIns="114300"/>
                    <a:lstStyle/>
                    <a:p>
                      <a:r>
                        <a:rPr sz="1575" b="1">
                          <a:solidFill>
                            <a:srgbClr val="FFFDF9"/>
                          </a:solidFill>
                          <a:latin typeface="Segoe UI"/>
                          <a:ea typeface="Segoe UI"/>
                          <a:cs typeface="Segoe UI"/>
                        </a:rPr>
                        <a:t>Relevant finding</a:t>
                      </a:r>
                    </a:p>
                  </a:txBody>
                  <a:tcPr marL="91440" marR="91440" marT="45720" marB="45720" anchor="ctr">
                    <a:lnR w="28575">
                      <a:solidFill>
                        <a:srgbClr val="F8F4ED"/>
                      </a:solidFill>
                      <a:prstDash val="solid"/>
                    </a:lnR>
                    <a:lnT w="28575">
                      <a:solidFill>
                        <a:srgbClr val="F8F4ED"/>
                      </a:solidFill>
                      <a:prstDash val="solid"/>
                    </a:lnT>
                    <a:lnB w="28575">
                      <a:solidFill>
                        <a:srgbClr val="F8F4ED"/>
                      </a:solidFill>
                      <a:prstDash val="solid"/>
                    </a:lnB>
                    <a:solidFill>
                      <a:srgbClr val="9C482E"/>
                    </a:solidFill>
                  </a:tcPr>
                </a:tc>
                <a:tc>
                  <a:txBody>
                    <a:bodyPr lIns="114300" tIns="114300" rIns="114300" bIns="114300"/>
                    <a:lstStyle/>
                    <a:p>
                      <a:r>
                        <a:rPr sz="1575" b="1">
                          <a:solidFill>
                            <a:srgbClr val="FFFDF9"/>
                          </a:solidFill>
                          <a:latin typeface="Segoe UI"/>
                          <a:ea typeface="Segoe UI"/>
                          <a:cs typeface="Segoe UI"/>
                        </a:rPr>
                        <a:t>OneCase implementation</a:t>
                      </a:r>
                    </a:p>
                  </a:txBody>
                  <a:tcPr marL="91440" marR="91440" marT="45720" marB="45720" anchor="ctr">
                    <a:lnR w="28575">
                      <a:solidFill>
                        <a:srgbClr val="F8F4ED"/>
                      </a:solidFill>
                      <a:prstDash val="solid"/>
                    </a:lnR>
                    <a:lnT w="28575">
                      <a:solidFill>
                        <a:srgbClr val="F8F4ED"/>
                      </a:solidFill>
                      <a:prstDash val="solid"/>
                    </a:lnT>
                    <a:lnB w="28575">
                      <a:solidFill>
                        <a:srgbClr val="F8F4ED"/>
                      </a:solidFill>
                      <a:prstDash val="solid"/>
                    </a:lnB>
                    <a:solidFill>
                      <a:srgbClr val="9C482E"/>
                    </a:solidFill>
                  </a:tcPr>
                </a:tc>
              </a:tr>
              <a:tr h="966788">
                <a:tc>
                  <a:txBody>
                    <a:bodyPr lIns="114300" tIns="114300" rIns="114300" bIns="114300"/>
                    <a:lstStyle/>
                    <a:p>
                      <a:r>
                        <a:rPr sz="1575" b="0">
                          <a:solidFill>
                            <a:srgbClr val="352C24"/>
                          </a:solidFill>
                          <a:latin typeface="Segoe UI"/>
                          <a:ea typeface="Segoe UI"/>
                          <a:cs typeface="Segoe UI"/>
                        </a:rPr>
                        <a:t>[1] AICTE Handbook</a:t>
                      </a:r>
                    </a:p>
                    <a:p>
                      <a:r>
                        <a:rPr sz="1575" b="0">
                          <a:solidFill>
                            <a:srgbClr val="352C24"/>
                          </a:solidFill>
                          <a:latin typeface="Segoe UI"/>
                          <a:ea typeface="Segoe UI"/>
                          <a:cs typeface="Segoe UI"/>
                        </a:rPr>
                        <a:t>2024-2027</a:t>
                      </a:r>
                    </a:p>
                  </a:txBody>
                  <a:tcPr marL="91440" marR="91440" marT="45720" marB="45720" anchor="ctr">
                    <a:lnL w="28575">
                      <a:solidFill>
                        <a:srgbClr val="F8F4ED"/>
                      </a:solidFill>
                      <a:prstDash val="solid"/>
                    </a:lnL>
                    <a:lnR w="28575">
                      <a:solidFill>
                        <a:srgbClr val="F8F4ED"/>
                      </a:solidFill>
                      <a:prstDash val="solid"/>
                    </a:lnR>
                    <a:lnB w="28575">
                      <a:solidFill>
                        <a:srgbClr val="F8F4ED"/>
                      </a:solidFill>
                      <a:prstDash val="solid"/>
                    </a:lnB>
                    <a:solidFill>
                      <a:srgbClr val="FFFDF9"/>
                    </a:solidFill>
                  </a:tcPr>
                </a:tc>
                <a:tc>
                  <a:txBody>
                    <a:bodyPr lIns="114300" tIns="114300" rIns="114300" bIns="114300"/>
                    <a:lstStyle/>
                    <a:p>
                      <a:r>
                        <a:rPr sz="1575" b="0">
                          <a:solidFill>
                            <a:srgbClr val="352C24"/>
                          </a:solidFill>
                          <a:latin typeface="Segoe UI"/>
                          <a:ea typeface="Segoe UI"/>
                          <a:cs typeface="Segoe UI"/>
                        </a:rPr>
                        <a:t>SGRC and Ombudsperson responsibilities are defined through grievance procedures.</a:t>
                      </a:r>
                    </a:p>
                  </a:txBody>
                  <a:tcPr marL="91440" marR="91440" marT="45720" marB="45720" anchor="ctr">
                    <a:lnR w="28575">
                      <a:solidFill>
                        <a:srgbClr val="F8F4ED"/>
                      </a:solidFill>
                      <a:prstDash val="solid"/>
                    </a:lnR>
                    <a:lnB w="28575">
                      <a:solidFill>
                        <a:srgbClr val="F8F4ED"/>
                      </a:solidFill>
                      <a:prstDash val="solid"/>
                    </a:lnB>
                    <a:solidFill>
                      <a:srgbClr val="FFFDF9"/>
                    </a:solidFill>
                  </a:tcPr>
                </a:tc>
                <a:tc>
                  <a:txBody>
                    <a:bodyPr lIns="114300" tIns="114300" rIns="114300" bIns="114300"/>
                    <a:lstStyle/>
                    <a:p>
                      <a:r>
                        <a:rPr sz="1575" b="0">
                          <a:solidFill>
                            <a:srgbClr val="352C24"/>
                          </a:solidFill>
                          <a:latin typeface="Segoe UI"/>
                          <a:ea typeface="Segoe UI"/>
                          <a:cs typeface="Segoe UI"/>
                        </a:rPr>
                        <a:t>Proceeding routes, authority records and milestone snapshots; decisions stay with competent authorities.</a:t>
                      </a:r>
                    </a:p>
                  </a:txBody>
                  <a:tcPr marL="91440" marR="91440" marT="45720" marB="45720" anchor="ctr">
                    <a:lnR w="28575">
                      <a:solidFill>
                        <a:srgbClr val="F8F4ED"/>
                      </a:solidFill>
                      <a:prstDash val="solid"/>
                    </a:lnR>
                    <a:lnB w="28575">
                      <a:solidFill>
                        <a:srgbClr val="F8F4ED"/>
                      </a:solidFill>
                      <a:prstDash val="solid"/>
                    </a:lnB>
                    <a:solidFill>
                      <a:srgbClr val="FFFDF9"/>
                    </a:solidFill>
                  </a:tcPr>
                </a:tc>
              </a:tr>
              <a:tr h="966788">
                <a:tc>
                  <a:txBody>
                    <a:bodyPr lIns="114300" tIns="114300" rIns="114300" bIns="114300"/>
                    <a:lstStyle/>
                    <a:p>
                      <a:r>
                        <a:rPr sz="1575" b="0">
                          <a:solidFill>
                            <a:srgbClr val="352C24"/>
                          </a:solidFill>
                          <a:latin typeface="Segoe UI"/>
                          <a:ea typeface="Segoe UI"/>
                          <a:cs typeface="Segoe UI"/>
                        </a:rPr>
                        <a:t>[2] Sentence-BERT</a:t>
                      </a:r>
                    </a:p>
                    <a:p>
                      <a:r>
                        <a:rPr sz="1575" b="0">
                          <a:solidFill>
                            <a:srgbClr val="352C24"/>
                          </a:solidFill>
                          <a:latin typeface="Segoe UI"/>
                          <a:ea typeface="Segoe UI"/>
                          <a:cs typeface="Segoe UI"/>
                        </a:rPr>
                        <a:t>Reimers &amp; Gurevych, 2019</a:t>
                      </a:r>
                    </a:p>
                  </a:txBody>
                  <a:tcPr marL="91440" marR="91440" marT="45720" marB="45720" anchor="ctr">
                    <a:lnL w="28575">
                      <a:solidFill>
                        <a:srgbClr val="F8F4ED"/>
                      </a:solidFill>
                      <a:prstDash val="solid"/>
                    </a:lnL>
                    <a:lnR w="28575">
                      <a:solidFill>
                        <a:srgbClr val="F8F4ED"/>
                      </a:solidFill>
                      <a:prstDash val="solid"/>
                    </a:lnR>
                    <a:lnB w="28575">
                      <a:solidFill>
                        <a:srgbClr val="F8F4ED"/>
                      </a:solidFill>
                      <a:prstDash val="solid"/>
                    </a:lnB>
                    <a:solidFill>
                      <a:srgbClr val="EEE2D2"/>
                    </a:solidFill>
                  </a:tcPr>
                </a:tc>
                <a:tc>
                  <a:txBody>
                    <a:bodyPr lIns="114300" tIns="114300" rIns="114300" bIns="114300"/>
                    <a:lstStyle/>
                    <a:p>
                      <a:r>
                        <a:rPr sz="1575" b="0">
                          <a:solidFill>
                            <a:srgbClr val="352C24"/>
                          </a:solidFill>
                          <a:latin typeface="Segoe UI"/>
                          <a:ea typeface="Segoe UI"/>
                          <a:cs typeface="Segoe UI"/>
                        </a:rPr>
                        <a:t>Embeddings enable semantic comparison using cosine similarity.</a:t>
                      </a:r>
                    </a:p>
                  </a:txBody>
                  <a:tcPr marL="91440" marR="91440" marT="45720" marB="45720" anchor="ctr">
                    <a:lnR w="28575">
                      <a:solidFill>
                        <a:srgbClr val="F8F4ED"/>
                      </a:solidFill>
                      <a:prstDash val="solid"/>
                    </a:lnR>
                    <a:lnB w="28575">
                      <a:solidFill>
                        <a:srgbClr val="F8F4ED"/>
                      </a:solidFill>
                      <a:prstDash val="solid"/>
                    </a:lnB>
                    <a:solidFill>
                      <a:srgbClr val="EEE2D2"/>
                    </a:solidFill>
                  </a:tcPr>
                </a:tc>
                <a:tc>
                  <a:txBody>
                    <a:bodyPr lIns="114300" tIns="114300" rIns="114300" bIns="114300"/>
                    <a:lstStyle/>
                    <a:p>
                      <a:r>
                        <a:rPr sz="1575" b="0">
                          <a:solidFill>
                            <a:srgbClr val="352C24"/>
                          </a:solidFill>
                          <a:latin typeface="Segoe UI"/>
                          <a:ea typeface="Segoe UI"/>
                          <a:cs typeface="Segoe UI"/>
                        </a:rPr>
                        <a:t>MiniLM retrieves complaint candidates within the same verified institution.</a:t>
                      </a:r>
                    </a:p>
                  </a:txBody>
                  <a:tcPr marL="91440" marR="91440" marT="45720" marB="45720" anchor="ctr">
                    <a:lnR w="28575">
                      <a:solidFill>
                        <a:srgbClr val="F8F4ED"/>
                      </a:solidFill>
                      <a:prstDash val="solid"/>
                    </a:lnR>
                    <a:lnB w="28575">
                      <a:solidFill>
                        <a:srgbClr val="F8F4ED"/>
                      </a:solidFill>
                      <a:prstDash val="solid"/>
                    </a:lnB>
                    <a:solidFill>
                      <a:srgbClr val="EEE2D2"/>
                    </a:solidFill>
                  </a:tcPr>
                </a:tc>
              </a:tr>
              <a:tr h="966788">
                <a:tc>
                  <a:txBody>
                    <a:bodyPr lIns="114300" tIns="114300" rIns="114300" bIns="114300"/>
                    <a:lstStyle/>
                    <a:p>
                      <a:r>
                        <a:rPr sz="1575" b="0">
                          <a:solidFill>
                            <a:srgbClr val="352C24"/>
                          </a:solidFill>
                          <a:latin typeface="Segoe UI"/>
                          <a:ea typeface="Segoe UI"/>
                          <a:cs typeface="Segoe UI"/>
                        </a:rPr>
                        <a:t>[3] Sentence Transformers</a:t>
                      </a:r>
                    </a:p>
                    <a:p>
                      <a:r>
                        <a:rPr sz="1575" b="0">
                          <a:solidFill>
                            <a:srgbClr val="352C24"/>
                          </a:solidFill>
                          <a:latin typeface="Segoe UI"/>
                          <a:ea typeface="Segoe UI"/>
                          <a:cs typeface="Segoe UI"/>
                        </a:rPr>
                        <a:t>Retrieve &amp; Re-Rank</a:t>
                      </a:r>
                    </a:p>
                  </a:txBody>
                  <a:tcPr marL="91440" marR="91440" marT="45720" marB="45720" anchor="ctr">
                    <a:lnL w="28575">
                      <a:solidFill>
                        <a:srgbClr val="F8F4ED"/>
                      </a:solidFill>
                      <a:prstDash val="solid"/>
                    </a:lnL>
                    <a:lnR w="28575">
                      <a:solidFill>
                        <a:srgbClr val="F8F4ED"/>
                      </a:solidFill>
                      <a:prstDash val="solid"/>
                    </a:lnR>
                    <a:lnB w="28575">
                      <a:solidFill>
                        <a:srgbClr val="F8F4ED"/>
                      </a:solidFill>
                      <a:prstDash val="solid"/>
                    </a:lnB>
                    <a:solidFill>
                      <a:srgbClr val="FFFDF9"/>
                    </a:solidFill>
                  </a:tcPr>
                </a:tc>
                <a:tc>
                  <a:txBody>
                    <a:bodyPr lIns="114300" tIns="114300" rIns="114300" bIns="114300"/>
                    <a:lstStyle/>
                    <a:p>
                      <a:r>
                        <a:rPr sz="1575" b="0">
                          <a:solidFill>
                            <a:srgbClr val="352C24"/>
                          </a:solidFill>
                          <a:latin typeface="Segoe UI"/>
                          <a:ea typeface="Segoe UI"/>
                          <a:cs typeface="Segoe UI"/>
                        </a:rPr>
                        <a:t>Retrieve candidates, then rerank the shortlist with a cross-encoder.</a:t>
                      </a:r>
                    </a:p>
                  </a:txBody>
                  <a:tcPr marL="91440" marR="91440" marT="45720" marB="45720" anchor="ctr">
                    <a:lnR w="28575">
                      <a:solidFill>
                        <a:srgbClr val="F8F4ED"/>
                      </a:solidFill>
                      <a:prstDash val="solid"/>
                    </a:lnR>
                    <a:lnB w="28575">
                      <a:solidFill>
                        <a:srgbClr val="F8F4ED"/>
                      </a:solidFill>
                      <a:prstDash val="solid"/>
                    </a:lnB>
                    <a:solidFill>
                      <a:srgbClr val="FFFDF9"/>
                    </a:solidFill>
                  </a:tcPr>
                </a:tc>
                <a:tc>
                  <a:txBody>
                    <a:bodyPr lIns="114300" tIns="114300" rIns="114300" bIns="114300"/>
                    <a:lstStyle/>
                    <a:p>
                      <a:r>
                        <a:rPr sz="1575" b="0">
                          <a:solidFill>
                            <a:srgbClr val="352C24"/>
                          </a:solidFill>
                          <a:latin typeface="Segoe UI"/>
                          <a:ea typeface="Segoe UI"/>
                          <a:cs typeface="Segoe UI"/>
                        </a:rPr>
                        <a:t>Top-20 retrieval and reranking support human review. Scores remain unvalidated.</a:t>
                      </a:r>
                    </a:p>
                  </a:txBody>
                  <a:tcPr marL="91440" marR="91440" marT="45720" marB="45720" anchor="ctr">
                    <a:lnR w="28575">
                      <a:solidFill>
                        <a:srgbClr val="F8F4ED"/>
                      </a:solidFill>
                      <a:prstDash val="solid"/>
                    </a:lnR>
                    <a:lnB w="28575">
                      <a:solidFill>
                        <a:srgbClr val="F8F4ED"/>
                      </a:solidFill>
                      <a:prstDash val="solid"/>
                    </a:lnB>
                    <a:solidFill>
                      <a:srgbClr val="FFFDF9"/>
                    </a:solidFill>
                  </a:tcPr>
                </a:tc>
              </a:tr>
              <a:tr h="966788">
                <a:tc>
                  <a:txBody>
                    <a:bodyPr lIns="114300" tIns="114300" rIns="114300" bIns="114300"/>
                    <a:lstStyle/>
                    <a:p>
                      <a:r>
                        <a:rPr sz="1575" b="0">
                          <a:solidFill>
                            <a:srgbClr val="352C24"/>
                          </a:solidFill>
                          <a:latin typeface="Segoe UI"/>
                          <a:ea typeface="Segoe UI"/>
                          <a:cs typeface="Segoe UI"/>
                        </a:rPr>
                        <a:t>[4] OWASP</a:t>
                      </a:r>
                    </a:p>
                    <a:p>
                      <a:r>
                        <a:rPr sz="1575" b="0">
                          <a:solidFill>
                            <a:srgbClr val="352C24"/>
                          </a:solidFill>
                          <a:latin typeface="Segoe UI"/>
                          <a:ea typeface="Segoe UI"/>
                          <a:cs typeface="Segoe UI"/>
                        </a:rPr>
                        <a:t>Authorization Cheat Sheet</a:t>
                      </a:r>
                    </a:p>
                  </a:txBody>
                  <a:tcPr marL="91440" marR="91440" marT="45720" marB="45720" anchor="ctr">
                    <a:lnL w="28575">
                      <a:solidFill>
                        <a:srgbClr val="F8F4ED"/>
                      </a:solidFill>
                      <a:prstDash val="solid"/>
                    </a:lnL>
                    <a:lnR w="28575">
                      <a:solidFill>
                        <a:srgbClr val="F8F4ED"/>
                      </a:solidFill>
                      <a:prstDash val="solid"/>
                    </a:lnR>
                    <a:lnB w="28575">
                      <a:solidFill>
                        <a:srgbClr val="F8F4ED"/>
                      </a:solidFill>
                      <a:prstDash val="solid"/>
                    </a:lnB>
                    <a:solidFill>
                      <a:srgbClr val="EEE2D2"/>
                    </a:solidFill>
                  </a:tcPr>
                </a:tc>
                <a:tc>
                  <a:txBody>
                    <a:bodyPr lIns="114300" tIns="114300" rIns="114300" bIns="114300"/>
                    <a:lstStyle/>
                    <a:p>
                      <a:r>
                        <a:rPr sz="1575" b="0">
                          <a:solidFill>
                            <a:srgbClr val="352C24"/>
                          </a:solidFill>
                          <a:latin typeface="Segoe UI"/>
                          <a:ea typeface="Segoe UI"/>
                          <a:cs typeface="Segoe UI"/>
                        </a:rPr>
                        <a:t>Deny by default; check permissions for every request.</a:t>
                      </a:r>
                    </a:p>
                  </a:txBody>
                  <a:tcPr marL="91440" marR="91440" marT="45720" marB="45720" anchor="ctr">
                    <a:lnR w="28575">
                      <a:solidFill>
                        <a:srgbClr val="F8F4ED"/>
                      </a:solidFill>
                      <a:prstDash val="solid"/>
                    </a:lnR>
                    <a:lnB w="28575">
                      <a:solidFill>
                        <a:srgbClr val="F8F4ED"/>
                      </a:solidFill>
                      <a:prstDash val="solid"/>
                    </a:lnB>
                    <a:solidFill>
                      <a:srgbClr val="EEE2D2"/>
                    </a:solidFill>
                  </a:tcPr>
                </a:tc>
                <a:tc>
                  <a:txBody>
                    <a:bodyPr lIns="114300" tIns="114300" rIns="114300" bIns="114300"/>
                    <a:lstStyle/>
                    <a:p>
                      <a:r>
                        <a:rPr sz="1575" b="0">
                          <a:solidFill>
                            <a:srgbClr val="352C24"/>
                          </a:solidFill>
                          <a:latin typeface="Segoe UI"/>
                          <a:ea typeface="Segoe UI"/>
                          <a:cs typeface="Segoe UI"/>
                        </a:rPr>
                        <a:t>Case/document scope, expiring grants, field redaction and access-denial tests.</a:t>
                      </a:r>
                    </a:p>
                  </a:txBody>
                  <a:tcPr marL="91440" marR="91440" marT="45720" marB="45720" anchor="ctr">
                    <a:lnR w="28575">
                      <a:solidFill>
                        <a:srgbClr val="F8F4ED"/>
                      </a:solidFill>
                      <a:prstDash val="solid"/>
                    </a:lnR>
                    <a:lnB w="28575">
                      <a:solidFill>
                        <a:srgbClr val="F8F4ED"/>
                      </a:solidFill>
                      <a:prstDash val="solid"/>
                    </a:lnB>
                    <a:solidFill>
                      <a:srgbClr val="EEE2D2"/>
                    </a:solidFill>
                  </a:tcPr>
                </a:tc>
              </a:tr>
            </a:tbl>
          </a:graphicData>
        </a:graphic>
      </p:graphicFrame>
      <p:sp>
        <p:nvSpPr>
          <p:cNvPr id="11" name="">
            <a:extLst xmlns:a="http://schemas.openxmlformats.org/drawingml/2006/main">
              <a:ext uri="{FF2B5EF4-FFF2-40B4-BE49-F238E27FC236}">
                <a16:creationId xmlns:a16="http://schemas.microsoft.com/office/drawing/2014/main" id="{F7971C3F-4883-4415-B412-5A2D093F9DC7}"/>
              </a:ext>
            </a:extLst>
          </p:cNvPr>
          <p:cNvSpPr>
            <a:spLocks xmlns:a="http://schemas.openxmlformats.org/drawingml/2006/main" noGrp="1"/>
          </p:cNvSpPr>
          <p:nvPr/>
        </p:nvSpPr>
        <p:spPr>
          <a:xfrm xmlns:a="http://schemas.openxmlformats.org/drawingml/2006/main">
            <a:off x="514350" y="5829300"/>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9C482E"/>
                </a:solidFill>
                <a:latin typeface="Segoe UI"/>
                <a:ea typeface="Segoe UI"/>
                <a:cs typeface="Segoe UI"/>
              </a:defRPr>
            </a:defPPr>
            <a:lvl1pPr algn="l">
              <a:defRPr sz="1200" b="0">
                <a:solidFill>
                  <a:srgbClr val="9C482E"/>
                </a:solidFill>
                <a:latin typeface="Segoe UI"/>
                <a:ea typeface="Segoe UI"/>
                <a:cs typeface="Segoe UI"/>
              </a:defRPr>
            </a:lvl1pPr>
            <a:lvl2pPr algn="l">
              <a:defRPr sz="1200" b="0">
                <a:solidFill>
                  <a:srgbClr val="9C482E"/>
                </a:solidFill>
                <a:latin typeface="Segoe UI"/>
                <a:ea typeface="Segoe UI"/>
                <a:cs typeface="Segoe UI"/>
              </a:defRPr>
            </a:lvl2pPr>
            <a:lvl3pPr algn="l">
              <a:defRPr sz="1200" b="0">
                <a:solidFill>
                  <a:srgbClr val="9C482E"/>
                </a:solidFill>
                <a:latin typeface="Segoe UI"/>
                <a:ea typeface="Segoe UI"/>
                <a:cs typeface="Segoe UI"/>
              </a:defRPr>
            </a:lvl3pPr>
            <a:lvl4pPr algn="l">
              <a:defRPr sz="1200" b="0">
                <a:solidFill>
                  <a:srgbClr val="9C482E"/>
                </a:solidFill>
                <a:latin typeface="Segoe UI"/>
                <a:ea typeface="Segoe UI"/>
                <a:cs typeface="Segoe UI"/>
              </a:defRPr>
            </a:lvl4pPr>
            <a:lvl5pPr algn="l">
              <a:defRPr sz="1200" b="0">
                <a:solidFill>
                  <a:srgbClr val="9C482E"/>
                </a:solidFill>
                <a:latin typeface="Segoe UI"/>
                <a:ea typeface="Segoe UI"/>
                <a:cs typeface="Segoe UI"/>
              </a:defRPr>
            </a:lvl5pPr>
            <a:lvl6pPr algn="l">
              <a:defRPr sz="1200" b="0">
                <a:solidFill>
                  <a:srgbClr val="9C482E"/>
                </a:solidFill>
                <a:latin typeface="Segoe UI"/>
                <a:ea typeface="Segoe UI"/>
                <a:cs typeface="Segoe UI"/>
              </a:defRPr>
            </a:lvl6pPr>
            <a:lvl7pPr algn="l">
              <a:defRPr sz="1200" b="0">
                <a:solidFill>
                  <a:srgbClr val="9C482E"/>
                </a:solidFill>
                <a:latin typeface="Segoe UI"/>
                <a:ea typeface="Segoe UI"/>
                <a:cs typeface="Segoe UI"/>
              </a:defRPr>
            </a:lvl7pPr>
            <a:lvl8pPr algn="l">
              <a:defRPr sz="1200" b="0">
                <a:solidFill>
                  <a:srgbClr val="9C482E"/>
                </a:solidFill>
                <a:latin typeface="Segoe UI"/>
                <a:ea typeface="Segoe UI"/>
                <a:cs typeface="Segoe UI"/>
              </a:defRPr>
            </a:lvl8pPr>
            <a:lvl9pPr algn="l">
              <a:defRPr sz="1200" b="0">
                <a:solidFill>
                  <a:srgbClr val="9C482E"/>
                </a:solidFill>
                <a:latin typeface="Segoe UI"/>
                <a:ea typeface="Segoe UI"/>
                <a:cs typeface="Segoe UI"/>
              </a:defRPr>
            </a:lvl9pPr>
          </a:lstStyle>
          <a:p xmlns:a="http://schemas.openxmlformats.org/drawingml/2006/main">
            <a:pPr algn="l">
              <a:defRPr sz="1200" b="0">
                <a:solidFill>
                  <a:srgbClr val="9C482E"/>
                </a:solidFill>
                <a:latin typeface="Segoe UI"/>
                <a:ea typeface="Segoe UI"/>
                <a:cs typeface="Segoe UI"/>
              </a:defRPr>
            </a:pPr>
            <a:r>
              <a:rPr sz="1200" u="sng">
                <a:solidFill>
                  <a:srgbClr val="9C482E"/>
                </a:solidFill>
                <a:latin typeface="Segoe UI"/>
                <a:ea typeface="Segoe UI"/>
                <a:cs typeface="Segoe UI"/>
                <a:hlinkClick xmlns:r="http://schemas.openxmlformats.org/officeDocument/2006/relationships" r:id="R1078b0709b284bf7"/>
              </a:rPr>
              <a:t>[1] AICTE handbook</a:t>
            </a:r>
          </a:p>
        </p:txBody>
      </p:sp>
      <p:sp>
        <p:nvSpPr>
          <p:cNvPr id="12" name="">
            <a:extLst xmlns:a="http://schemas.openxmlformats.org/drawingml/2006/main">
              <a:ext uri="{FF2B5EF4-FFF2-40B4-BE49-F238E27FC236}">
                <a16:creationId xmlns:a16="http://schemas.microsoft.com/office/drawing/2014/main" id="{7615BBC6-8F8D-4DED-A9F8-710905B9FA37}"/>
              </a:ext>
            </a:extLst>
          </p:cNvPr>
          <p:cNvSpPr>
            <a:spLocks xmlns:a="http://schemas.openxmlformats.org/drawingml/2006/main" noGrp="1"/>
          </p:cNvSpPr>
          <p:nvPr/>
        </p:nvSpPr>
        <p:spPr>
          <a:xfrm xmlns:a="http://schemas.openxmlformats.org/drawingml/2006/main">
            <a:off x="6115050" y="5829300"/>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9C482E"/>
                </a:solidFill>
                <a:latin typeface="Segoe UI"/>
                <a:ea typeface="Segoe UI"/>
                <a:cs typeface="Segoe UI"/>
              </a:defRPr>
            </a:defPPr>
            <a:lvl1pPr algn="l">
              <a:defRPr sz="1200" b="0">
                <a:solidFill>
                  <a:srgbClr val="9C482E"/>
                </a:solidFill>
                <a:latin typeface="Segoe UI"/>
                <a:ea typeface="Segoe UI"/>
                <a:cs typeface="Segoe UI"/>
              </a:defRPr>
            </a:lvl1pPr>
            <a:lvl2pPr algn="l">
              <a:defRPr sz="1200" b="0">
                <a:solidFill>
                  <a:srgbClr val="9C482E"/>
                </a:solidFill>
                <a:latin typeface="Segoe UI"/>
                <a:ea typeface="Segoe UI"/>
                <a:cs typeface="Segoe UI"/>
              </a:defRPr>
            </a:lvl2pPr>
            <a:lvl3pPr algn="l">
              <a:defRPr sz="1200" b="0">
                <a:solidFill>
                  <a:srgbClr val="9C482E"/>
                </a:solidFill>
                <a:latin typeface="Segoe UI"/>
                <a:ea typeface="Segoe UI"/>
                <a:cs typeface="Segoe UI"/>
              </a:defRPr>
            </a:lvl3pPr>
            <a:lvl4pPr algn="l">
              <a:defRPr sz="1200" b="0">
                <a:solidFill>
                  <a:srgbClr val="9C482E"/>
                </a:solidFill>
                <a:latin typeface="Segoe UI"/>
                <a:ea typeface="Segoe UI"/>
                <a:cs typeface="Segoe UI"/>
              </a:defRPr>
            </a:lvl4pPr>
            <a:lvl5pPr algn="l">
              <a:defRPr sz="1200" b="0">
                <a:solidFill>
                  <a:srgbClr val="9C482E"/>
                </a:solidFill>
                <a:latin typeface="Segoe UI"/>
                <a:ea typeface="Segoe UI"/>
                <a:cs typeface="Segoe UI"/>
              </a:defRPr>
            </a:lvl5pPr>
            <a:lvl6pPr algn="l">
              <a:defRPr sz="1200" b="0">
                <a:solidFill>
                  <a:srgbClr val="9C482E"/>
                </a:solidFill>
                <a:latin typeface="Segoe UI"/>
                <a:ea typeface="Segoe UI"/>
                <a:cs typeface="Segoe UI"/>
              </a:defRPr>
            </a:lvl6pPr>
            <a:lvl7pPr algn="l">
              <a:defRPr sz="1200" b="0">
                <a:solidFill>
                  <a:srgbClr val="9C482E"/>
                </a:solidFill>
                <a:latin typeface="Segoe UI"/>
                <a:ea typeface="Segoe UI"/>
                <a:cs typeface="Segoe UI"/>
              </a:defRPr>
            </a:lvl7pPr>
            <a:lvl8pPr algn="l">
              <a:defRPr sz="1200" b="0">
                <a:solidFill>
                  <a:srgbClr val="9C482E"/>
                </a:solidFill>
                <a:latin typeface="Segoe UI"/>
                <a:ea typeface="Segoe UI"/>
                <a:cs typeface="Segoe UI"/>
              </a:defRPr>
            </a:lvl8pPr>
            <a:lvl9pPr algn="l">
              <a:defRPr sz="1200" b="0">
                <a:solidFill>
                  <a:srgbClr val="9C482E"/>
                </a:solidFill>
                <a:latin typeface="Segoe UI"/>
                <a:ea typeface="Segoe UI"/>
                <a:cs typeface="Segoe UI"/>
              </a:defRPr>
            </a:lvl9pPr>
          </a:lstStyle>
          <a:p xmlns:a="http://schemas.openxmlformats.org/drawingml/2006/main">
            <a:pPr algn="l">
              <a:defRPr sz="1200" b="0">
                <a:solidFill>
                  <a:srgbClr val="9C482E"/>
                </a:solidFill>
                <a:latin typeface="Segoe UI"/>
                <a:ea typeface="Segoe UI"/>
                <a:cs typeface="Segoe UI"/>
              </a:defRPr>
            </a:pPr>
            <a:r>
              <a:rPr sz="1200" u="sng">
                <a:solidFill>
                  <a:srgbClr val="9C482E"/>
                </a:solidFill>
                <a:latin typeface="Segoe UI"/>
                <a:ea typeface="Segoe UI"/>
                <a:cs typeface="Segoe UI"/>
                <a:hlinkClick xmlns:r="http://schemas.openxmlformats.org/officeDocument/2006/relationships" r:id="R50acead6da774284"/>
              </a:rPr>
              <a:t>[2] Sentence-BERT paper</a:t>
            </a:r>
          </a:p>
        </p:txBody>
      </p:sp>
      <p:sp>
        <p:nvSpPr>
          <p:cNvPr id="13" name="">
            <a:extLst xmlns:a="http://schemas.openxmlformats.org/drawingml/2006/main">
              <a:ext uri="{FF2B5EF4-FFF2-40B4-BE49-F238E27FC236}">
                <a16:creationId xmlns:a16="http://schemas.microsoft.com/office/drawing/2014/main" id="{0ACAF925-B1C7-4DF8-BF1B-E6E4C2C3340B}"/>
              </a:ext>
            </a:extLst>
          </p:cNvPr>
          <p:cNvSpPr>
            <a:spLocks xmlns:a="http://schemas.openxmlformats.org/drawingml/2006/main" noGrp="1"/>
          </p:cNvSpPr>
          <p:nvPr/>
        </p:nvSpPr>
        <p:spPr>
          <a:xfrm xmlns:a="http://schemas.openxmlformats.org/drawingml/2006/main">
            <a:off x="514350" y="612457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9C482E"/>
                </a:solidFill>
                <a:latin typeface="Segoe UI"/>
                <a:ea typeface="Segoe UI"/>
                <a:cs typeface="Segoe UI"/>
              </a:defRPr>
            </a:defPPr>
            <a:lvl1pPr algn="l">
              <a:defRPr sz="1200" b="0">
                <a:solidFill>
                  <a:srgbClr val="9C482E"/>
                </a:solidFill>
                <a:latin typeface="Segoe UI"/>
                <a:ea typeface="Segoe UI"/>
                <a:cs typeface="Segoe UI"/>
              </a:defRPr>
            </a:lvl1pPr>
            <a:lvl2pPr algn="l">
              <a:defRPr sz="1200" b="0">
                <a:solidFill>
                  <a:srgbClr val="9C482E"/>
                </a:solidFill>
                <a:latin typeface="Segoe UI"/>
                <a:ea typeface="Segoe UI"/>
                <a:cs typeface="Segoe UI"/>
              </a:defRPr>
            </a:lvl2pPr>
            <a:lvl3pPr algn="l">
              <a:defRPr sz="1200" b="0">
                <a:solidFill>
                  <a:srgbClr val="9C482E"/>
                </a:solidFill>
                <a:latin typeface="Segoe UI"/>
                <a:ea typeface="Segoe UI"/>
                <a:cs typeface="Segoe UI"/>
              </a:defRPr>
            </a:lvl3pPr>
            <a:lvl4pPr algn="l">
              <a:defRPr sz="1200" b="0">
                <a:solidFill>
                  <a:srgbClr val="9C482E"/>
                </a:solidFill>
                <a:latin typeface="Segoe UI"/>
                <a:ea typeface="Segoe UI"/>
                <a:cs typeface="Segoe UI"/>
              </a:defRPr>
            </a:lvl4pPr>
            <a:lvl5pPr algn="l">
              <a:defRPr sz="1200" b="0">
                <a:solidFill>
                  <a:srgbClr val="9C482E"/>
                </a:solidFill>
                <a:latin typeface="Segoe UI"/>
                <a:ea typeface="Segoe UI"/>
                <a:cs typeface="Segoe UI"/>
              </a:defRPr>
            </a:lvl5pPr>
            <a:lvl6pPr algn="l">
              <a:defRPr sz="1200" b="0">
                <a:solidFill>
                  <a:srgbClr val="9C482E"/>
                </a:solidFill>
                <a:latin typeface="Segoe UI"/>
                <a:ea typeface="Segoe UI"/>
                <a:cs typeface="Segoe UI"/>
              </a:defRPr>
            </a:lvl6pPr>
            <a:lvl7pPr algn="l">
              <a:defRPr sz="1200" b="0">
                <a:solidFill>
                  <a:srgbClr val="9C482E"/>
                </a:solidFill>
                <a:latin typeface="Segoe UI"/>
                <a:ea typeface="Segoe UI"/>
                <a:cs typeface="Segoe UI"/>
              </a:defRPr>
            </a:lvl7pPr>
            <a:lvl8pPr algn="l">
              <a:defRPr sz="1200" b="0">
                <a:solidFill>
                  <a:srgbClr val="9C482E"/>
                </a:solidFill>
                <a:latin typeface="Segoe UI"/>
                <a:ea typeface="Segoe UI"/>
                <a:cs typeface="Segoe UI"/>
              </a:defRPr>
            </a:lvl8pPr>
            <a:lvl9pPr algn="l">
              <a:defRPr sz="1200" b="0">
                <a:solidFill>
                  <a:srgbClr val="9C482E"/>
                </a:solidFill>
                <a:latin typeface="Segoe UI"/>
                <a:ea typeface="Segoe UI"/>
                <a:cs typeface="Segoe UI"/>
              </a:defRPr>
            </a:lvl9pPr>
          </a:lstStyle>
          <a:p xmlns:a="http://schemas.openxmlformats.org/drawingml/2006/main">
            <a:pPr algn="l">
              <a:defRPr sz="1200" b="0">
                <a:solidFill>
                  <a:srgbClr val="9C482E"/>
                </a:solidFill>
                <a:latin typeface="Segoe UI"/>
                <a:ea typeface="Segoe UI"/>
                <a:cs typeface="Segoe UI"/>
              </a:defRPr>
            </a:pPr>
            <a:r>
              <a:rPr sz="1200" u="sng">
                <a:solidFill>
                  <a:srgbClr val="9C482E"/>
                </a:solidFill>
                <a:latin typeface="Segoe UI"/>
                <a:ea typeface="Segoe UI"/>
                <a:cs typeface="Segoe UI"/>
                <a:hlinkClick xmlns:r="http://schemas.openxmlformats.org/officeDocument/2006/relationships" r:id="R3f675d3e98564495"/>
              </a:rPr>
              <a:t>[3] Retrieve &amp; Re-Rank</a:t>
            </a:r>
          </a:p>
        </p:txBody>
      </p:sp>
      <p:sp>
        <p:nvSpPr>
          <p:cNvPr id="14" name="">
            <a:extLst xmlns:a="http://schemas.openxmlformats.org/drawingml/2006/main">
              <a:ext uri="{FF2B5EF4-FFF2-40B4-BE49-F238E27FC236}">
                <a16:creationId xmlns:a16="http://schemas.microsoft.com/office/drawing/2014/main" id="{267E4A49-823B-40D6-B0E1-438A149D0E0D}"/>
              </a:ext>
            </a:extLst>
          </p:cNvPr>
          <p:cNvSpPr>
            <a:spLocks xmlns:a="http://schemas.openxmlformats.org/drawingml/2006/main" noGrp="1"/>
          </p:cNvSpPr>
          <p:nvPr/>
        </p:nvSpPr>
        <p:spPr>
          <a:xfrm xmlns:a="http://schemas.openxmlformats.org/drawingml/2006/main">
            <a:off x="6115050" y="612457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9C482E"/>
                </a:solidFill>
                <a:latin typeface="Segoe UI"/>
                <a:ea typeface="Segoe UI"/>
                <a:cs typeface="Segoe UI"/>
              </a:defRPr>
            </a:defPPr>
            <a:lvl1pPr algn="l">
              <a:defRPr sz="1200" b="0">
                <a:solidFill>
                  <a:srgbClr val="9C482E"/>
                </a:solidFill>
                <a:latin typeface="Segoe UI"/>
                <a:ea typeface="Segoe UI"/>
                <a:cs typeface="Segoe UI"/>
              </a:defRPr>
            </a:lvl1pPr>
            <a:lvl2pPr algn="l">
              <a:defRPr sz="1200" b="0">
                <a:solidFill>
                  <a:srgbClr val="9C482E"/>
                </a:solidFill>
                <a:latin typeface="Segoe UI"/>
                <a:ea typeface="Segoe UI"/>
                <a:cs typeface="Segoe UI"/>
              </a:defRPr>
            </a:lvl2pPr>
            <a:lvl3pPr algn="l">
              <a:defRPr sz="1200" b="0">
                <a:solidFill>
                  <a:srgbClr val="9C482E"/>
                </a:solidFill>
                <a:latin typeface="Segoe UI"/>
                <a:ea typeface="Segoe UI"/>
                <a:cs typeface="Segoe UI"/>
              </a:defRPr>
            </a:lvl3pPr>
            <a:lvl4pPr algn="l">
              <a:defRPr sz="1200" b="0">
                <a:solidFill>
                  <a:srgbClr val="9C482E"/>
                </a:solidFill>
                <a:latin typeface="Segoe UI"/>
                <a:ea typeface="Segoe UI"/>
                <a:cs typeface="Segoe UI"/>
              </a:defRPr>
            </a:lvl4pPr>
            <a:lvl5pPr algn="l">
              <a:defRPr sz="1200" b="0">
                <a:solidFill>
                  <a:srgbClr val="9C482E"/>
                </a:solidFill>
                <a:latin typeface="Segoe UI"/>
                <a:ea typeface="Segoe UI"/>
                <a:cs typeface="Segoe UI"/>
              </a:defRPr>
            </a:lvl5pPr>
            <a:lvl6pPr algn="l">
              <a:defRPr sz="1200" b="0">
                <a:solidFill>
                  <a:srgbClr val="9C482E"/>
                </a:solidFill>
                <a:latin typeface="Segoe UI"/>
                <a:ea typeface="Segoe UI"/>
                <a:cs typeface="Segoe UI"/>
              </a:defRPr>
            </a:lvl6pPr>
            <a:lvl7pPr algn="l">
              <a:defRPr sz="1200" b="0">
                <a:solidFill>
                  <a:srgbClr val="9C482E"/>
                </a:solidFill>
                <a:latin typeface="Segoe UI"/>
                <a:ea typeface="Segoe UI"/>
                <a:cs typeface="Segoe UI"/>
              </a:defRPr>
            </a:lvl7pPr>
            <a:lvl8pPr algn="l">
              <a:defRPr sz="1200" b="0">
                <a:solidFill>
                  <a:srgbClr val="9C482E"/>
                </a:solidFill>
                <a:latin typeface="Segoe UI"/>
                <a:ea typeface="Segoe UI"/>
                <a:cs typeface="Segoe UI"/>
              </a:defRPr>
            </a:lvl8pPr>
            <a:lvl9pPr algn="l">
              <a:defRPr sz="1200" b="0">
                <a:solidFill>
                  <a:srgbClr val="9C482E"/>
                </a:solidFill>
                <a:latin typeface="Segoe UI"/>
                <a:ea typeface="Segoe UI"/>
                <a:cs typeface="Segoe UI"/>
              </a:defRPr>
            </a:lvl9pPr>
          </a:lstStyle>
          <a:p xmlns:a="http://schemas.openxmlformats.org/drawingml/2006/main">
            <a:pPr algn="l">
              <a:defRPr sz="1200" b="0">
                <a:solidFill>
                  <a:srgbClr val="9C482E"/>
                </a:solidFill>
                <a:latin typeface="Segoe UI"/>
                <a:ea typeface="Segoe UI"/>
                <a:cs typeface="Segoe UI"/>
              </a:defRPr>
            </a:pPr>
            <a:r>
              <a:rPr sz="1200" u="sng">
                <a:solidFill>
                  <a:srgbClr val="9C482E"/>
                </a:solidFill>
                <a:latin typeface="Segoe UI"/>
                <a:ea typeface="Segoe UI"/>
                <a:cs typeface="Segoe UI"/>
                <a:hlinkClick xmlns:r="http://schemas.openxmlformats.org/officeDocument/2006/relationships" r:id="R8fcf0086d1e24ae3"/>
              </a:rPr>
              <a:t>[4] OWASP authorization</a:t>
            </a:r>
          </a:p>
        </p:txBody>
      </p:sp>
    </p:spTree>
    <p:extLst>
      <p:ext uri="{BB962C8B-B14F-4D97-AF65-F5344CB8AC3E}">
        <p14:creationId xmlns:p14="http://schemas.microsoft.com/office/powerpoint/2010/main" val="7684947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2026-10-27T20:17:39.0270000Z</dcterms:created>
  <dcterms:modified xsi:type="dcterms:W3CDTF">2026-10-27T20:17:39.0270000Z</dcterms:modified>
</coreProperties>
</file>