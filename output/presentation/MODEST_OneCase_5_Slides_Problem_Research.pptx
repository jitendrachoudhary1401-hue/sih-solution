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d783bbadc064de7" /><Relationship Type="http://schemas.openxmlformats.org/officeDocument/2006/relationships/extended-properties" Target="/docProps/app.xml" Id="R0f955c6a3f3b4a20" /><Relationship Type="http://schemas.openxmlformats.org/officeDocument/2006/relationships/officeDocument" Target="/ppt/presentation.xml" Id="R50bb1f4324574301" /></Relationships>
</file>

<file path=ppt/presentation.xml><?xml version="1.0" encoding="utf-8"?>
<p:presentation xmlns:p="http://schemas.openxmlformats.org/presentationml/2006/main">
  <p:sldMasterIdLst>
    <p:sldMasterId xmlns:r="http://schemas.openxmlformats.org/officeDocument/2006/relationships" id="2147483648" r:id="Rf91f8c2adca44130"/>
  </p:sldMasterIdLst>
  <p:notesMasterIdLst>
    <p:notesMasterId xmlns:r="http://schemas.openxmlformats.org/officeDocument/2006/relationships" r:id="Rb40b75381d334247"/>
  </p:notesMasterIdLst>
  <p:sldIdLst>
    <p:sldId xmlns:r="http://schemas.openxmlformats.org/officeDocument/2006/relationships" id="256" r:id="R51c8afb33dfd4f05"/>
    <p:sldId xmlns:r="http://schemas.openxmlformats.org/officeDocument/2006/relationships" id="257" r:id="Ra75a4d2f2d734ac3"/>
    <p:sldId xmlns:r="http://schemas.openxmlformats.org/officeDocument/2006/relationships" id="258" r:id="R2bd1b4de93df4d6f"/>
    <p:sldId xmlns:r="http://schemas.openxmlformats.org/officeDocument/2006/relationships" id="259" r:id="R3182ab7bc63e449a"/>
    <p:sldId xmlns:r="http://schemas.openxmlformats.org/officeDocument/2006/relationships" id="260" r:id="Rf77691f5df4f439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e48e3f0228440d" /><Relationship Type="http://schemas.openxmlformats.org/officeDocument/2006/relationships/slideMaster" Target="/ppt/slideMasters/slideMaster1.xml" Id="Rf91f8c2adca44130" /><Relationship Type="http://schemas.openxmlformats.org/officeDocument/2006/relationships/notesMaster" Target="/ppt/notesMasters/notesMaster1.xml" Id="Rb40b75381d334247" /><Relationship Type="http://schemas.openxmlformats.org/officeDocument/2006/relationships/presProps" Target="/ppt/presProps.xml" Id="R38a573ecc0ac49bf" /><Relationship Type="http://schemas.openxmlformats.org/officeDocument/2006/relationships/tableStyles" Target="/ppt/tableStyles.xml" Id="Racb9f79552e54d72" /><Relationship Type="http://schemas.openxmlformats.org/officeDocument/2006/relationships/slide" Target="/ppt/slides/slide1.xml" Id="R51c8afb33dfd4f05" /><Relationship Type="http://schemas.openxmlformats.org/officeDocument/2006/relationships/slide" Target="/ppt/slides/slide2.xml" Id="Ra75a4d2f2d734ac3" /><Relationship Type="http://schemas.openxmlformats.org/officeDocument/2006/relationships/slide" Target="/ppt/slides/slide3.xml" Id="R2bd1b4de93df4d6f" /><Relationship Type="http://schemas.openxmlformats.org/officeDocument/2006/relationships/slide" Target="/ppt/slides/slide4.xml" Id="R3182ab7bc63e449a" /><Relationship Type="http://schemas.openxmlformats.org/officeDocument/2006/relationships/slide" Target="/ppt/slides/slide5.xml" Id="Rf77691f5df4f439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bf5053afc644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a18940c2674430" /><Relationship Type="http://schemas.openxmlformats.org/officeDocument/2006/relationships/notesMaster" Target="/ppt/notesMasters/notesMaster1.xml" Id="R632ae7c25f0a46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21836d5f354285" /><Relationship Type="http://schemas.openxmlformats.org/officeDocument/2006/relationships/notesMaster" Target="/ppt/notesMasters/notesMaster1.xml" Id="Rb1498fab4ac54d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50d4c2fb9a4e74" /><Relationship Type="http://schemas.openxmlformats.org/officeDocument/2006/relationships/notesMaster" Target="/ppt/notesMasters/notesMaster1.xml" Id="R8d0c717ddda642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e28c3b20e6a4291" /><Relationship Type="http://schemas.openxmlformats.org/officeDocument/2006/relationships/notesMaster" Target="/ppt/notesMasters/notesMaster1.xml" Id="R359f2d8439b74d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dd19a198757645a7" /><Relationship Type="http://schemas.openxmlformats.org/officeDocument/2006/relationships/notesMaster" Target="/ppt/notesMasters/notesMaster1.xml" Id="Rd80deec6dbf440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OneCase overview and complaint journey. The application preserves source/receipt, next action, transfer acknowledgements and original complaints. Public users see their own authorized records. Staff registration requests access rather than granting privileges. Team MODEST is user-supplied. This is a team prototype, not an official AICTE service or endorsement. The provided live link reached sign-in after waking during review.</a:t>
            </a:r>
          </a:p>
          <a:p xmlns:a="http://schemas.openxmlformats.org/drawingml/2006/main">
            <a:r>
              <a:t/>
            </a:r>
          </a:p>
          <a:p xmlns:a="http://schemas.openxmlformats.org/drawingml/2006/main">
            <a:r>
              <a:t>OneCase is a working complaint-coordination application. SIH26264 is the project problem-statement identifier supplied in project requirements; this is a team prototype, not an official AICTE service or endorsement. Public intake, staff access requests and synthetic demo roles are implemented. The live sign-in page was reached after a cold start during this review.</a:t>
            </a:r>
          </a:p>
          <a:p xmlns:a="http://schemas.openxmlformats.org/drawingml/2006/main">
            <a:r>
              <a:t/>
            </a:r>
          </a:p>
          <a:p xmlns:a="http://schemas.openxmlformats.org/drawingml/2006/main">
            <a:r>
              <a:t>Implementation evidence (working tree reviewed 28 October 2026):</a:t>
            </a:r>
          </a:p>
          <a:p xmlns:a="http://schemas.openxmlformats.org/drawingml/2006/main">
            <a:r>
              <a:t>• backend/app/intake.py: submit, intake_owner</a:t>
            </a:r>
          </a:p>
          <a:p xmlns:a="http://schemas.openxmlformats.org/drawingml/2006/main">
            <a:r>
              <a:t>• backend/app/api.py: detail, transfer, add_action</a:t>
            </a:r>
          </a:p>
          <a:p xmlns:a="http://schemas.openxmlformats.org/drawingml/2006/main">
            <a:r>
              <a:t>• frontend/src/App.tsx</a:t>
            </a:r>
          </a:p>
          <a:p xmlns:a="http://schemas.openxmlformats.org/drawingml/2006/main">
            <a:r>
              <a:t>• frontend/src/features/ComplaintIntake.tsx</a:t>
            </a:r>
          </a:p>
          <a:p xmlns:a="http://schemas.openxmlformats.org/drawingml/2006/main">
            <a:r>
              <a:t/>
            </a:r>
          </a:p>
          <a:p xmlns:a="http://schemas.openxmlformats.org/drawingml/2006/main">
            <a:r>
              <a:t>Website: https://sih-solution-kappa.vercel.app/</a:t>
            </a:r>
          </a:p>
          <a:p xmlns:a="http://schemas.openxmlformats.org/drawingml/2006/main">
            <a:r>
              <a:t>Repository: https://github.com/jitendrachoudhary1401-hue/SIH-Solution</a:t>
            </a:r>
          </a:p>
          <a:p xmlns:a="http://schemas.openxmlformats.org/drawingml/2006/main">
            <a:r>
              <a:t>Screenshots use disposable local synthetic records. They are actual application screens, not design mockups.</a:t>
            </a:r>
          </a:p>
          <a:p xmlns:a="http://schemas.openxmlformats.org/drawingml/2006/main">
            <a:r>
              <a:t>Stakeholders can register and submit their own complaints, choose an institution, retain source information, upload proof and track the authorized timeline. New staff registrations request access rather than granting staff privileges. Administrators approve accounts and assign bounded access. Intake requires a configured accountable officer or remains in an inactive intake queue for assignment. Transfers preserve the original receipt and deadlines. Closure requires an available outcome document and recorded communication. A report snapshot is frozen; the record can be reopened through an authorized transition.</a:t>
            </a:r>
          </a:p>
          <a:p xmlns:a="http://schemas.openxmlformats.org/drawingml/2006/main">
            <a:r>
              <a:t/>
            </a:r>
          </a:p>
          <a:p xmlns:a="http://schemas.openxmlformats.org/drawingml/2006/main">
            <a:r>
              <a:t>Implementation evidence (working tree reviewed 28 October 2026):</a:t>
            </a:r>
          </a:p>
          <a:p xmlns:a="http://schemas.openxmlformats.org/drawingml/2006/main">
            <a:r>
              <a:t>• backend/app/intake.py</a:t>
            </a:r>
          </a:p>
          <a:p xmlns:a="http://schemas.openxmlformats.org/drawingml/2006/main">
            <a:r>
              <a:t>• backend/app/api.py: signup, upload, transfer, change_status</a:t>
            </a:r>
          </a:p>
          <a:p xmlns:a="http://schemas.openxmlformats.org/drawingml/2006/main">
            <a:r>
              <a:t>• backend/app/complaint_reports.py</a:t>
            </a:r>
          </a:p>
          <a:p xmlns:a="http://schemas.openxmlformats.org/drawingml/2006/main">
            <a:r>
              <a:t>• frontend/src/features/Registration.tsx</a:t>
            </a:r>
          </a:p>
          <a:p xmlns:a="http://schemas.openxmlformats.org/drawingml/2006/main">
            <a:r>
              <a:t>• frontend/src/features/ComplaintRecord.tsx</a:t>
            </a:r>
          </a:p>
          <a:p xmlns:a="http://schemas.openxmlformats.org/drawingml/2006/main">
            <a:r>
              <a:t/>
            </a:r>
          </a:p>
          <a:p xmlns:a="http://schemas.openxmlformats.org/drawingml/2006/main">
            <a:r>
              <a:t>Website: https://sih-solution-kappa.vercel.app/</a:t>
            </a:r>
          </a:p>
          <a:p xmlns:a="http://schemas.openxmlformats.org/drawingml/2006/main">
            <a:r>
              <a:t>Repository: https://github.com/jitendrachoudhary1401-hue/SIH-Solution</a:t>
            </a:r>
          </a:p>
          <a:p xmlns:a="http://schemas.openxmlformats.org/drawingml/2006/main">
            <a:r>
              <a:t>Screenshots use disposable local synthetic records. They are actual application screens, not design mockups.</a:t>
            </a:r>
          </a:p>
          <a:p xmlns:a="http://schemas.openxmlformats.org/drawingml/2006/main">
            <a:r>
              <a:t/>
            </a:r>
          </a:p>
          <a:p xmlns:a="http://schemas.openxmlformats.org/drawingml/2006/main">
            <a:r>
              <a:t>Implementation evidence (working tree reviewed 28 October 2026):</a:t>
            </a:r>
          </a:p>
          <a:p xmlns:a="http://schemas.openxmlformats.org/drawingml/2006/main">
            <a:r>
              <a:t>• backend/app/intake.py</a:t>
            </a:r>
          </a:p>
          <a:p xmlns:a="http://schemas.openxmlformats.org/drawingml/2006/main">
            <a:r>
              <a:t>• backend/app/api.py</a:t>
            </a:r>
          </a:p>
          <a:p xmlns:a="http://schemas.openxmlformats.org/drawingml/2006/main">
            <a:r>
              <a:t>• frontend/src/features/Registration.tsx</a:t>
            </a:r>
          </a:p>
          <a:p xmlns:a="http://schemas.openxmlformats.org/drawingml/2006/main">
            <a:r>
              <a:t>• frontend/src/features/ComplaintRecord.tsx</a:t>
            </a:r>
          </a:p>
          <a:p xmlns:a="http://schemas.openxmlformats.org/drawingml/2006/main">
            <a:r>
              <a:t/>
            </a:r>
          </a:p>
          <a:p xmlns:a="http://schemas.openxmlformats.org/drawingml/2006/main">
            <a:r>
              <a:t>Website: https://sih-solution-kappa.vercel.app/</a:t>
            </a:r>
          </a:p>
          <a:p xmlns:a="http://schemas.openxmlformats.org/drawingml/2006/main">
            <a:r>
              <a:t>Repository: https://github.com/jitendrachoudhary1401-hue/SIH-Solution</a:t>
            </a:r>
          </a:p>
          <a:p xmlns:a="http://schemas.openxmlformats.org/drawingml/2006/main">
            <a:r>
              <a:t>Screenshots use disposable local synthetic records. They are actual application screens, not design mockups.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reflects current source rather than the older Express/MongoDB roadmap. The Vercel function only proxies API traffic and forwards the existing shared proxy credential server-side. Core services run on Render. Models load locally in the separate worker with pinned revisions; no hosted LLM is required. PostgreSQL is required by production startup checks, while local synthetic checks use SQLite. Neon bucket configuration is private, server-only. Redis is rate-limit storage, not an inference service. SendGrid is used for password-reset delivery. Provisioning and deployment configuration still determine whether each service is available.</a:t>
            </a:r>
          </a:p>
          <a:p xmlns:a="http://schemas.openxmlformats.org/drawingml/2006/main">
            <a:r>
              <a:t/>
            </a:r>
          </a:p>
          <a:p xmlns:a="http://schemas.openxmlformats.org/drawingml/2006/main">
            <a:r>
              <a:t>Implementation evidence (working tree reviewed 28 October 2026):</a:t>
            </a:r>
          </a:p>
          <a:p xmlns:a="http://schemas.openxmlformats.org/drawingml/2006/main">
            <a:r>
              <a:t>• frontend/api/proxy.js</a:t>
            </a:r>
          </a:p>
          <a:p xmlns:a="http://schemas.openxmlformats.org/drawingml/2006/main">
            <a:r>
              <a:t>• frontend/vercel.json</a:t>
            </a:r>
          </a:p>
          <a:p xmlns:a="http://schemas.openxmlformats.org/drawingml/2006/main">
            <a:r>
              <a:t>• backend/render.yaml</a:t>
            </a:r>
          </a:p>
          <a:p xmlns:a="http://schemas.openxmlformats.org/drawingml/2006/main">
            <a:r>
              <a:t>• backend/serve.py</a:t>
            </a:r>
          </a:p>
          <a:p xmlns:a="http://schemas.openxmlformats.org/drawingml/2006/main">
            <a:r>
              <a:t>• backend/worker.py</a:t>
            </a:r>
          </a:p>
          <a:p xmlns:a="http://schemas.openxmlformats.org/drawingml/2006/main">
            <a:r>
              <a:t>• backend/app/__init__.py</a:t>
            </a:r>
          </a:p>
          <a:p xmlns:a="http://schemas.openxmlformats.org/drawingml/2006/main">
            <a:r>
              <a:t>• backend/app/storage.py</a:t>
            </a:r>
          </a:p>
          <a:p xmlns:a="http://schemas.openxmlformats.org/drawingml/2006/main">
            <a:r>
              <a:t>• backend/app/rate_limits.py</a:t>
            </a:r>
          </a:p>
          <a:p xmlns:a="http://schemas.openxmlformats.org/drawingml/2006/main">
            <a:r>
              <a:t>• backend/app/mail.py</a:t>
            </a:r>
          </a:p>
          <a:p xmlns:a="http://schemas.openxmlformats.org/drawingml/2006/main">
            <a:r>
              <a:t/>
            </a:r>
          </a:p>
          <a:p xmlns:a="http://schemas.openxmlformats.org/drawingml/2006/main">
            <a:r>
              <a:t>Website: https://sih-solution-kappa.vercel.app/</a:t>
            </a:r>
          </a:p>
          <a:p xmlns:a="http://schemas.openxmlformats.org/drawingml/2006/main">
            <a:r>
              <a:t>Repository: https://github.com/jitendrachoudhary1401-hue/SIH-Solution</a:t>
            </a:r>
          </a:p>
          <a:p xmlns:a="http://schemas.openxmlformats.org/drawingml/2006/main">
            <a:r>
              <a:t>Screenshots use disposable local synthetic records. They are actual application screens, not design mockups.</a:t>
            </a:r>
          </a:p>
          <a:p xmlns:a="http://schemas.openxmlformats.org/drawingml/2006/main">
            <a:r>
              <a:t/>
            </a:r>
          </a:p>
          <a:p xmlns:a="http://schemas.openxmlformats.org/drawingml/2006/main">
            <a:r>
              <a:t>Source model identifiers: sentence-transformers/all-MiniLM-L6-v2 and cross-encoder/ms-marco-MiniLM-L6-v2, with committed revision hashes. Normalization strips markup and masks common email/phone patterns. Candidate comparisons are restricted to the same verified institution. Top-k is 20; default weights are 0.35 semantic, 0.55 reranker and 0.10 category. These are explicitly unvalidated demo weights, not probabilities. Truncation and model versions are recorded. Content revisions invalidate stale decisions. The current matcher operates on complaint descriptions; comprehensive issue-level matching and multilingual/domain accuracy benchmarks are not implemented. No automatic merging or AI adjudication occurs.</a:t>
            </a:r>
          </a:p>
          <a:p xmlns:a="http://schemas.openxmlformats.org/drawingml/2006/main">
            <a:r>
              <a:t/>
            </a:r>
          </a:p>
          <a:p xmlns:a="http://schemas.openxmlformats.org/drawingml/2006/main">
            <a:r>
              <a:t>Research: https://aclanthology.org/D19-1410/</a:t>
            </a:r>
          </a:p>
          <a:p xmlns:a="http://schemas.openxmlformats.org/drawingml/2006/main">
            <a:r>
              <a:t>https://sbert.net/examples/sentence_transformer/applications/retrieve_rerank/README.html</a:t>
            </a:r>
          </a:p>
          <a:p xmlns:a="http://schemas.openxmlformats.org/drawingml/2006/main">
            <a:r>
              <a:t/>
            </a:r>
          </a:p>
          <a:p xmlns:a="http://schemas.openxmlformats.org/drawingml/2006/main">
            <a:r>
              <a:t>Implementation evidence (working tree reviewed 28 October 2026):</a:t>
            </a:r>
          </a:p>
          <a:p xmlns:a="http://schemas.openxmlformats.org/drawingml/2006/main">
            <a:r>
              <a:t>• backend/app/matching.py</a:t>
            </a:r>
          </a:p>
          <a:p xmlns:a="http://schemas.openxmlformats.org/drawingml/2006/main">
            <a:r>
              <a:t>• backend/model-bundle.json</a:t>
            </a:r>
          </a:p>
          <a:p xmlns:a="http://schemas.openxmlformats.org/drawingml/2006/main">
            <a:r>
              <a:t>• backend/app/api.py: review, retry_matching</a:t>
            </a:r>
          </a:p>
          <a:p xmlns:a="http://schemas.openxmlformats.org/drawingml/2006/main">
            <a:r>
              <a:t>• frontend/src/App.tsx: OverlapDetail</a:t>
            </a:r>
          </a:p>
          <a:p xmlns:a="http://schemas.openxmlformats.org/drawingml/2006/main">
            <a:r>
              <a:t/>
            </a:r>
          </a:p>
          <a:p xmlns:a="http://schemas.openxmlformats.org/drawingml/2006/main">
            <a:r>
              <a:t>Website: https://sih-solution-kappa.vercel.app/</a:t>
            </a:r>
          </a:p>
          <a:p xmlns:a="http://schemas.openxmlformats.org/drawingml/2006/main">
            <a:r>
              <a:t>Repository: https://github.com/jitendrachoudhary1401-hue/SIH-Solution</a:t>
            </a:r>
          </a:p>
          <a:p xmlns:a="http://schemas.openxmlformats.org/drawingml/2006/main">
            <a:r>
              <a:t>Screenshots use disposable local synthetic records. They are actual application screens, not design mockups.</a:t>
            </a:r>
          </a:p>
          <a:p xmlns:a="http://schemas.openxmlformats.org/drawingml/2006/main">
            <a:r>
              <a:t/>
            </a:r>
          </a:p>
          <a:p xmlns:a="http://schemas.openxmlformats.org/drawingml/2006/main">
            <a:r>
              <a:t>Implementation evidence (working tree reviewed 28 October 2026):</a:t>
            </a:r>
          </a:p>
          <a:p xmlns:a="http://schemas.openxmlformats.org/drawingml/2006/main">
            <a:r>
              <a:t>• frontend/api/proxy.js</a:t>
            </a:r>
          </a:p>
          <a:p xmlns:a="http://schemas.openxmlformats.org/drawingml/2006/main">
            <a:r>
              <a:t>• backend/render.yaml</a:t>
            </a:r>
          </a:p>
          <a:p xmlns:a="http://schemas.openxmlformats.org/drawingml/2006/main">
            <a:r>
              <a:t>• backend/worker.py</a:t>
            </a:r>
          </a:p>
          <a:p xmlns:a="http://schemas.openxmlformats.org/drawingml/2006/main">
            <a:r>
              <a:t>• backend/app/storage.py</a:t>
            </a:r>
          </a:p>
          <a:p xmlns:a="http://schemas.openxmlformats.org/drawingml/2006/main">
            <a:r>
              <a:t>• backend/app/matching.py</a:t>
            </a:r>
          </a:p>
          <a:p xmlns:a="http://schemas.openxmlformats.org/drawingml/2006/main">
            <a:r>
              <a:t>• backend/model-bundle.json</a:t>
            </a:r>
          </a:p>
          <a:p xmlns:a="http://schemas.openxmlformats.org/drawingml/2006/main">
            <a:r>
              <a:t/>
            </a:r>
          </a:p>
          <a:p xmlns:a="http://schemas.openxmlformats.org/drawingml/2006/main">
            <a:r>
              <a:t>Website: https://sih-solution-kappa.vercel.app/</a:t>
            </a:r>
          </a:p>
          <a:p xmlns:a="http://schemas.openxmlformats.org/drawingml/2006/main">
            <a:r>
              <a:t>Repository: https://github.com/jitendrachoudhary1401-hue/SIH-Solution</a:t>
            </a:r>
          </a:p>
          <a:p xmlns:a="http://schemas.openxmlformats.org/drawingml/2006/main">
            <a:r>
              <a:t>Screenshots use disposable local synthetic records. They are actual application screens, not design mockups.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implements server-side CSRF checks, HTTPS-cookie requirements in production, Argon2 hashing, opaque hashed sessions, secret encryption for MFA, recovery codes and recent-authentication gates. First-time non-demo privileged users must enroll MFA before workspace access. Scope is checked on case and document requests and field serialization redacts history. The current Render Blueprint explicitly sets MALWARE_SCAN_ENABLED=false at the user's request. New bypassed uploads still undergo signature/extension/size checks and bounded parsing; they are stored as unscanned, not clean. Rejected files remain blocked. Enabling scanning again blocks unscanned evidence pending worker scanning. This is not a security certification or a statement that the live host's configuration has been independently audited.</a:t>
            </a:r>
          </a:p>
          <a:p xmlns:a="http://schemas.openxmlformats.org/drawingml/2006/main">
            <a:r>
              <a:t/>
            </a:r>
          </a:p>
          <a:p xmlns:a="http://schemas.openxmlformats.org/drawingml/2006/main">
            <a:r>
              <a:t>Security reference: https://cheatsheetseries.owasp.org/cheatsheets/Authorization_Cheat_Sheet.html</a:t>
            </a:r>
          </a:p>
          <a:p xmlns:a="http://schemas.openxmlformats.org/drawingml/2006/main">
            <a:r>
              <a:t/>
            </a:r>
          </a:p>
          <a:p xmlns:a="http://schemas.openxmlformats.org/drawingml/2006/main">
            <a:r>
              <a:t>Implementation evidence (working tree reviewed 28 October 2026):</a:t>
            </a:r>
          </a:p>
          <a:p xmlns:a="http://schemas.openxmlformats.org/drawingml/2006/main">
            <a:r>
              <a:t>• backend/app/auth.py</a:t>
            </a:r>
          </a:p>
          <a:p xmlns:a="http://schemas.openxmlformats.org/drawingml/2006/main">
            <a:r>
              <a:t>• backend/app/security.py</a:t>
            </a:r>
          </a:p>
          <a:p xmlns:a="http://schemas.openxmlformats.org/drawingml/2006/main">
            <a:r>
              <a:t>• backend/app/documents.py</a:t>
            </a:r>
          </a:p>
          <a:p xmlns:a="http://schemas.openxmlformats.org/drawingml/2006/main">
            <a:r>
              <a:t>• backend/app/storage.py</a:t>
            </a:r>
          </a:p>
          <a:p xmlns:a="http://schemas.openxmlformats.org/drawingml/2006/main">
            <a:r>
              <a:t>• backend/app/api.py: upload, download</a:t>
            </a:r>
          </a:p>
          <a:p xmlns:a="http://schemas.openxmlformats.org/drawingml/2006/main">
            <a:r>
              <a:t>• backend/render.yaml</a:t>
            </a:r>
          </a:p>
          <a:p xmlns:a="http://schemas.openxmlformats.org/drawingml/2006/main">
            <a:r>
              <a:t>• frontend/src/features/MfaEnrollment.tsx</a:t>
            </a:r>
          </a:p>
          <a:p xmlns:a="http://schemas.openxmlformats.org/drawingml/2006/main">
            <a:r>
              <a:t/>
            </a:r>
          </a:p>
          <a:p xmlns:a="http://schemas.openxmlformats.org/drawingml/2006/main">
            <a:r>
              <a:t>Website: https://sih-solution-kappa.vercel.app/</a:t>
            </a:r>
          </a:p>
          <a:p xmlns:a="http://schemas.openxmlformats.org/drawingml/2006/main">
            <a:r>
              <a:t>Repository: https://github.com/jitendrachoudhary1401-hue/SIH-Solution</a:t>
            </a:r>
          </a:p>
          <a:p xmlns:a="http://schemas.openxmlformats.org/drawingml/2006/main">
            <a:r>
              <a:t>Screenshots use disposable local synthetic records. They are actual application screens, not design mockups.</a:t>
            </a:r>
          </a:p>
          <a:p xmlns:a="http://schemas.openxmlformats.org/drawingml/2006/main">
            <a:r>
              <a:t/>
            </a:r>
          </a:p>
          <a:p xmlns:a="http://schemas.openxmlformats.org/drawingml/2006/main">
            <a:r>
              <a:t>Feasibility claims describe implemented components, not measured production uptime or user adoption. Render Free currently documents an idle spin-down after 15 minutes and a cold start of about a minute. GET /api/wake is public liveness without database/Redis/model work; /api/health still checks database readiness. Initial browser startup retries temporary wake failures for up to 90 seconds and never replays mutations. Signed-out sessions remain subject to revocation. No new environment key was introduced for wake-up. Worker hosting remains separate and is paid in the current Blueprint. The removed scanner is not provisioned by current YAML; existing cloud resources are not automatically deleted by local code edits.</a:t>
            </a:r>
          </a:p>
          <a:p xmlns:a="http://schemas.openxmlformats.org/drawingml/2006/main">
            <a:r>
              <a:t/>
            </a:r>
          </a:p>
          <a:p xmlns:a="http://schemas.openxmlformats.org/drawingml/2006/main">
            <a:r>
              <a:t>Hosting source: https://render.com/docs/free</a:t>
            </a:r>
          </a:p>
          <a:p xmlns:a="http://schemas.openxmlformats.org/drawingml/2006/main">
            <a:r>
              <a:t/>
            </a:r>
          </a:p>
          <a:p xmlns:a="http://schemas.openxmlformats.org/drawingml/2006/main">
            <a:r>
              <a:t>Implementation evidence (working tree reviewed 28 October 2026):</a:t>
            </a:r>
          </a:p>
          <a:p xmlns:a="http://schemas.openxmlformats.org/drawingml/2006/main">
            <a:r>
              <a:t>• backend/app/__init__.py: wake, health</a:t>
            </a:r>
          </a:p>
          <a:p xmlns:a="http://schemas.openxmlformats.org/drawingml/2006/main">
            <a:r>
              <a:t>• backend/app/rate_limits.py</a:t>
            </a:r>
          </a:p>
          <a:p xmlns:a="http://schemas.openxmlformats.org/drawingml/2006/main">
            <a:r>
              <a:t>• frontend/src/lib/api.ts: wakeBackend</a:t>
            </a:r>
          </a:p>
          <a:p xmlns:a="http://schemas.openxmlformats.org/drawingml/2006/main">
            <a:r>
              <a:t>• frontend/src/features/BackendStarting.tsx</a:t>
            </a:r>
          </a:p>
          <a:p xmlns:a="http://schemas.openxmlformats.org/drawingml/2006/main">
            <a:r>
              <a:t>• backend/render.yaml</a:t>
            </a:r>
          </a:p>
          <a:p xmlns:a="http://schemas.openxmlformats.org/drawingml/2006/main">
            <a:r>
              <a:t/>
            </a:r>
          </a:p>
          <a:p xmlns:a="http://schemas.openxmlformats.org/drawingml/2006/main">
            <a:r>
              <a:t>Website: https://sih-solution-kappa.vercel.app/</a:t>
            </a:r>
          </a:p>
          <a:p xmlns:a="http://schemas.openxmlformats.org/drawingml/2006/main">
            <a:r>
              <a:t>Repository: https://github.com/jitendrachoudhary1401-hue/SIH-Solution</a:t>
            </a:r>
          </a:p>
          <a:p xmlns:a="http://schemas.openxmlformats.org/drawingml/2006/main">
            <a:r>
              <a:t>Screenshots use disposable local synthetic records. They are actual application screens, not design mockups.</a:t>
            </a:r>
          </a:p>
          <a:p xmlns:a="http://schemas.openxmlformats.org/drawingml/2006/main">
            <a:r>
              <a:t/>
            </a:r>
          </a:p>
          <a:p xmlns:a="http://schemas.openxmlformats.org/drawingml/2006/main">
            <a:r>
              <a:t>Implementation evidence (working tree reviewed 28 October 2026):</a:t>
            </a:r>
          </a:p>
          <a:p xmlns:a="http://schemas.openxmlformats.org/drawingml/2006/main">
            <a:r>
              <a:t>• backend/app/auth.py</a:t>
            </a:r>
          </a:p>
          <a:p xmlns:a="http://schemas.openxmlformats.org/drawingml/2006/main">
            <a:r>
              <a:t>• backend/app/security.py</a:t>
            </a:r>
          </a:p>
          <a:p xmlns:a="http://schemas.openxmlformats.org/drawingml/2006/main">
            <a:r>
              <a:t>• backend/app/documents.py</a:t>
            </a:r>
          </a:p>
          <a:p xmlns:a="http://schemas.openxmlformats.org/drawingml/2006/main">
            <a:r>
              <a:t>• backend/app/__init__.py</a:t>
            </a:r>
          </a:p>
          <a:p xmlns:a="http://schemas.openxmlformats.org/drawingml/2006/main">
            <a:r>
              <a:t>• frontend/src/lib/api.ts</a:t>
            </a:r>
          </a:p>
          <a:p xmlns:a="http://schemas.openxmlformats.org/drawingml/2006/main">
            <a:r>
              <a:t>• backend/render.yaml</a:t>
            </a:r>
          </a:p>
          <a:p xmlns:a="http://schemas.openxmlformats.org/drawingml/2006/main">
            <a:r>
              <a:t/>
            </a:r>
          </a:p>
          <a:p xmlns:a="http://schemas.openxmlformats.org/drawingml/2006/main">
            <a:r>
              <a:t>Website: https://sih-solution-kappa.vercel.app/</a:t>
            </a:r>
          </a:p>
          <a:p xmlns:a="http://schemas.openxmlformats.org/drawingml/2006/main">
            <a:r>
              <a:t>Repository: https://github.com/jitendrachoudhary1401-hue/SIH-Solution</a:t>
            </a:r>
          </a:p>
          <a:p xmlns:a="http://schemas.openxmlformats.org/drawingml/2006/main">
            <a:r>
              <a:t>Screenshots use disposable local synthetic records. They are actual application screens, not design mockups.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Workflow routes support different proceeding kinds rather than treating every complaint as one legally interchangeable path. The code records authority, records, milestone policy snapshots, notices/orders, compliance submissions and independent verifications. A respondent cannot verify its own compliance; disposition checks outstanding obligations. Prepared packets are distinct from actual external dispatch and acknowledgement. An internal complaint can be administratively disposed while recorded external proceedings continue. Existing records are not silently rewritten; corrections and timeline events retain history. Closure PDFs freeze a snapshot with timestamps, evidence metadata and scan state; they do not cryptographically prove database immutability. The screenshot shows the actual proceeding interface with synthetic data, not a claim of any real external filing.</a:t>
            </a:r>
          </a:p>
          <a:p xmlns:a="http://schemas.openxmlformats.org/drawingml/2006/main">
            <a:r>
              <a:t/>
            </a:r>
          </a:p>
          <a:p xmlns:a="http://schemas.openxmlformats.org/drawingml/2006/main">
            <a:r>
              <a:t>Implementation evidence (working tree reviewed 28 October 2026):</a:t>
            </a:r>
          </a:p>
          <a:p xmlns:a="http://schemas.openxmlformats.org/drawingml/2006/main">
            <a:r>
              <a:t>• backend/app/workflow.py</a:t>
            </a:r>
          </a:p>
          <a:p xmlns:a="http://schemas.openxmlformats.org/drawingml/2006/main">
            <a:r>
              <a:t>• backend/app/complaint_reports.py</a:t>
            </a:r>
          </a:p>
          <a:p xmlns:a="http://schemas.openxmlformats.org/drawingml/2006/main">
            <a:r>
              <a:t>• backend/app/models.py</a:t>
            </a:r>
          </a:p>
          <a:p xmlns:a="http://schemas.openxmlformats.org/drawingml/2006/main">
            <a:r>
              <a:t>• frontend/src/features/WorkflowPanel.tsx</a:t>
            </a:r>
          </a:p>
          <a:p xmlns:a="http://schemas.openxmlformats.org/drawingml/2006/main">
            <a:r>
              <a:t/>
            </a:r>
          </a:p>
          <a:p xmlns:a="http://schemas.openxmlformats.org/drawingml/2006/main">
            <a:r>
              <a:t>Website: https://sih-solution-kappa.vercel.app/</a:t>
            </a:r>
          </a:p>
          <a:p xmlns:a="http://schemas.openxmlformats.org/drawingml/2006/main">
            <a:r>
              <a:t>Repository: https://github.com/jitendrachoudhary1401-hue/SIH-Solution</a:t>
            </a:r>
          </a:p>
          <a:p xmlns:a="http://schemas.openxmlformats.org/drawingml/2006/main">
            <a:r>
              <a:t>Screenshots use disposable local synthetic records. They are actual application screens, not design mockups.</a:t>
            </a:r>
          </a:p>
          <a:p xmlns:a="http://schemas.openxmlformats.org/drawingml/2006/main">
            <a:r>
              <a:t/>
            </a:r>
          </a:p>
          <a:p xmlns:a="http://schemas.openxmlformats.org/drawingml/2006/main">
            <a:r>
              <a:t>The expected benefits are design inferences from the implemented workflow. No user study, quantified savings, institutional adoption, accuracy benchmark or proven SLA improvement is asserted. The dashboard tracks scoped totals, case ageing, overdue records, matching states, attention lists and recent history. CSV and cohort reports are implemented with authorization. Aggregated monitoring access is separate from detailed case/document access. The current dashboard uses request/refetch behavior, not a claimed realtime subscription system.</a:t>
            </a:r>
          </a:p>
          <a:p xmlns:a="http://schemas.openxmlformats.org/drawingml/2006/main">
            <a:r>
              <a:t/>
            </a:r>
          </a:p>
          <a:p xmlns:a="http://schemas.openxmlformats.org/drawingml/2006/main">
            <a:r>
              <a:t>Implementation evidence (working tree reviewed 28 October 2026):</a:t>
            </a:r>
          </a:p>
          <a:p xmlns:a="http://schemas.openxmlformats.org/drawingml/2006/main">
            <a:r>
              <a:t>• backend/app/api.py: dashboard, report_metrics, export</a:t>
            </a:r>
          </a:p>
          <a:p xmlns:a="http://schemas.openxmlformats.org/drawingml/2006/main">
            <a:r>
              <a:t>• backend/app/auth.py: scope, has_content</a:t>
            </a:r>
          </a:p>
          <a:p xmlns:a="http://schemas.openxmlformats.org/drawingml/2006/main">
            <a:r>
              <a:t>• backend/app/jobs.py: monitor</a:t>
            </a:r>
          </a:p>
          <a:p xmlns:a="http://schemas.openxmlformats.org/drawingml/2006/main">
            <a:r>
              <a:t>• frontend/src/App.tsx: Dashboard, Reports</a:t>
            </a:r>
          </a:p>
          <a:p xmlns:a="http://schemas.openxmlformats.org/drawingml/2006/main">
            <a:r>
              <a:t/>
            </a:r>
          </a:p>
          <a:p xmlns:a="http://schemas.openxmlformats.org/drawingml/2006/main">
            <a:r>
              <a:t>Website: https://sih-solution-kappa.vercel.app/</a:t>
            </a:r>
          </a:p>
          <a:p xmlns:a="http://schemas.openxmlformats.org/drawingml/2006/main">
            <a:r>
              <a:t>Repository: https://github.com/jitendrachoudhary1401-hue/SIH-Solution</a:t>
            </a:r>
          </a:p>
          <a:p xmlns:a="http://schemas.openxmlformats.org/drawingml/2006/main">
            <a:r>
              <a:t>Screenshots use disposable local synthetic records. They are actual application screens, not design mockups.</a:t>
            </a:r>
          </a:p>
          <a:p xmlns:a="http://schemas.openxmlformats.org/drawingml/2006/main">
            <a:r>
              <a:t/>
            </a:r>
          </a:p>
          <a:p xmlns:a="http://schemas.openxmlformats.org/drawingml/2006/main">
            <a:r>
              <a:t>The status table follows source inspection, not README assertions alone. The older roadmap's Express/MongoDB stack has not been used to describe the current app. Existing normalized issue/person tables do not imply a completed issue-level matcher. Administrative institution verification is manual and approved; an official registry integration is absent. CSV export exists; a staged bulk CSV importer does not. The app includes a manifest and a native browser install button when the browser offers installation, with no private offline-cache claim. Deployed secrets, sender verification, workers, resource memory, database/bucket policies, backups, production uptime and scanner provisioning remain operational prerequisites. The live frontend was observed waking and reaching sign-in; this does not verify every production feature.</a:t>
            </a:r>
          </a:p>
          <a:p xmlns:a="http://schemas.openxmlformats.org/drawingml/2006/main">
            <a:r>
              <a:t/>
            </a:r>
          </a:p>
          <a:p xmlns:a="http://schemas.openxmlformats.org/drawingml/2006/main">
            <a:r>
              <a:t>Implementation evidence (working tree reviewed 28 October 2026):</a:t>
            </a:r>
          </a:p>
          <a:p xmlns:a="http://schemas.openxmlformats.org/drawingml/2006/main">
            <a:r>
              <a:t>• backend/app/api.py</a:t>
            </a:r>
          </a:p>
          <a:p xmlns:a="http://schemas.openxmlformats.org/drawingml/2006/main">
            <a:r>
              <a:t>• backend/app/workflow.py</a:t>
            </a:r>
          </a:p>
          <a:p xmlns:a="http://schemas.openxmlformats.org/drawingml/2006/main">
            <a:r>
              <a:t>• backend/app/administration.py</a:t>
            </a:r>
          </a:p>
          <a:p xmlns:a="http://schemas.openxmlformats.org/drawingml/2006/main">
            <a:r>
              <a:t>• backend/app/matching.py</a:t>
            </a:r>
          </a:p>
          <a:p xmlns:a="http://schemas.openxmlformats.org/drawingml/2006/main">
            <a:r>
              <a:t>• backend/app/documents.py</a:t>
            </a:r>
          </a:p>
          <a:p xmlns:a="http://schemas.openxmlformats.org/drawingml/2006/main">
            <a:r>
              <a:t>• frontend/public/manifest.webmanifest</a:t>
            </a:r>
          </a:p>
          <a:p xmlns:a="http://schemas.openxmlformats.org/drawingml/2006/main">
            <a:r>
              <a:t>• frontend/src/components/InstallApp.tsx</a:t>
            </a:r>
          </a:p>
          <a:p xmlns:a="http://schemas.openxmlformats.org/drawingml/2006/main">
            <a:r>
              <a:t>• backend/render.yaml</a:t>
            </a:r>
          </a:p>
          <a:p xmlns:a="http://schemas.openxmlformats.org/drawingml/2006/main">
            <a:r>
              <a:t/>
            </a:r>
          </a:p>
          <a:p xmlns:a="http://schemas.openxmlformats.org/drawingml/2006/main">
            <a:r>
              <a:t>Website: https://sih-solution-kappa.vercel.app/</a:t>
            </a:r>
          </a:p>
          <a:p xmlns:a="http://schemas.openxmlformats.org/drawingml/2006/main">
            <a:r>
              <a:t>Repository: https://github.com/jitendrachoudhary1401-hue/SIH-Solution</a:t>
            </a:r>
          </a:p>
          <a:p xmlns:a="http://schemas.openxmlformats.org/drawingml/2006/main">
            <a:r>
              <a:t>Screenshots use disposable local synthetic records. They are actual application screens, not design mockups.</a:t>
            </a:r>
          </a:p>
          <a:p xmlns:a="http://schemas.openxmlformats.org/drawingml/2006/main">
            <a:r>
              <a:t/>
            </a:r>
          </a:p>
          <a:p xmlns:a="http://schemas.openxmlformats.org/drawingml/2006/main">
            <a:r>
              <a:t>Screenshot is the actual local website using synthetic records. Benefits remain expected, not measured. Prepared packets do not prove external filing. Administrative disposal does not automatically end external proceedings. Browser installation depends on the browser offering a native prompt; no private offline cache is claimed.</a:t>
            </a:r>
          </a:p>
          <a:p xmlns:a="http://schemas.openxmlformats.org/drawingml/2006/main">
            <a:r>
              <a:t/>
            </a:r>
          </a:p>
          <a:p xmlns:a="http://schemas.openxmlformats.org/drawingml/2006/main">
            <a:r>
              <a:t>Implementation evidence (working tree reviewed 28 October 2026):</a:t>
            </a:r>
          </a:p>
          <a:p xmlns:a="http://schemas.openxmlformats.org/drawingml/2006/main">
            <a:r>
              <a:t>• backend/app/workflow.py</a:t>
            </a:r>
          </a:p>
          <a:p xmlns:a="http://schemas.openxmlformats.org/drawingml/2006/main">
            <a:r>
              <a:t>• backend/app/complaint_reports.py</a:t>
            </a:r>
          </a:p>
          <a:p xmlns:a="http://schemas.openxmlformats.org/drawingml/2006/main">
            <a:r>
              <a:t>• backend/app/api.py: dashboard, export, report_metrics</a:t>
            </a:r>
          </a:p>
          <a:p xmlns:a="http://schemas.openxmlformats.org/drawingml/2006/main">
            <a:r>
              <a:t>• backend/app/administration.py</a:t>
            </a:r>
          </a:p>
          <a:p xmlns:a="http://schemas.openxmlformats.org/drawingml/2006/main">
            <a:r>
              <a:t>• frontend/public/manifest.webmanifest</a:t>
            </a:r>
          </a:p>
          <a:p xmlns:a="http://schemas.openxmlformats.org/drawingml/2006/main">
            <a:r>
              <a:t/>
            </a:r>
          </a:p>
          <a:p xmlns:a="http://schemas.openxmlformats.org/drawingml/2006/main">
            <a:r>
              <a:t>Website: https://sih-solution-kappa.vercel.app/</a:t>
            </a:r>
          </a:p>
          <a:p xmlns:a="http://schemas.openxmlformats.org/drawingml/2006/main">
            <a:r>
              <a:t>Repository: https://github.com/jitendrachoudhary1401-hue/SIH-Solution</a:t>
            </a:r>
          </a:p>
          <a:p xmlns:a="http://schemas.openxmlformats.org/drawingml/2006/main">
            <a:r>
              <a:t>Screenshots use disposable local synthetic records. They are actual application screens, not design mockups.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Problem-focused research and references. Sources accessed 28 October 2026.</a:t>
            </a:r>
          </a:p>
          <a:p xmlns:a="http://schemas.openxmlformats.org/drawingml/2006/main">
            <a:r>
              <a:t/>
            </a:r>
          </a:p>
          <a:p xmlns:a="http://schemas.openxmlformats.org/drawingml/2006/main">
            <a:r>
              <a:t>[1] AICTE Approval Process Handbook 2024–27, student grievance redressal provisions. https://fliphtml5.com/jfjx/zbte/APH-2024-27/ The handbook describes institution SGRC and Ombudsperson routes. It supplies sector context rather than a complete specification for every AICTE bureau case. OneCase proceeding routes, authorities and milestone records are in backend/app/api.py and workflow services.</a:t>
            </a:r>
          </a:p>
          <a:p xmlns:a="http://schemas.openxmlformats.org/drawingml/2006/main">
            <a:r>
              <a:t/>
            </a:r>
          </a:p>
          <a:p xmlns:a="http://schemas.openxmlformats.org/drawingml/2006/main">
            <a:r>
              <a:t>[2] DARPG, Comprehensive Guidelines for Handling Public Grievances, PIB, 26 August 2024. https://www.pib.gov.in/PressReleaseIframePage.aspx?PRID=2048939&amp;lang=2&amp;reg=48 Integrated handling, nodal officers and coordination support the ownership research row. The receipt/next-owner limitation is a design implication, not a claim that CPGRAMS lacks acknowledgement. OneCase records an accountable owner, next action, transfer and acknowledgement, with events in backend/app/api.py.</a:t>
            </a:r>
          </a:p>
          <a:p xmlns:a="http://schemas.openxmlformats.org/drawingml/2006/main">
            <a:r>
              <a:t/>
            </a:r>
          </a:p>
          <a:p xmlns:a="http://schemas.openxmlformats.org/drawingml/2006/main">
            <a:r>
              <a:t>[3] Enhancing Complaint Redressal through CPGRAM, parliamentary answer, PIB, 11 December 2024. https://www.pib.gov.in/PressReleaseIframePage.aspx?PRID=2083263 The answer discusses escalation, closure guidelines and feedback. The need to verify communicated closure is a design implication. OneCase validates disposition and independent compliance in backend/app/workflow.py, monitors deadlines in backend/app/jobs.py and generates closure PDFs. CPGRAMS guidance is contextual research. No general CPGRAMS deadline is asserted as automatically applicable to every AICTE proceeding.</a:t>
            </a:r>
          </a:p>
          <a:p xmlns:a="http://schemas.openxmlformats.org/drawingml/2006/main">
            <a:r>
              <a:t/>
            </a:r>
          </a:p>
          <a:p xmlns:a="http://schemas.openxmlformats.org/drawingml/2006/main">
            <a:r>
              <a:t>[4] IGMS 2.0 Public Grievance portal launch, PIB, 11 October 2023. https://www.pib.gov.in/Pressreleaseshare.aspx?PRID=1966498&amp;lang=2&amp;reg=48 The dashboard supports grievance analysis and root-cause investigation. The distinction between similar and duplicate complaints is a OneCase design constraint. backend/app/matching.py gates matches on verified institution identity and supplies overlap suggestions for human review. No automatic merge or domain accuracy claim is made.</a:t>
            </a:r>
          </a:p>
          <a:p xmlns:a="http://schemas.openxmlformats.org/drawingml/2006/main">
            <a:r>
              <a:t/>
            </a:r>
          </a:p>
          <a:p xmlns:a="http://schemas.openxmlformats.org/drawingml/2006/main">
            <a:r>
              <a:t>Limitations describe scope and coordination needs inferred for this project. They are not audited failures of AICTE, DARPG or CPGRAMS. Implements identifies functionality present in the current code. Production configuration and deployment readiness are separate from code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556e017751448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3e5a565a550442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dec4c2caf504f1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6134aa7c2654d9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0370864195f48a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66b1c2c131c4e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724B86-B4CE-44BC-A474-B5225056538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5C40374-2E80-4D63-810A-813CFCA0846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D59F08C-E98B-4E21-A74B-A175FBFA60F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CD2CFF-0677-4DA7-AE61-6CAEA3128C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EAD33B-FA71-423A-A412-4431B356EA1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242E572-CCCB-4F4B-8C5F-39760421E1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1DACE56-F70C-4226-9789-908C3D496E0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0D08925-33D8-4ED1-91C5-270824BDADB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3217C2-8D78-43BF-AAFE-2BBD1B5926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BB9CC8-5C53-4380-A621-0206313A9E1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8b8bf05c8d47f8" /><Relationship Type="http://schemas.openxmlformats.org/officeDocument/2006/relationships/slideLayout" Target="/ppt/slideLayouts/slideLayout1.xml" Id="R5eab9fea612845bc" /><Relationship Type="http://schemas.openxmlformats.org/officeDocument/2006/relationships/slideLayout" Target="/ppt/slideLayouts/slideLayout2.xml" Id="R162e50318e1a43b5" /><Relationship Type="http://schemas.openxmlformats.org/officeDocument/2006/relationships/slideLayout" Target="/ppt/slideLayouts/slideLayout3.xml" Id="R3d86f0e6f56d4f66" /><Relationship Type="http://schemas.openxmlformats.org/officeDocument/2006/relationships/slideLayout" Target="/ppt/slideLayouts/slideLayout4.xml" Id="R9c75de4ca9da4bcb" /><Relationship Type="http://schemas.openxmlformats.org/officeDocument/2006/relationships/slideLayout" Target="/ppt/slideLayouts/slideLayout5.xml" Id="Re7cc407e2597466a" /><Relationship Type="http://schemas.openxmlformats.org/officeDocument/2006/relationships/slideLayout" Target="/ppt/slideLayouts/slideLayout6.xml" Id="R937717f5a9e5431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ab9fea612845bc"/>
    <p:sldLayoutId xmlns:r="http://schemas.openxmlformats.org/officeDocument/2006/relationships" id="2147483650" r:id="R162e50318e1a43b5"/>
    <p:sldLayoutId xmlns:r="http://schemas.openxmlformats.org/officeDocument/2006/relationships" id="2147483651" r:id="R3d86f0e6f56d4f66"/>
    <p:sldLayoutId xmlns:r="http://schemas.openxmlformats.org/officeDocument/2006/relationships" id="2147483652" r:id="R9c75de4ca9da4bcb"/>
    <p:sldLayoutId xmlns:r="http://schemas.openxmlformats.org/officeDocument/2006/relationships" id="2147483653" r:id="Re7cc407e2597466a"/>
    <p:sldLayoutId xmlns:r="http://schemas.openxmlformats.org/officeDocument/2006/relationships" id="2147483654" r:id="R937717f5a9e543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89cd9c4515544d6" /><Relationship Type="http://schemas.openxmlformats.org/officeDocument/2006/relationships/image" Target="/ppt/media/image.png" Id="R74c5a7ee137e4db5" /><Relationship Type="http://schemas.openxmlformats.org/officeDocument/2006/relationships/image" Target="/ppt/media/image2.png" Id="R9659d94503a446d0" /><Relationship Type="http://schemas.openxmlformats.org/officeDocument/2006/relationships/hyperlink" Target="https://sih-solution-kappa.vercel.app/" TargetMode="External" Id="Redd269fe928846cb" /><Relationship Type="http://schemas.openxmlformats.org/officeDocument/2006/relationships/notesSlide" Target="/ppt/notesSlides/notesSlide1.xml" Id="Rf0bcede08f72452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f2c2ed9b90b4079" /><Relationship Type="http://schemas.openxmlformats.org/officeDocument/2006/relationships/image" Target="/ppt/media/image3.png" Id="R1e499946a42f456f" /><Relationship Type="http://schemas.openxmlformats.org/officeDocument/2006/relationships/image" Target="/ppt/media/image4.png" Id="R08dc9d9aa3874ea2" /><Relationship Type="http://schemas.openxmlformats.org/officeDocument/2006/relationships/notesSlide" Target="/ppt/notesSlides/notesSlide2.xml" Id="R970702721f8c4b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3a3bdd0f56f4a34" /><Relationship Type="http://schemas.openxmlformats.org/officeDocument/2006/relationships/image" Target="/ppt/media/image5.png" Id="Rb2b1fce00c2842c9" /><Relationship Type="http://schemas.openxmlformats.org/officeDocument/2006/relationships/notesSlide" Target="/ppt/notesSlides/notesSlide3.xml" Id="R35a6a850aef742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c9ed638015a48c7" /><Relationship Type="http://schemas.openxmlformats.org/officeDocument/2006/relationships/image" Target="/ppt/media/image6.png" Id="R27170c3dc2ed44b1" /><Relationship Type="http://schemas.openxmlformats.org/officeDocument/2006/relationships/image" Target="/ppt/media/image7.png" Id="R12e22b0d88754be3" /><Relationship Type="http://schemas.openxmlformats.org/officeDocument/2006/relationships/notesSlide" Target="/ppt/notesSlides/notesSlide4.xml" Id="Rcd5c95527d1e40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35908893081402e" /><Relationship Type="http://schemas.openxmlformats.org/officeDocument/2006/relationships/image" Target="/ppt/media/image8.png" Id="Rcd36277adc224435" /><Relationship Type="http://schemas.openxmlformats.org/officeDocument/2006/relationships/hyperlink" Target="https://fliphtml5.com/jfjx/zbte/APH-2024-27/" TargetMode="External" Id="Rdd187d3f5de443c4" /><Relationship Type="http://schemas.openxmlformats.org/officeDocument/2006/relationships/hyperlink" Target="https://www.pib.gov.in/PressReleaseIframePage.aspx?PRID=2048939&amp;lang=2&amp;reg=48" TargetMode="External" Id="Rf3bd5812a42e4b29" /><Relationship Type="http://schemas.openxmlformats.org/officeDocument/2006/relationships/hyperlink" Target="https://www.pib.gov.in/PressReleaseIframePage.aspx?PRID=2083263" TargetMode="External" Id="R656b245b3be5426c" /><Relationship Type="http://schemas.openxmlformats.org/officeDocument/2006/relationships/hyperlink" Target="https://www.pib.gov.in/Pressreleaseshare.aspx?PRID=1966498&amp;lang=2&amp;reg=48" TargetMode="External" Id="R925bbca01ac642be" /><Relationship Type="http://schemas.openxmlformats.org/officeDocument/2006/relationships/notesSlide" Target="/ppt/notesSlides/notesSlide5.xml" Id="R7aeb7b45d31e4b9e" /></Relationships>
</file>

<file path=ppt/slides/slide1.xml><?xml version="1.0" encoding="utf-8"?>
<p:sld xmlns:p="http://schemas.openxmlformats.org/presentationml/2006/main">
  <p:cSld>
    <p:bg>
      <p:bgPr>
        <a:solidFill xmlns:a="http://schemas.openxmlformats.org/drawingml/2006/main">
          <a:srgbClr val="F8F4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BEF9C7E-445F-4CF5-A3DB-DC876AAF8E8C}"/>
              </a:ext>
            </a:extLst>
          </p:cNvPr>
          <p:cNvSpPr>
            <a:spLocks xmlns:a="http://schemas.openxmlformats.org/drawingml/2006/main" noGrp="1"/>
          </p:cNvSpPr>
          <p:nvPr/>
        </p:nvSpPr>
        <p:spPr>
          <a:xfrm xmlns:a="http://schemas.openxmlformats.org/drawingml/2006/main">
            <a:off x="419100" y="266700"/>
            <a:ext cx="1428750" cy="590550"/>
          </a:xfrm>
          <a:prstGeom xmlns:a="http://schemas.openxmlformats.org/drawingml/2006/main" prst="rect">
            <a:avLst/>
          </a:prstGeom>
          <a:solidFill xmlns:a="http://schemas.openxmlformats.org/drawingml/2006/main">
            <a:srgbClr val="FFFDF9"/>
          </a:solidFill>
          <a:ln xmlns:a="http://schemas.openxmlformats.org/drawingml/2006/main" w="9525">
            <a:solidFill>
              <a:srgbClr val="9C482E"/>
            </a:solidFill>
          </a:ln>
        </p:spPr>
      </p:sp>
      <p:sp>
        <p:nvSpPr>
          <p:cNvPr id="3" name="">
            <a:extLst xmlns:a="http://schemas.openxmlformats.org/drawingml/2006/main">
              <a:ext uri="{FF2B5EF4-FFF2-40B4-BE49-F238E27FC236}">
                <a16:creationId xmlns:a16="http://schemas.microsoft.com/office/drawing/2014/main" id="{C1A1E9A0-6BC4-4D58-A67C-88AC12AD5560}"/>
              </a:ext>
            </a:extLst>
          </p:cNvPr>
          <p:cNvSpPr>
            <a:spLocks xmlns:a="http://schemas.openxmlformats.org/drawingml/2006/main" noGrp="1"/>
          </p:cNvSpPr>
          <p:nvPr/>
        </p:nvSpPr>
        <p:spPr>
          <a:xfrm xmlns:a="http://schemas.openxmlformats.org/drawingml/2006/main">
            <a:off x="504825" y="447675"/>
            <a:ext cx="1257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275" b="1">
                <a:solidFill>
                  <a:srgbClr val="9C482E"/>
                </a:solidFill>
                <a:latin typeface="Segoe UI"/>
                <a:ea typeface="Segoe UI"/>
                <a:cs typeface="Segoe UI"/>
              </a:defRPr>
            </a:defPPr>
            <a:lvl1pPr algn="ctr">
              <a:defRPr sz="1275" b="1">
                <a:solidFill>
                  <a:srgbClr val="9C482E"/>
                </a:solidFill>
                <a:latin typeface="Segoe UI"/>
                <a:ea typeface="Segoe UI"/>
                <a:cs typeface="Segoe UI"/>
              </a:defRPr>
            </a:lvl1pPr>
            <a:lvl2pPr algn="ctr">
              <a:defRPr sz="1275" b="1">
                <a:solidFill>
                  <a:srgbClr val="9C482E"/>
                </a:solidFill>
                <a:latin typeface="Segoe UI"/>
                <a:ea typeface="Segoe UI"/>
                <a:cs typeface="Segoe UI"/>
              </a:defRPr>
            </a:lvl2pPr>
            <a:lvl3pPr algn="ctr">
              <a:defRPr sz="1275" b="1">
                <a:solidFill>
                  <a:srgbClr val="9C482E"/>
                </a:solidFill>
                <a:latin typeface="Segoe UI"/>
                <a:ea typeface="Segoe UI"/>
                <a:cs typeface="Segoe UI"/>
              </a:defRPr>
            </a:lvl3pPr>
            <a:lvl4pPr algn="ctr">
              <a:defRPr sz="1275" b="1">
                <a:solidFill>
                  <a:srgbClr val="9C482E"/>
                </a:solidFill>
                <a:latin typeface="Segoe UI"/>
                <a:ea typeface="Segoe UI"/>
                <a:cs typeface="Segoe UI"/>
              </a:defRPr>
            </a:lvl4pPr>
            <a:lvl5pPr algn="ctr">
              <a:defRPr sz="1275" b="1">
                <a:solidFill>
                  <a:srgbClr val="9C482E"/>
                </a:solidFill>
                <a:latin typeface="Segoe UI"/>
                <a:ea typeface="Segoe UI"/>
                <a:cs typeface="Segoe UI"/>
              </a:defRPr>
            </a:lvl5pPr>
            <a:lvl6pPr algn="ctr">
              <a:defRPr sz="1275" b="1">
                <a:solidFill>
                  <a:srgbClr val="9C482E"/>
                </a:solidFill>
                <a:latin typeface="Segoe UI"/>
                <a:ea typeface="Segoe UI"/>
                <a:cs typeface="Segoe UI"/>
              </a:defRPr>
            </a:lvl6pPr>
            <a:lvl7pPr algn="ctr">
              <a:defRPr sz="1275" b="1">
                <a:solidFill>
                  <a:srgbClr val="9C482E"/>
                </a:solidFill>
                <a:latin typeface="Segoe UI"/>
                <a:ea typeface="Segoe UI"/>
                <a:cs typeface="Segoe UI"/>
              </a:defRPr>
            </a:lvl7pPr>
            <a:lvl8pPr algn="ctr">
              <a:defRPr sz="1275" b="1">
                <a:solidFill>
                  <a:srgbClr val="9C482E"/>
                </a:solidFill>
                <a:latin typeface="Segoe UI"/>
                <a:ea typeface="Segoe UI"/>
                <a:cs typeface="Segoe UI"/>
              </a:defRPr>
            </a:lvl8pPr>
            <a:lvl9pPr algn="ctr">
              <a:defRPr sz="1275" b="1">
                <a:solidFill>
                  <a:srgbClr val="9C482E"/>
                </a:solidFill>
                <a:latin typeface="Segoe UI"/>
                <a:ea typeface="Segoe UI"/>
                <a:cs typeface="Segoe UI"/>
              </a:defRPr>
            </a:lvl9pPr>
          </a:lstStyle>
          <a:p xmlns:a="http://schemas.openxmlformats.org/drawingml/2006/main">
            <a:pPr algn="ctr">
              <a:defRPr sz="1425" b="1">
                <a:solidFill>
                  <a:srgbClr val="9C482E"/>
                </a:solidFill>
                <a:latin typeface="Segoe UI"/>
                <a:ea typeface="Segoe UI"/>
                <a:cs typeface="Segoe UI"/>
              </a:defRPr>
            </a:pPr>
            <a:r>
              <a:rPr sz="1275" b="1">
                <a:solidFill>
                  <a:srgbClr val="9C482E"/>
                </a:solidFill>
                <a:latin typeface="Segoe UI"/>
                <a:ea typeface="Segoe UI"/>
                <a:cs typeface="Segoe UI"/>
              </a:rPr>
              <a:t>TEAM MODEST</a:t>
            </a:r>
          </a:p>
        </p:txBody>
      </p:sp>
      <p:sp>
        <p:nvSpPr>
          <p:cNvPr id="4" name="">
            <a:extLst xmlns:a="http://schemas.openxmlformats.org/drawingml/2006/main">
              <a:ext uri="{FF2B5EF4-FFF2-40B4-BE49-F238E27FC236}">
                <a16:creationId xmlns:a16="http://schemas.microsoft.com/office/drawing/2014/main" id="{BAE87FFD-9A14-4650-96B8-5899B5FE227F}"/>
              </a:ext>
            </a:extLst>
          </p:cNvPr>
          <p:cNvSpPr>
            <a:spLocks xmlns:a="http://schemas.openxmlformats.org/drawingml/2006/main" noGrp="1"/>
          </p:cNvSpPr>
          <p:nvPr/>
        </p:nvSpPr>
        <p:spPr>
          <a:xfrm xmlns:a="http://schemas.openxmlformats.org/drawingml/2006/main">
            <a:off x="2143125" y="295275"/>
            <a:ext cx="8286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3225" b="1">
                <a:solidFill>
                  <a:srgbClr val="352C24"/>
                </a:solidFill>
                <a:latin typeface="Georgia"/>
                <a:ea typeface="Georgia"/>
                <a:cs typeface="Georgia"/>
              </a:defRPr>
            </a:defPPr>
            <a:lvl1pPr algn="ctr">
              <a:defRPr sz="3225" b="1">
                <a:solidFill>
                  <a:srgbClr val="352C24"/>
                </a:solidFill>
                <a:latin typeface="Georgia"/>
                <a:ea typeface="Georgia"/>
                <a:cs typeface="Georgia"/>
              </a:defRPr>
            </a:lvl1pPr>
            <a:lvl2pPr algn="ctr">
              <a:defRPr sz="3225" b="1">
                <a:solidFill>
                  <a:srgbClr val="352C24"/>
                </a:solidFill>
                <a:latin typeface="Georgia"/>
                <a:ea typeface="Georgia"/>
                <a:cs typeface="Georgia"/>
              </a:defRPr>
            </a:lvl2pPr>
            <a:lvl3pPr algn="ctr">
              <a:defRPr sz="3225" b="1">
                <a:solidFill>
                  <a:srgbClr val="352C24"/>
                </a:solidFill>
                <a:latin typeface="Georgia"/>
                <a:ea typeface="Georgia"/>
                <a:cs typeface="Georgia"/>
              </a:defRPr>
            </a:lvl3pPr>
            <a:lvl4pPr algn="ctr">
              <a:defRPr sz="3225" b="1">
                <a:solidFill>
                  <a:srgbClr val="352C24"/>
                </a:solidFill>
                <a:latin typeface="Georgia"/>
                <a:ea typeface="Georgia"/>
                <a:cs typeface="Georgia"/>
              </a:defRPr>
            </a:lvl4pPr>
            <a:lvl5pPr algn="ctr">
              <a:defRPr sz="3225" b="1">
                <a:solidFill>
                  <a:srgbClr val="352C24"/>
                </a:solidFill>
                <a:latin typeface="Georgia"/>
                <a:ea typeface="Georgia"/>
                <a:cs typeface="Georgia"/>
              </a:defRPr>
            </a:lvl5pPr>
            <a:lvl6pPr algn="ctr">
              <a:defRPr sz="3225" b="1">
                <a:solidFill>
                  <a:srgbClr val="352C24"/>
                </a:solidFill>
                <a:latin typeface="Georgia"/>
                <a:ea typeface="Georgia"/>
                <a:cs typeface="Georgia"/>
              </a:defRPr>
            </a:lvl6pPr>
            <a:lvl7pPr algn="ctr">
              <a:defRPr sz="3225" b="1">
                <a:solidFill>
                  <a:srgbClr val="352C24"/>
                </a:solidFill>
                <a:latin typeface="Georgia"/>
                <a:ea typeface="Georgia"/>
                <a:cs typeface="Georgia"/>
              </a:defRPr>
            </a:lvl7pPr>
            <a:lvl8pPr algn="ctr">
              <a:defRPr sz="3225" b="1">
                <a:solidFill>
                  <a:srgbClr val="352C24"/>
                </a:solidFill>
                <a:latin typeface="Georgia"/>
                <a:ea typeface="Georgia"/>
                <a:cs typeface="Georgia"/>
              </a:defRPr>
            </a:lvl8pPr>
            <a:lvl9pPr algn="ctr">
              <a:defRPr sz="3225" b="1">
                <a:solidFill>
                  <a:srgbClr val="352C24"/>
                </a:solidFill>
                <a:latin typeface="Georgia"/>
                <a:ea typeface="Georgia"/>
                <a:cs typeface="Georgia"/>
              </a:defRPr>
            </a:lvl9pPr>
          </a:lstStyle>
          <a:p xmlns:a="http://schemas.openxmlformats.org/drawingml/2006/main">
            <a:pPr algn="ctr">
              <a:defRPr sz="3225" b="1">
                <a:solidFill>
                  <a:srgbClr val="352C24"/>
                </a:solidFill>
                <a:latin typeface="Georgia"/>
                <a:ea typeface="Georgia"/>
                <a:cs typeface="Georgia"/>
              </a:defRPr>
            </a:pPr>
            <a:r>
              <a:rPr sz="3225" b="1">
                <a:solidFill>
                  <a:srgbClr val="352C24"/>
                </a:solidFill>
                <a:latin typeface="Georgia"/>
                <a:ea typeface="Georgia"/>
                <a:cs typeface="Georgia"/>
              </a:rPr>
              <a:t>ONECASE</a:t>
            </a:r>
          </a:p>
        </p:txBody>
      </p:sp>
      <p:pic>
        <p:nvPicPr>
          <p:cNvPr id="5" name="">
            <a:extLst xmlns:a="http://schemas.openxmlformats.org/drawingml/2006/main">
              <a:ext uri="{FF2B5EF4-FFF2-40B4-BE49-F238E27FC236}">
                <a16:creationId xmlns:a16="http://schemas.microsoft.com/office/drawing/2014/main" id="{27C824EA-3CDB-4939-AF50-1C8E2822DF91}"/>
              </a:ext>
            </a:extLst>
          </p:cNvPr>
          <p:cNvPicPr>
            <a:picLocks xmlns:a="http://schemas.openxmlformats.org/drawingml/2006/main" noChangeAspect="1"/>
          </p:cNvPicPr>
          <p:nvPr/>
        </p:nvPicPr>
        <p:blipFill>
          <a:blip xmlns:r="http://schemas.openxmlformats.org/officeDocument/2006/relationships" xmlns:a="http://schemas.openxmlformats.org/drawingml/2006/main" r:embed="R74c5a7ee137e4db5"/>
          <a:stretch xmlns:a="http://schemas.openxmlformats.org/drawingml/2006/main"/>
        </p:blipFill>
        <p:spPr>
          <a:xfrm xmlns:a="http://schemas.openxmlformats.org/drawingml/2006/main">
            <a:off x="10801350" y="142875"/>
            <a:ext cx="952500" cy="952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DC214ED-7267-405C-9BA8-99A2124E2E99}"/>
              </a:ext>
            </a:extLst>
          </p:cNvPr>
          <p:cNvSpPr>
            <a:spLocks xmlns:a="http://schemas.openxmlformats.org/drawingml/2006/main" noGrp="1"/>
          </p:cNvSpPr>
          <p:nvPr/>
        </p:nvSpPr>
        <p:spPr>
          <a:xfrm xmlns:a="http://schemas.openxmlformats.org/drawingml/2006/main">
            <a:off x="419100" y="1066800"/>
            <a:ext cx="11353800" cy="28575"/>
          </a:xfrm>
          <a:prstGeom xmlns:a="http://schemas.openxmlformats.org/drawingml/2006/main" prst="rect">
            <a:avLst/>
          </a:prstGeom>
          <a:solidFill xmlns:a="http://schemas.openxmlformats.org/drawingml/2006/main">
            <a:srgbClr val="9C482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EBA8B1C-631D-4298-AB9A-6D4830944740}"/>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9C482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042BC86-C1D9-4BBD-957C-83DF3E6958A4}"/>
              </a:ext>
            </a:extLst>
          </p:cNvPr>
          <p:cNvSpPr>
            <a:spLocks xmlns:a="http://schemas.openxmlformats.org/drawingml/2006/main" noGrp="1"/>
          </p:cNvSpPr>
          <p:nvPr/>
        </p:nvSpPr>
        <p:spPr>
          <a:xfrm xmlns:a="http://schemas.openxmlformats.org/drawingml/2006/main">
            <a:off x="457200" y="66579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975" b="1">
                <a:solidFill>
                  <a:srgbClr val="FFFDF9"/>
                </a:solidFill>
                <a:latin typeface="Segoe UI"/>
                <a:ea typeface="Segoe UI"/>
                <a:cs typeface="Segoe UI"/>
              </a:defRPr>
            </a:defPPr>
            <a:lvl1pPr algn="l">
              <a:defRPr sz="975" b="1">
                <a:solidFill>
                  <a:srgbClr val="FFFDF9"/>
                </a:solidFill>
                <a:latin typeface="Segoe UI"/>
                <a:ea typeface="Segoe UI"/>
                <a:cs typeface="Segoe UI"/>
              </a:defRPr>
            </a:lvl1pPr>
            <a:lvl2pPr algn="l">
              <a:defRPr sz="975" b="1">
                <a:solidFill>
                  <a:srgbClr val="FFFDF9"/>
                </a:solidFill>
                <a:latin typeface="Segoe UI"/>
                <a:ea typeface="Segoe UI"/>
                <a:cs typeface="Segoe UI"/>
              </a:defRPr>
            </a:lvl2pPr>
            <a:lvl3pPr algn="l">
              <a:defRPr sz="975" b="1">
                <a:solidFill>
                  <a:srgbClr val="FFFDF9"/>
                </a:solidFill>
                <a:latin typeface="Segoe UI"/>
                <a:ea typeface="Segoe UI"/>
                <a:cs typeface="Segoe UI"/>
              </a:defRPr>
            </a:lvl3pPr>
            <a:lvl4pPr algn="l">
              <a:defRPr sz="975" b="1">
                <a:solidFill>
                  <a:srgbClr val="FFFDF9"/>
                </a:solidFill>
                <a:latin typeface="Segoe UI"/>
                <a:ea typeface="Segoe UI"/>
                <a:cs typeface="Segoe UI"/>
              </a:defRPr>
            </a:lvl4pPr>
            <a:lvl5pPr algn="l">
              <a:defRPr sz="975" b="1">
                <a:solidFill>
                  <a:srgbClr val="FFFDF9"/>
                </a:solidFill>
                <a:latin typeface="Segoe UI"/>
                <a:ea typeface="Segoe UI"/>
                <a:cs typeface="Segoe UI"/>
              </a:defRPr>
            </a:lvl5pPr>
            <a:lvl6pPr algn="l">
              <a:defRPr sz="975" b="1">
                <a:solidFill>
                  <a:srgbClr val="FFFDF9"/>
                </a:solidFill>
                <a:latin typeface="Segoe UI"/>
                <a:ea typeface="Segoe UI"/>
                <a:cs typeface="Segoe UI"/>
              </a:defRPr>
            </a:lvl6pPr>
            <a:lvl7pPr algn="l">
              <a:defRPr sz="975" b="1">
                <a:solidFill>
                  <a:srgbClr val="FFFDF9"/>
                </a:solidFill>
                <a:latin typeface="Segoe UI"/>
                <a:ea typeface="Segoe UI"/>
                <a:cs typeface="Segoe UI"/>
              </a:defRPr>
            </a:lvl7pPr>
            <a:lvl8pPr algn="l">
              <a:defRPr sz="975" b="1">
                <a:solidFill>
                  <a:srgbClr val="FFFDF9"/>
                </a:solidFill>
                <a:latin typeface="Segoe UI"/>
                <a:ea typeface="Segoe UI"/>
                <a:cs typeface="Segoe UI"/>
              </a:defRPr>
            </a:lvl8pPr>
            <a:lvl9pPr algn="l">
              <a:defRPr sz="975" b="1">
                <a:solidFill>
                  <a:srgbClr val="FFFDF9"/>
                </a:solidFill>
                <a:latin typeface="Segoe UI"/>
                <a:ea typeface="Segoe UI"/>
                <a:cs typeface="Segoe UI"/>
              </a:defRPr>
            </a:lvl9pPr>
          </a:lstStyle>
          <a:p xmlns:a="http://schemas.openxmlformats.org/drawingml/2006/main">
            <a:pPr algn="l">
              <a:defRPr sz="975" b="1">
                <a:solidFill>
                  <a:srgbClr val="FFFDF9"/>
                </a:solidFill>
                <a:latin typeface="Segoe UI"/>
                <a:ea typeface="Segoe UI"/>
                <a:cs typeface="Segoe UI"/>
              </a:defRPr>
            </a:pPr>
            <a:r>
              <a:rPr sz="975" b="1">
                <a:solidFill>
                  <a:srgbClr val="FFFDF9"/>
                </a:solidFill>
                <a:latin typeface="Segoe UI"/>
                <a:ea typeface="Segoe UI"/>
                <a:cs typeface="Segoe UI"/>
              </a:rPr>
              <a:t>MODEST  |  ONECASE  |  SIH26264</a:t>
            </a:r>
          </a:p>
        </p:txBody>
      </p:sp>
      <p:sp>
        <p:nvSpPr>
          <p:cNvPr id="9" name="">
            <a:extLst xmlns:a="http://schemas.openxmlformats.org/drawingml/2006/main">
              <a:ext uri="{FF2B5EF4-FFF2-40B4-BE49-F238E27FC236}">
                <a16:creationId xmlns:a16="http://schemas.microsoft.com/office/drawing/2014/main" id="{24E3C811-3B88-4AB1-90AB-D67B9287B67F}"/>
              </a:ext>
            </a:extLst>
          </p:cNvPr>
          <p:cNvSpPr>
            <a:spLocks xmlns:a="http://schemas.openxmlformats.org/drawingml/2006/main" noGrp="1"/>
          </p:cNvSpPr>
          <p:nvPr/>
        </p:nvSpPr>
        <p:spPr>
          <a:xfrm xmlns:a="http://schemas.openxmlformats.org/drawingml/2006/main">
            <a:off x="11363325" y="66579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975" b="1">
                <a:solidFill>
                  <a:srgbClr val="FFFDF9"/>
                </a:solidFill>
                <a:latin typeface="Segoe UI"/>
                <a:ea typeface="Segoe UI"/>
                <a:cs typeface="Segoe UI"/>
              </a:defRPr>
            </a:defPPr>
            <a:lvl1pPr algn="r">
              <a:defRPr sz="975" b="1">
                <a:solidFill>
                  <a:srgbClr val="FFFDF9"/>
                </a:solidFill>
                <a:latin typeface="Segoe UI"/>
                <a:ea typeface="Segoe UI"/>
                <a:cs typeface="Segoe UI"/>
              </a:defRPr>
            </a:lvl1pPr>
            <a:lvl2pPr algn="r">
              <a:defRPr sz="975" b="1">
                <a:solidFill>
                  <a:srgbClr val="FFFDF9"/>
                </a:solidFill>
                <a:latin typeface="Segoe UI"/>
                <a:ea typeface="Segoe UI"/>
                <a:cs typeface="Segoe UI"/>
              </a:defRPr>
            </a:lvl2pPr>
            <a:lvl3pPr algn="r">
              <a:defRPr sz="975" b="1">
                <a:solidFill>
                  <a:srgbClr val="FFFDF9"/>
                </a:solidFill>
                <a:latin typeface="Segoe UI"/>
                <a:ea typeface="Segoe UI"/>
                <a:cs typeface="Segoe UI"/>
              </a:defRPr>
            </a:lvl3pPr>
            <a:lvl4pPr algn="r">
              <a:defRPr sz="975" b="1">
                <a:solidFill>
                  <a:srgbClr val="FFFDF9"/>
                </a:solidFill>
                <a:latin typeface="Segoe UI"/>
                <a:ea typeface="Segoe UI"/>
                <a:cs typeface="Segoe UI"/>
              </a:defRPr>
            </a:lvl4pPr>
            <a:lvl5pPr algn="r">
              <a:defRPr sz="975" b="1">
                <a:solidFill>
                  <a:srgbClr val="FFFDF9"/>
                </a:solidFill>
                <a:latin typeface="Segoe UI"/>
                <a:ea typeface="Segoe UI"/>
                <a:cs typeface="Segoe UI"/>
              </a:defRPr>
            </a:lvl5pPr>
            <a:lvl6pPr algn="r">
              <a:defRPr sz="975" b="1">
                <a:solidFill>
                  <a:srgbClr val="FFFDF9"/>
                </a:solidFill>
                <a:latin typeface="Segoe UI"/>
                <a:ea typeface="Segoe UI"/>
                <a:cs typeface="Segoe UI"/>
              </a:defRPr>
            </a:lvl6pPr>
            <a:lvl7pPr algn="r">
              <a:defRPr sz="975" b="1">
                <a:solidFill>
                  <a:srgbClr val="FFFDF9"/>
                </a:solidFill>
                <a:latin typeface="Segoe UI"/>
                <a:ea typeface="Segoe UI"/>
                <a:cs typeface="Segoe UI"/>
              </a:defRPr>
            </a:lvl7pPr>
            <a:lvl8pPr algn="r">
              <a:defRPr sz="975" b="1">
                <a:solidFill>
                  <a:srgbClr val="FFFDF9"/>
                </a:solidFill>
                <a:latin typeface="Segoe UI"/>
                <a:ea typeface="Segoe UI"/>
                <a:cs typeface="Segoe UI"/>
              </a:defRPr>
            </a:lvl8pPr>
            <a:lvl9pPr algn="r">
              <a:defRPr sz="975" b="1">
                <a:solidFill>
                  <a:srgbClr val="FFFDF9"/>
                </a:solidFill>
                <a:latin typeface="Segoe UI"/>
                <a:ea typeface="Segoe UI"/>
                <a:cs typeface="Segoe UI"/>
              </a:defRPr>
            </a:lvl9pPr>
          </a:lstStyle>
          <a:p xmlns:a="http://schemas.openxmlformats.org/drawingml/2006/main">
            <a:pPr algn="r">
              <a:defRPr sz="975" b="1">
                <a:solidFill>
                  <a:srgbClr val="FFFDF9"/>
                </a:solidFill>
                <a:latin typeface="Segoe UI"/>
                <a:ea typeface="Segoe UI"/>
                <a:cs typeface="Segoe UI"/>
              </a:defRPr>
            </a:pPr>
            <a:r>
              <a:rPr sz="975" b="1">
                <a:solidFill>
                  <a:srgbClr val="FFFDF9"/>
                </a:solidFill>
                <a:latin typeface="Segoe UI"/>
                <a:ea typeface="Segoe UI"/>
                <a:cs typeface="Segoe UI"/>
              </a:rPr>
              <a:t>01</a:t>
            </a:r>
          </a:p>
        </p:txBody>
      </p:sp>
      <p:sp>
        <p:nvSpPr>
          <p:cNvPr id="10" name="">
            <a:extLst xmlns:a="http://schemas.openxmlformats.org/drawingml/2006/main">
              <a:ext uri="{FF2B5EF4-FFF2-40B4-BE49-F238E27FC236}">
                <a16:creationId xmlns:a16="http://schemas.microsoft.com/office/drawing/2014/main" id="{9483DE71-8409-40C4-B91F-78995C753337}"/>
              </a:ext>
            </a:extLst>
          </p:cNvPr>
          <p:cNvSpPr>
            <a:spLocks xmlns:a="http://schemas.openxmlformats.org/drawingml/2006/main" noGrp="1"/>
          </p:cNvSpPr>
          <p:nvPr/>
        </p:nvSpPr>
        <p:spPr>
          <a:xfrm xmlns:a="http://schemas.openxmlformats.org/drawingml/2006/main">
            <a:off x="495300" y="1304925"/>
            <a:ext cx="11201400" cy="895350"/>
          </a:xfrm>
          <a:prstGeom xmlns:a="http://schemas.openxmlformats.org/drawingml/2006/main" prst="rect">
            <a:avLst/>
          </a:prstGeom>
          <a:solidFill xmlns:a="http://schemas.openxmlformats.org/drawingml/2006/main">
            <a:srgbClr val="EADBC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E95554A-4465-4CD2-93B5-09FF31F35F49}"/>
              </a:ext>
            </a:extLst>
          </p:cNvPr>
          <p:cNvSpPr>
            <a:spLocks xmlns:a="http://schemas.openxmlformats.org/drawingml/2006/main" noGrp="1"/>
          </p:cNvSpPr>
          <p:nvPr/>
        </p:nvSpPr>
        <p:spPr>
          <a:xfrm xmlns:a="http://schemas.openxmlformats.org/drawingml/2006/main">
            <a:off x="685800" y="1438275"/>
            <a:ext cx="10791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352C24"/>
                </a:solidFill>
                <a:latin typeface="Segoe UI"/>
                <a:ea typeface="Segoe UI"/>
                <a:cs typeface="Segoe UI"/>
              </a:defRPr>
            </a:defPPr>
            <a:lvl1pPr algn="l">
              <a:defRPr sz="2250" b="1">
                <a:solidFill>
                  <a:srgbClr val="352C24"/>
                </a:solidFill>
                <a:latin typeface="Segoe UI"/>
                <a:ea typeface="Segoe UI"/>
                <a:cs typeface="Segoe UI"/>
              </a:defRPr>
            </a:lvl1pPr>
            <a:lvl2pPr algn="l">
              <a:defRPr sz="2250" b="1">
                <a:solidFill>
                  <a:srgbClr val="352C24"/>
                </a:solidFill>
                <a:latin typeface="Segoe UI"/>
                <a:ea typeface="Segoe UI"/>
                <a:cs typeface="Segoe UI"/>
              </a:defRPr>
            </a:lvl2pPr>
            <a:lvl3pPr algn="l">
              <a:defRPr sz="2250" b="1">
                <a:solidFill>
                  <a:srgbClr val="352C24"/>
                </a:solidFill>
                <a:latin typeface="Segoe UI"/>
                <a:ea typeface="Segoe UI"/>
                <a:cs typeface="Segoe UI"/>
              </a:defRPr>
            </a:lvl3pPr>
            <a:lvl4pPr algn="l">
              <a:defRPr sz="2250" b="1">
                <a:solidFill>
                  <a:srgbClr val="352C24"/>
                </a:solidFill>
                <a:latin typeface="Segoe UI"/>
                <a:ea typeface="Segoe UI"/>
                <a:cs typeface="Segoe UI"/>
              </a:defRPr>
            </a:lvl4pPr>
            <a:lvl5pPr algn="l">
              <a:defRPr sz="2250" b="1">
                <a:solidFill>
                  <a:srgbClr val="352C24"/>
                </a:solidFill>
                <a:latin typeface="Segoe UI"/>
                <a:ea typeface="Segoe UI"/>
                <a:cs typeface="Segoe UI"/>
              </a:defRPr>
            </a:lvl5pPr>
            <a:lvl6pPr algn="l">
              <a:defRPr sz="2250" b="1">
                <a:solidFill>
                  <a:srgbClr val="352C24"/>
                </a:solidFill>
                <a:latin typeface="Segoe UI"/>
                <a:ea typeface="Segoe UI"/>
                <a:cs typeface="Segoe UI"/>
              </a:defRPr>
            </a:lvl6pPr>
            <a:lvl7pPr algn="l">
              <a:defRPr sz="2250" b="1">
                <a:solidFill>
                  <a:srgbClr val="352C24"/>
                </a:solidFill>
                <a:latin typeface="Segoe UI"/>
                <a:ea typeface="Segoe UI"/>
                <a:cs typeface="Segoe UI"/>
              </a:defRPr>
            </a:lvl7pPr>
            <a:lvl8pPr algn="l">
              <a:defRPr sz="2250" b="1">
                <a:solidFill>
                  <a:srgbClr val="352C24"/>
                </a:solidFill>
                <a:latin typeface="Segoe UI"/>
                <a:ea typeface="Segoe UI"/>
                <a:cs typeface="Segoe UI"/>
              </a:defRPr>
            </a:lvl8pPr>
            <a:lvl9pPr algn="l">
              <a:defRPr sz="2250" b="1">
                <a:solidFill>
                  <a:srgbClr val="352C24"/>
                </a:solidFill>
                <a:latin typeface="Segoe UI"/>
                <a:ea typeface="Segoe UI"/>
                <a:cs typeface="Segoe UI"/>
              </a:defRPr>
            </a:lvl9pPr>
          </a:lstStyle>
          <a:p xmlns:a="http://schemas.openxmlformats.org/drawingml/2006/main">
            <a:pPr algn="l">
              <a:defRPr sz="2250" b="1">
                <a:solidFill>
                  <a:srgbClr val="352C24"/>
                </a:solidFill>
                <a:latin typeface="Segoe UI"/>
                <a:ea typeface="Segoe UI"/>
                <a:cs typeface="Segoe UI"/>
              </a:defRPr>
            </a:pPr>
            <a:r>
              <a:rPr sz="2250" b="1">
                <a:solidFill>
                  <a:srgbClr val="352C24"/>
                </a:solidFill>
                <a:latin typeface="Segoe UI"/>
                <a:ea typeface="Segoe UI"/>
                <a:cs typeface="Segoe UI"/>
              </a:rPr>
              <a:t>A connected workspace for institution-related complaints</a:t>
            </a:r>
          </a:p>
        </p:txBody>
      </p:sp>
      <p:sp>
        <p:nvSpPr>
          <p:cNvPr id="12" name="">
            <a:extLst xmlns:a="http://schemas.openxmlformats.org/drawingml/2006/main">
              <a:ext uri="{FF2B5EF4-FFF2-40B4-BE49-F238E27FC236}">
                <a16:creationId xmlns:a16="http://schemas.microsoft.com/office/drawing/2014/main" id="{9BD8AA74-ECE0-46C6-99E9-1E27121B5D10}"/>
              </a:ext>
            </a:extLst>
          </p:cNvPr>
          <p:cNvSpPr>
            <a:spLocks xmlns:a="http://schemas.openxmlformats.org/drawingml/2006/main" noGrp="1"/>
          </p:cNvSpPr>
          <p:nvPr/>
        </p:nvSpPr>
        <p:spPr>
          <a:xfrm xmlns:a="http://schemas.openxmlformats.org/drawingml/2006/main">
            <a:off x="685800" y="1847850"/>
            <a:ext cx="10791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352C24"/>
                </a:solidFill>
                <a:latin typeface="Segoe UI"/>
                <a:ea typeface="Segoe UI"/>
                <a:cs typeface="Segoe UI"/>
              </a:defRPr>
            </a:defPPr>
            <a:lvl1pPr algn="l">
              <a:defRPr sz="1650" b="0">
                <a:solidFill>
                  <a:srgbClr val="352C24"/>
                </a:solidFill>
                <a:latin typeface="Segoe UI"/>
                <a:ea typeface="Segoe UI"/>
                <a:cs typeface="Segoe UI"/>
              </a:defRPr>
            </a:lvl1pPr>
            <a:lvl2pPr algn="l">
              <a:defRPr sz="1650" b="0">
                <a:solidFill>
                  <a:srgbClr val="352C24"/>
                </a:solidFill>
                <a:latin typeface="Segoe UI"/>
                <a:ea typeface="Segoe UI"/>
                <a:cs typeface="Segoe UI"/>
              </a:defRPr>
            </a:lvl2pPr>
            <a:lvl3pPr algn="l">
              <a:defRPr sz="1650" b="0">
                <a:solidFill>
                  <a:srgbClr val="352C24"/>
                </a:solidFill>
                <a:latin typeface="Segoe UI"/>
                <a:ea typeface="Segoe UI"/>
                <a:cs typeface="Segoe UI"/>
              </a:defRPr>
            </a:lvl3pPr>
            <a:lvl4pPr algn="l">
              <a:defRPr sz="1650" b="0">
                <a:solidFill>
                  <a:srgbClr val="352C24"/>
                </a:solidFill>
                <a:latin typeface="Segoe UI"/>
                <a:ea typeface="Segoe UI"/>
                <a:cs typeface="Segoe UI"/>
              </a:defRPr>
            </a:lvl4pPr>
            <a:lvl5pPr algn="l">
              <a:defRPr sz="1650" b="0">
                <a:solidFill>
                  <a:srgbClr val="352C24"/>
                </a:solidFill>
                <a:latin typeface="Segoe UI"/>
                <a:ea typeface="Segoe UI"/>
                <a:cs typeface="Segoe UI"/>
              </a:defRPr>
            </a:lvl5pPr>
            <a:lvl6pPr algn="l">
              <a:defRPr sz="1650" b="0">
                <a:solidFill>
                  <a:srgbClr val="352C24"/>
                </a:solidFill>
                <a:latin typeface="Segoe UI"/>
                <a:ea typeface="Segoe UI"/>
                <a:cs typeface="Segoe UI"/>
              </a:defRPr>
            </a:lvl6pPr>
            <a:lvl7pPr algn="l">
              <a:defRPr sz="1650" b="0">
                <a:solidFill>
                  <a:srgbClr val="352C24"/>
                </a:solidFill>
                <a:latin typeface="Segoe UI"/>
                <a:ea typeface="Segoe UI"/>
                <a:cs typeface="Segoe UI"/>
              </a:defRPr>
            </a:lvl7pPr>
            <a:lvl8pPr algn="l">
              <a:defRPr sz="1650" b="0">
                <a:solidFill>
                  <a:srgbClr val="352C24"/>
                </a:solidFill>
                <a:latin typeface="Segoe UI"/>
                <a:ea typeface="Segoe UI"/>
                <a:cs typeface="Segoe UI"/>
              </a:defRPr>
            </a:lvl8pPr>
            <a:lvl9pPr algn="l">
              <a:defRPr sz="1650" b="0">
                <a:solidFill>
                  <a:srgbClr val="352C24"/>
                </a:solidFill>
                <a:latin typeface="Segoe UI"/>
                <a:ea typeface="Segoe UI"/>
                <a:cs typeface="Segoe UI"/>
              </a:defRPr>
            </a:lvl9pPr>
          </a:lstStyle>
          <a:p xmlns:a="http://schemas.openxmlformats.org/drawingml/2006/main">
            <a:pPr algn="l">
              <a:defRPr sz="1650" b="0">
                <a:solidFill>
                  <a:srgbClr val="352C24"/>
                </a:solidFill>
                <a:latin typeface="Segoe UI"/>
                <a:ea typeface="Segoe UI"/>
                <a:cs typeface="Segoe UI"/>
              </a:defRPr>
            </a:pPr>
            <a:r>
              <a:rPr sz="1650" b="0">
                <a:solidFill>
                  <a:srgbClr val="352C24"/>
                </a:solidFill>
                <a:latin typeface="Segoe UI"/>
                <a:ea typeface="Segoe UI"/>
                <a:cs typeface="Segoe UI"/>
              </a:rPr>
              <a:t>Coordinate ownership, proceedings, evidence and outcomes across AICTE bureaus and cells.</a:t>
            </a:r>
          </a:p>
        </p:txBody>
      </p:sp>
      <p:sp>
        <p:nvSpPr>
          <p:cNvPr id="13" name="">
            <a:extLst xmlns:a="http://schemas.openxmlformats.org/drawingml/2006/main">
              <a:ext uri="{FF2B5EF4-FFF2-40B4-BE49-F238E27FC236}">
                <a16:creationId xmlns:a16="http://schemas.microsoft.com/office/drawing/2014/main" id="{CD7EBF0B-91BC-406E-A314-94D648FD0852}"/>
              </a:ext>
            </a:extLst>
          </p:cNvPr>
          <p:cNvSpPr>
            <a:spLocks xmlns:a="http://schemas.openxmlformats.org/drawingml/2006/main" noGrp="1"/>
          </p:cNvSpPr>
          <p:nvPr/>
        </p:nvSpPr>
        <p:spPr>
          <a:xfrm xmlns:a="http://schemas.openxmlformats.org/drawingml/2006/main">
            <a:off x="495300" y="2390775"/>
            <a:ext cx="1771650" cy="723900"/>
          </a:xfrm>
          <a:prstGeom xmlns:a="http://schemas.openxmlformats.org/drawingml/2006/main" prst="rect">
            <a:avLst/>
          </a:prstGeom>
          <a:solidFill xmlns:a="http://schemas.openxmlformats.org/drawingml/2006/main">
            <a:srgbClr val="9C482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F10534D-8C18-452F-A704-AB4D52B0570B}"/>
              </a:ext>
            </a:extLst>
          </p:cNvPr>
          <p:cNvSpPr>
            <a:spLocks xmlns:a="http://schemas.openxmlformats.org/drawingml/2006/main" noGrp="1"/>
          </p:cNvSpPr>
          <p:nvPr/>
        </p:nvSpPr>
        <p:spPr>
          <a:xfrm xmlns:a="http://schemas.openxmlformats.org/drawingml/2006/main">
            <a:off x="600075" y="2514600"/>
            <a:ext cx="1562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650" b="1">
                <a:solidFill>
                  <a:srgbClr val="FFFDF9"/>
                </a:solidFill>
                <a:latin typeface="Segoe UI"/>
                <a:ea typeface="Segoe UI"/>
                <a:cs typeface="Segoe UI"/>
              </a:defRPr>
            </a:defPPr>
            <a:lvl1pPr algn="ctr">
              <a:defRPr sz="1650" b="1">
                <a:solidFill>
                  <a:srgbClr val="FFFDF9"/>
                </a:solidFill>
                <a:latin typeface="Segoe UI"/>
                <a:ea typeface="Segoe UI"/>
                <a:cs typeface="Segoe UI"/>
              </a:defRPr>
            </a:lvl1pPr>
            <a:lvl2pPr algn="ctr">
              <a:defRPr sz="1650" b="1">
                <a:solidFill>
                  <a:srgbClr val="FFFDF9"/>
                </a:solidFill>
                <a:latin typeface="Segoe UI"/>
                <a:ea typeface="Segoe UI"/>
                <a:cs typeface="Segoe UI"/>
              </a:defRPr>
            </a:lvl2pPr>
            <a:lvl3pPr algn="ctr">
              <a:defRPr sz="1650" b="1">
                <a:solidFill>
                  <a:srgbClr val="FFFDF9"/>
                </a:solidFill>
                <a:latin typeface="Segoe UI"/>
                <a:ea typeface="Segoe UI"/>
                <a:cs typeface="Segoe UI"/>
              </a:defRPr>
            </a:lvl3pPr>
            <a:lvl4pPr algn="ctr">
              <a:defRPr sz="1650" b="1">
                <a:solidFill>
                  <a:srgbClr val="FFFDF9"/>
                </a:solidFill>
                <a:latin typeface="Segoe UI"/>
                <a:ea typeface="Segoe UI"/>
                <a:cs typeface="Segoe UI"/>
              </a:defRPr>
            </a:lvl4pPr>
            <a:lvl5pPr algn="ctr">
              <a:defRPr sz="1650" b="1">
                <a:solidFill>
                  <a:srgbClr val="FFFDF9"/>
                </a:solidFill>
                <a:latin typeface="Segoe UI"/>
                <a:ea typeface="Segoe UI"/>
                <a:cs typeface="Segoe UI"/>
              </a:defRPr>
            </a:lvl5pPr>
            <a:lvl6pPr algn="ctr">
              <a:defRPr sz="1650" b="1">
                <a:solidFill>
                  <a:srgbClr val="FFFDF9"/>
                </a:solidFill>
                <a:latin typeface="Segoe UI"/>
                <a:ea typeface="Segoe UI"/>
                <a:cs typeface="Segoe UI"/>
              </a:defRPr>
            </a:lvl6pPr>
            <a:lvl7pPr algn="ctr">
              <a:defRPr sz="1650" b="1">
                <a:solidFill>
                  <a:srgbClr val="FFFDF9"/>
                </a:solidFill>
                <a:latin typeface="Segoe UI"/>
                <a:ea typeface="Segoe UI"/>
                <a:cs typeface="Segoe UI"/>
              </a:defRPr>
            </a:lvl7pPr>
            <a:lvl8pPr algn="ctr">
              <a:defRPr sz="1650" b="1">
                <a:solidFill>
                  <a:srgbClr val="FFFDF9"/>
                </a:solidFill>
                <a:latin typeface="Segoe UI"/>
                <a:ea typeface="Segoe UI"/>
                <a:cs typeface="Segoe UI"/>
              </a:defRPr>
            </a:lvl8pPr>
            <a:lvl9pPr algn="ctr">
              <a:defRPr sz="1650" b="1">
                <a:solidFill>
                  <a:srgbClr val="FFFDF9"/>
                </a:solidFill>
                <a:latin typeface="Segoe UI"/>
                <a:ea typeface="Segoe UI"/>
                <a:cs typeface="Segoe UI"/>
              </a:defRPr>
            </a:lvl9pPr>
          </a:lstStyle>
          <a:p xmlns:a="http://schemas.openxmlformats.org/drawingml/2006/main">
            <a:pPr algn="ctr">
              <a:defRPr sz="1650" b="1">
                <a:solidFill>
                  <a:srgbClr val="FFFDF9"/>
                </a:solidFill>
                <a:latin typeface="Segoe UI"/>
                <a:ea typeface="Segoe UI"/>
                <a:cs typeface="Segoe UI"/>
              </a:defRPr>
            </a:pPr>
            <a:r>
              <a:rPr sz="1650" b="1">
                <a:solidFill>
                  <a:srgbClr val="FFFDF9"/>
                </a:solidFill>
                <a:latin typeface="Segoe UI"/>
                <a:ea typeface="Segoe UI"/>
                <a:cs typeface="Segoe UI"/>
              </a:rPr>
              <a:t>Complaint</a:t>
            </a:r>
          </a:p>
          <a:p xmlns:a="http://schemas.openxmlformats.org/drawingml/2006/main">
            <a:pPr algn="ctr">
              <a:defRPr sz="1650" b="1">
                <a:solidFill>
                  <a:srgbClr val="FFFDF9"/>
                </a:solidFill>
                <a:latin typeface="Segoe UI"/>
                <a:ea typeface="Segoe UI"/>
                <a:cs typeface="Segoe UI"/>
              </a:defRPr>
            </a:pPr>
            <a:r>
              <a:rPr sz="1650" b="1">
                <a:solidFill>
                  <a:srgbClr val="FFFDF9"/>
                </a:solidFill>
                <a:latin typeface="Segoe UI"/>
                <a:ea typeface="Segoe UI"/>
                <a:cs typeface="Segoe UI"/>
              </a:rPr>
              <a:t>intake</a:t>
            </a:r>
          </a:p>
        </p:txBody>
      </p:sp>
      <p:sp>
        <p:nvSpPr>
          <p:cNvPr id="15" name="">
            <a:extLst xmlns:a="http://schemas.openxmlformats.org/drawingml/2006/main">
              <a:ext uri="{FF2B5EF4-FFF2-40B4-BE49-F238E27FC236}">
                <a16:creationId xmlns:a16="http://schemas.microsoft.com/office/drawing/2014/main" id="{4975A6DE-EC9B-4103-8883-014CEABFD0A7}"/>
              </a:ext>
            </a:extLst>
          </p:cNvPr>
          <p:cNvSpPr>
            <a:spLocks xmlns:a="http://schemas.openxmlformats.org/drawingml/2006/main" noGrp="1"/>
          </p:cNvSpPr>
          <p:nvPr/>
        </p:nvSpPr>
        <p:spPr>
          <a:xfrm xmlns:a="http://schemas.openxmlformats.org/drawingml/2006/main">
            <a:off x="2381250" y="2390775"/>
            <a:ext cx="1771650" cy="723900"/>
          </a:xfrm>
          <a:prstGeom xmlns:a="http://schemas.openxmlformats.org/drawingml/2006/main" prst="rect">
            <a:avLst/>
          </a:prstGeom>
          <a:solidFill xmlns:a="http://schemas.openxmlformats.org/drawingml/2006/main">
            <a:srgbClr val="FFFDF9"/>
          </a:solidFill>
          <a:ln xmlns:a="http://schemas.openxmlformats.org/drawingml/2006/main" w="9525">
            <a:solidFill>
              <a:srgbClr val="CFBDA6"/>
            </a:solidFill>
          </a:ln>
        </p:spPr>
      </p:sp>
      <p:sp>
        <p:nvSpPr>
          <p:cNvPr id="16" name="">
            <a:extLst xmlns:a="http://schemas.openxmlformats.org/drawingml/2006/main">
              <a:ext uri="{FF2B5EF4-FFF2-40B4-BE49-F238E27FC236}">
                <a16:creationId xmlns:a16="http://schemas.microsoft.com/office/drawing/2014/main" id="{24E93CB4-7CA0-410F-9434-019928998D41}"/>
              </a:ext>
            </a:extLst>
          </p:cNvPr>
          <p:cNvSpPr>
            <a:spLocks xmlns:a="http://schemas.openxmlformats.org/drawingml/2006/main" noGrp="1"/>
          </p:cNvSpPr>
          <p:nvPr/>
        </p:nvSpPr>
        <p:spPr>
          <a:xfrm xmlns:a="http://schemas.openxmlformats.org/drawingml/2006/main">
            <a:off x="2486025" y="2514600"/>
            <a:ext cx="1562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650" b="1">
                <a:solidFill>
                  <a:srgbClr val="352C24"/>
                </a:solidFill>
                <a:latin typeface="Segoe UI"/>
                <a:ea typeface="Segoe UI"/>
                <a:cs typeface="Segoe UI"/>
              </a:defRPr>
            </a:defPPr>
            <a:lvl1pPr algn="ctr">
              <a:defRPr sz="1650" b="1">
                <a:solidFill>
                  <a:srgbClr val="352C24"/>
                </a:solidFill>
                <a:latin typeface="Segoe UI"/>
                <a:ea typeface="Segoe UI"/>
                <a:cs typeface="Segoe UI"/>
              </a:defRPr>
            </a:lvl1pPr>
            <a:lvl2pPr algn="ctr">
              <a:defRPr sz="1650" b="1">
                <a:solidFill>
                  <a:srgbClr val="352C24"/>
                </a:solidFill>
                <a:latin typeface="Segoe UI"/>
                <a:ea typeface="Segoe UI"/>
                <a:cs typeface="Segoe UI"/>
              </a:defRPr>
            </a:lvl2pPr>
            <a:lvl3pPr algn="ctr">
              <a:defRPr sz="1650" b="1">
                <a:solidFill>
                  <a:srgbClr val="352C24"/>
                </a:solidFill>
                <a:latin typeface="Segoe UI"/>
                <a:ea typeface="Segoe UI"/>
                <a:cs typeface="Segoe UI"/>
              </a:defRPr>
            </a:lvl3pPr>
            <a:lvl4pPr algn="ctr">
              <a:defRPr sz="1650" b="1">
                <a:solidFill>
                  <a:srgbClr val="352C24"/>
                </a:solidFill>
                <a:latin typeface="Segoe UI"/>
                <a:ea typeface="Segoe UI"/>
                <a:cs typeface="Segoe UI"/>
              </a:defRPr>
            </a:lvl4pPr>
            <a:lvl5pPr algn="ctr">
              <a:defRPr sz="1650" b="1">
                <a:solidFill>
                  <a:srgbClr val="352C24"/>
                </a:solidFill>
                <a:latin typeface="Segoe UI"/>
                <a:ea typeface="Segoe UI"/>
                <a:cs typeface="Segoe UI"/>
              </a:defRPr>
            </a:lvl5pPr>
            <a:lvl6pPr algn="ctr">
              <a:defRPr sz="1650" b="1">
                <a:solidFill>
                  <a:srgbClr val="352C24"/>
                </a:solidFill>
                <a:latin typeface="Segoe UI"/>
                <a:ea typeface="Segoe UI"/>
                <a:cs typeface="Segoe UI"/>
              </a:defRPr>
            </a:lvl6pPr>
            <a:lvl7pPr algn="ctr">
              <a:defRPr sz="1650" b="1">
                <a:solidFill>
                  <a:srgbClr val="352C24"/>
                </a:solidFill>
                <a:latin typeface="Segoe UI"/>
                <a:ea typeface="Segoe UI"/>
                <a:cs typeface="Segoe UI"/>
              </a:defRPr>
            </a:lvl7pPr>
            <a:lvl8pPr algn="ctr">
              <a:defRPr sz="1650" b="1">
                <a:solidFill>
                  <a:srgbClr val="352C24"/>
                </a:solidFill>
                <a:latin typeface="Segoe UI"/>
                <a:ea typeface="Segoe UI"/>
                <a:cs typeface="Segoe UI"/>
              </a:defRPr>
            </a:lvl8pPr>
            <a:lvl9pPr algn="ctr">
              <a:defRPr sz="1650" b="1">
                <a:solidFill>
                  <a:srgbClr val="352C24"/>
                </a:solidFill>
                <a:latin typeface="Segoe UI"/>
                <a:ea typeface="Segoe UI"/>
                <a:cs typeface="Segoe UI"/>
              </a:defRPr>
            </a:lvl9pPr>
          </a:lstStyle>
          <a:p xmlns:a="http://schemas.openxmlformats.org/drawingml/2006/main">
            <a:pPr algn="ctr">
              <a:defRPr sz="1650" b="1">
                <a:solidFill>
                  <a:srgbClr val="352C24"/>
                </a:solidFill>
                <a:latin typeface="Segoe UI"/>
                <a:ea typeface="Segoe UI"/>
                <a:cs typeface="Segoe UI"/>
              </a:defRPr>
            </a:pPr>
            <a:r>
              <a:rPr sz="1650" b="1">
                <a:solidFill>
                  <a:srgbClr val="352C24"/>
                </a:solidFill>
                <a:latin typeface="Segoe UI"/>
                <a:ea typeface="Segoe UI"/>
                <a:cs typeface="Segoe UI"/>
              </a:rPr>
              <a:t>Accountable</a:t>
            </a:r>
          </a:p>
          <a:p xmlns:a="http://schemas.openxmlformats.org/drawingml/2006/main">
            <a:pPr algn="ctr">
              <a:defRPr sz="1650" b="1">
                <a:solidFill>
                  <a:srgbClr val="352C24"/>
                </a:solidFill>
                <a:latin typeface="Segoe UI"/>
                <a:ea typeface="Segoe UI"/>
                <a:cs typeface="Segoe UI"/>
              </a:defRPr>
            </a:pPr>
            <a:r>
              <a:rPr sz="1650" b="1">
                <a:solidFill>
                  <a:srgbClr val="352C24"/>
                </a:solidFill>
                <a:latin typeface="Segoe UI"/>
                <a:ea typeface="Segoe UI"/>
                <a:cs typeface="Segoe UI"/>
              </a:rPr>
              <a:t>ownership</a:t>
            </a:r>
          </a:p>
        </p:txBody>
      </p:sp>
      <p:sp>
        <p:nvSpPr>
          <p:cNvPr id="17" name="">
            <a:extLst xmlns:a="http://schemas.openxmlformats.org/drawingml/2006/main">
              <a:ext uri="{FF2B5EF4-FFF2-40B4-BE49-F238E27FC236}">
                <a16:creationId xmlns:a16="http://schemas.microsoft.com/office/drawing/2014/main" id="{20A6E195-F8EA-4904-9F67-9E2987FD8C0C}"/>
              </a:ext>
            </a:extLst>
          </p:cNvPr>
          <p:cNvSpPr>
            <a:spLocks xmlns:a="http://schemas.openxmlformats.org/drawingml/2006/main" noGrp="1"/>
          </p:cNvSpPr>
          <p:nvPr/>
        </p:nvSpPr>
        <p:spPr>
          <a:xfrm xmlns:a="http://schemas.openxmlformats.org/drawingml/2006/main">
            <a:off x="4267200" y="2390775"/>
            <a:ext cx="1771650" cy="723900"/>
          </a:xfrm>
          <a:prstGeom xmlns:a="http://schemas.openxmlformats.org/drawingml/2006/main" prst="rect">
            <a:avLst/>
          </a:prstGeom>
          <a:solidFill xmlns:a="http://schemas.openxmlformats.org/drawingml/2006/main">
            <a:srgbClr val="9C482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3CA99BF-7556-43A2-81BF-AB7FE4FB6D73}"/>
              </a:ext>
            </a:extLst>
          </p:cNvPr>
          <p:cNvSpPr>
            <a:spLocks xmlns:a="http://schemas.openxmlformats.org/drawingml/2006/main" noGrp="1"/>
          </p:cNvSpPr>
          <p:nvPr/>
        </p:nvSpPr>
        <p:spPr>
          <a:xfrm xmlns:a="http://schemas.openxmlformats.org/drawingml/2006/main">
            <a:off x="4371975" y="2514600"/>
            <a:ext cx="1562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650" b="1">
                <a:solidFill>
                  <a:srgbClr val="FFFDF9"/>
                </a:solidFill>
                <a:latin typeface="Segoe UI"/>
                <a:ea typeface="Segoe UI"/>
                <a:cs typeface="Segoe UI"/>
              </a:defRPr>
            </a:defPPr>
            <a:lvl1pPr algn="ctr">
              <a:defRPr sz="1650" b="1">
                <a:solidFill>
                  <a:srgbClr val="FFFDF9"/>
                </a:solidFill>
                <a:latin typeface="Segoe UI"/>
                <a:ea typeface="Segoe UI"/>
                <a:cs typeface="Segoe UI"/>
              </a:defRPr>
            </a:lvl1pPr>
            <a:lvl2pPr algn="ctr">
              <a:defRPr sz="1650" b="1">
                <a:solidFill>
                  <a:srgbClr val="FFFDF9"/>
                </a:solidFill>
                <a:latin typeface="Segoe UI"/>
                <a:ea typeface="Segoe UI"/>
                <a:cs typeface="Segoe UI"/>
              </a:defRPr>
            </a:lvl2pPr>
            <a:lvl3pPr algn="ctr">
              <a:defRPr sz="1650" b="1">
                <a:solidFill>
                  <a:srgbClr val="FFFDF9"/>
                </a:solidFill>
                <a:latin typeface="Segoe UI"/>
                <a:ea typeface="Segoe UI"/>
                <a:cs typeface="Segoe UI"/>
              </a:defRPr>
            </a:lvl3pPr>
            <a:lvl4pPr algn="ctr">
              <a:defRPr sz="1650" b="1">
                <a:solidFill>
                  <a:srgbClr val="FFFDF9"/>
                </a:solidFill>
                <a:latin typeface="Segoe UI"/>
                <a:ea typeface="Segoe UI"/>
                <a:cs typeface="Segoe UI"/>
              </a:defRPr>
            </a:lvl4pPr>
            <a:lvl5pPr algn="ctr">
              <a:defRPr sz="1650" b="1">
                <a:solidFill>
                  <a:srgbClr val="FFFDF9"/>
                </a:solidFill>
                <a:latin typeface="Segoe UI"/>
                <a:ea typeface="Segoe UI"/>
                <a:cs typeface="Segoe UI"/>
              </a:defRPr>
            </a:lvl5pPr>
            <a:lvl6pPr algn="ctr">
              <a:defRPr sz="1650" b="1">
                <a:solidFill>
                  <a:srgbClr val="FFFDF9"/>
                </a:solidFill>
                <a:latin typeface="Segoe UI"/>
                <a:ea typeface="Segoe UI"/>
                <a:cs typeface="Segoe UI"/>
              </a:defRPr>
            </a:lvl6pPr>
            <a:lvl7pPr algn="ctr">
              <a:defRPr sz="1650" b="1">
                <a:solidFill>
                  <a:srgbClr val="FFFDF9"/>
                </a:solidFill>
                <a:latin typeface="Segoe UI"/>
                <a:ea typeface="Segoe UI"/>
                <a:cs typeface="Segoe UI"/>
              </a:defRPr>
            </a:lvl7pPr>
            <a:lvl8pPr algn="ctr">
              <a:defRPr sz="1650" b="1">
                <a:solidFill>
                  <a:srgbClr val="FFFDF9"/>
                </a:solidFill>
                <a:latin typeface="Segoe UI"/>
                <a:ea typeface="Segoe UI"/>
                <a:cs typeface="Segoe UI"/>
              </a:defRPr>
            </a:lvl8pPr>
            <a:lvl9pPr algn="ctr">
              <a:defRPr sz="1650" b="1">
                <a:solidFill>
                  <a:srgbClr val="FFFDF9"/>
                </a:solidFill>
                <a:latin typeface="Segoe UI"/>
                <a:ea typeface="Segoe UI"/>
                <a:cs typeface="Segoe UI"/>
              </a:defRPr>
            </a:lvl9pPr>
          </a:lstStyle>
          <a:p xmlns:a="http://schemas.openxmlformats.org/drawingml/2006/main">
            <a:pPr algn="ctr">
              <a:defRPr sz="1650" b="1">
                <a:solidFill>
                  <a:srgbClr val="FFFDF9"/>
                </a:solidFill>
                <a:latin typeface="Segoe UI"/>
                <a:ea typeface="Segoe UI"/>
                <a:cs typeface="Segoe UI"/>
              </a:defRPr>
            </a:pPr>
            <a:r>
              <a:rPr sz="1650" b="1">
                <a:solidFill>
                  <a:srgbClr val="FFFDF9"/>
                </a:solidFill>
                <a:latin typeface="Segoe UI"/>
                <a:ea typeface="Segoe UI"/>
                <a:cs typeface="Segoe UI"/>
              </a:rPr>
              <a:t>Proceeding</a:t>
            </a:r>
          </a:p>
          <a:p xmlns:a="http://schemas.openxmlformats.org/drawingml/2006/main">
            <a:pPr algn="ctr">
              <a:defRPr sz="1650" b="1">
                <a:solidFill>
                  <a:srgbClr val="FFFDF9"/>
                </a:solidFill>
                <a:latin typeface="Segoe UI"/>
                <a:ea typeface="Segoe UI"/>
                <a:cs typeface="Segoe UI"/>
              </a:defRPr>
            </a:pPr>
            <a:r>
              <a:rPr sz="1650" b="1">
                <a:solidFill>
                  <a:srgbClr val="FFFDF9"/>
                </a:solidFill>
                <a:latin typeface="Segoe UI"/>
                <a:ea typeface="Segoe UI"/>
                <a:cs typeface="Segoe UI"/>
              </a:rPr>
              <a:t>records</a:t>
            </a:r>
          </a:p>
        </p:txBody>
      </p:sp>
      <p:sp>
        <p:nvSpPr>
          <p:cNvPr id="19" name="">
            <a:extLst xmlns:a="http://schemas.openxmlformats.org/drawingml/2006/main">
              <a:ext uri="{FF2B5EF4-FFF2-40B4-BE49-F238E27FC236}">
                <a16:creationId xmlns:a16="http://schemas.microsoft.com/office/drawing/2014/main" id="{A13DB4E3-DCDF-4840-A04A-863B03B662AD}"/>
              </a:ext>
            </a:extLst>
          </p:cNvPr>
          <p:cNvSpPr>
            <a:spLocks xmlns:a="http://schemas.openxmlformats.org/drawingml/2006/main" noGrp="1"/>
          </p:cNvSpPr>
          <p:nvPr/>
        </p:nvSpPr>
        <p:spPr>
          <a:xfrm xmlns:a="http://schemas.openxmlformats.org/drawingml/2006/main">
            <a:off x="6153150" y="2390775"/>
            <a:ext cx="1771650" cy="723900"/>
          </a:xfrm>
          <a:prstGeom xmlns:a="http://schemas.openxmlformats.org/drawingml/2006/main" prst="rect">
            <a:avLst/>
          </a:prstGeom>
          <a:solidFill xmlns:a="http://schemas.openxmlformats.org/drawingml/2006/main">
            <a:srgbClr val="FFFDF9"/>
          </a:solidFill>
          <a:ln xmlns:a="http://schemas.openxmlformats.org/drawingml/2006/main" w="9525">
            <a:solidFill>
              <a:srgbClr val="CFBDA6"/>
            </a:solidFill>
          </a:ln>
        </p:spPr>
      </p:sp>
      <p:sp>
        <p:nvSpPr>
          <p:cNvPr id="20" name="">
            <a:extLst xmlns:a="http://schemas.openxmlformats.org/drawingml/2006/main">
              <a:ext uri="{FF2B5EF4-FFF2-40B4-BE49-F238E27FC236}">
                <a16:creationId xmlns:a16="http://schemas.microsoft.com/office/drawing/2014/main" id="{EDB0BD0E-D99C-40C5-ACB2-13C680E2E78C}"/>
              </a:ext>
            </a:extLst>
          </p:cNvPr>
          <p:cNvSpPr>
            <a:spLocks xmlns:a="http://schemas.openxmlformats.org/drawingml/2006/main" noGrp="1"/>
          </p:cNvSpPr>
          <p:nvPr/>
        </p:nvSpPr>
        <p:spPr>
          <a:xfrm xmlns:a="http://schemas.openxmlformats.org/drawingml/2006/main">
            <a:off x="6257925" y="2514600"/>
            <a:ext cx="1562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650" b="1">
                <a:solidFill>
                  <a:srgbClr val="352C24"/>
                </a:solidFill>
                <a:latin typeface="Segoe UI"/>
                <a:ea typeface="Segoe UI"/>
                <a:cs typeface="Segoe UI"/>
              </a:defRPr>
            </a:defPPr>
            <a:lvl1pPr algn="ctr">
              <a:defRPr sz="1650" b="1">
                <a:solidFill>
                  <a:srgbClr val="352C24"/>
                </a:solidFill>
                <a:latin typeface="Segoe UI"/>
                <a:ea typeface="Segoe UI"/>
                <a:cs typeface="Segoe UI"/>
              </a:defRPr>
            </a:lvl1pPr>
            <a:lvl2pPr algn="ctr">
              <a:defRPr sz="1650" b="1">
                <a:solidFill>
                  <a:srgbClr val="352C24"/>
                </a:solidFill>
                <a:latin typeface="Segoe UI"/>
                <a:ea typeface="Segoe UI"/>
                <a:cs typeface="Segoe UI"/>
              </a:defRPr>
            </a:lvl2pPr>
            <a:lvl3pPr algn="ctr">
              <a:defRPr sz="1650" b="1">
                <a:solidFill>
                  <a:srgbClr val="352C24"/>
                </a:solidFill>
                <a:latin typeface="Segoe UI"/>
                <a:ea typeface="Segoe UI"/>
                <a:cs typeface="Segoe UI"/>
              </a:defRPr>
            </a:lvl3pPr>
            <a:lvl4pPr algn="ctr">
              <a:defRPr sz="1650" b="1">
                <a:solidFill>
                  <a:srgbClr val="352C24"/>
                </a:solidFill>
                <a:latin typeface="Segoe UI"/>
                <a:ea typeface="Segoe UI"/>
                <a:cs typeface="Segoe UI"/>
              </a:defRPr>
            </a:lvl4pPr>
            <a:lvl5pPr algn="ctr">
              <a:defRPr sz="1650" b="1">
                <a:solidFill>
                  <a:srgbClr val="352C24"/>
                </a:solidFill>
                <a:latin typeface="Segoe UI"/>
                <a:ea typeface="Segoe UI"/>
                <a:cs typeface="Segoe UI"/>
              </a:defRPr>
            </a:lvl5pPr>
            <a:lvl6pPr algn="ctr">
              <a:defRPr sz="1650" b="1">
                <a:solidFill>
                  <a:srgbClr val="352C24"/>
                </a:solidFill>
                <a:latin typeface="Segoe UI"/>
                <a:ea typeface="Segoe UI"/>
                <a:cs typeface="Segoe UI"/>
              </a:defRPr>
            </a:lvl6pPr>
            <a:lvl7pPr algn="ctr">
              <a:defRPr sz="1650" b="1">
                <a:solidFill>
                  <a:srgbClr val="352C24"/>
                </a:solidFill>
                <a:latin typeface="Segoe UI"/>
                <a:ea typeface="Segoe UI"/>
                <a:cs typeface="Segoe UI"/>
              </a:defRPr>
            </a:lvl7pPr>
            <a:lvl8pPr algn="ctr">
              <a:defRPr sz="1650" b="1">
                <a:solidFill>
                  <a:srgbClr val="352C24"/>
                </a:solidFill>
                <a:latin typeface="Segoe UI"/>
                <a:ea typeface="Segoe UI"/>
                <a:cs typeface="Segoe UI"/>
              </a:defRPr>
            </a:lvl8pPr>
            <a:lvl9pPr algn="ctr">
              <a:defRPr sz="1650" b="1">
                <a:solidFill>
                  <a:srgbClr val="352C24"/>
                </a:solidFill>
                <a:latin typeface="Segoe UI"/>
                <a:ea typeface="Segoe UI"/>
                <a:cs typeface="Segoe UI"/>
              </a:defRPr>
            </a:lvl9pPr>
          </a:lstStyle>
          <a:p xmlns:a="http://schemas.openxmlformats.org/drawingml/2006/main">
            <a:pPr algn="ctr">
              <a:defRPr sz="1650" b="1">
                <a:solidFill>
                  <a:srgbClr val="352C24"/>
                </a:solidFill>
                <a:latin typeface="Segoe UI"/>
                <a:ea typeface="Segoe UI"/>
                <a:cs typeface="Segoe UI"/>
              </a:defRPr>
            </a:pPr>
            <a:r>
              <a:rPr sz="1650" b="1">
                <a:solidFill>
                  <a:srgbClr val="352C24"/>
                </a:solidFill>
                <a:latin typeface="Segoe UI"/>
                <a:ea typeface="Segoe UI"/>
                <a:cs typeface="Segoe UI"/>
              </a:rPr>
              <a:t>Semantic</a:t>
            </a:r>
          </a:p>
          <a:p xmlns:a="http://schemas.openxmlformats.org/drawingml/2006/main">
            <a:pPr algn="ctr">
              <a:defRPr sz="1650" b="1">
                <a:solidFill>
                  <a:srgbClr val="352C24"/>
                </a:solidFill>
                <a:latin typeface="Segoe UI"/>
                <a:ea typeface="Segoe UI"/>
                <a:cs typeface="Segoe UI"/>
              </a:defRPr>
            </a:pPr>
            <a:r>
              <a:rPr sz="1650" b="1">
                <a:solidFill>
                  <a:srgbClr val="352C24"/>
                </a:solidFill>
                <a:latin typeface="Segoe UI"/>
                <a:ea typeface="Segoe UI"/>
                <a:cs typeface="Segoe UI"/>
              </a:rPr>
              <a:t>overlap review</a:t>
            </a:r>
          </a:p>
        </p:txBody>
      </p:sp>
      <p:sp>
        <p:nvSpPr>
          <p:cNvPr id="21" name="">
            <a:extLst xmlns:a="http://schemas.openxmlformats.org/drawingml/2006/main">
              <a:ext uri="{FF2B5EF4-FFF2-40B4-BE49-F238E27FC236}">
                <a16:creationId xmlns:a16="http://schemas.microsoft.com/office/drawing/2014/main" id="{F5F79C44-FA75-4F06-9605-00DB61B061B9}"/>
              </a:ext>
            </a:extLst>
          </p:cNvPr>
          <p:cNvSpPr>
            <a:spLocks xmlns:a="http://schemas.openxmlformats.org/drawingml/2006/main" noGrp="1"/>
          </p:cNvSpPr>
          <p:nvPr/>
        </p:nvSpPr>
        <p:spPr>
          <a:xfrm xmlns:a="http://schemas.openxmlformats.org/drawingml/2006/main">
            <a:off x="8039100" y="2390775"/>
            <a:ext cx="1771650" cy="723900"/>
          </a:xfrm>
          <a:prstGeom xmlns:a="http://schemas.openxmlformats.org/drawingml/2006/main" prst="rect">
            <a:avLst/>
          </a:prstGeom>
          <a:solidFill xmlns:a="http://schemas.openxmlformats.org/drawingml/2006/main">
            <a:srgbClr val="9C482E"/>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B311DC7-ED06-43C9-812B-3B05A3307C25}"/>
              </a:ext>
            </a:extLst>
          </p:cNvPr>
          <p:cNvSpPr>
            <a:spLocks xmlns:a="http://schemas.openxmlformats.org/drawingml/2006/main" noGrp="1"/>
          </p:cNvSpPr>
          <p:nvPr/>
        </p:nvSpPr>
        <p:spPr>
          <a:xfrm xmlns:a="http://schemas.openxmlformats.org/drawingml/2006/main">
            <a:off x="8143875" y="2514600"/>
            <a:ext cx="1562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650" b="1">
                <a:solidFill>
                  <a:srgbClr val="FFFDF9"/>
                </a:solidFill>
                <a:latin typeface="Segoe UI"/>
                <a:ea typeface="Segoe UI"/>
                <a:cs typeface="Segoe UI"/>
              </a:defRPr>
            </a:defPPr>
            <a:lvl1pPr algn="ctr">
              <a:defRPr sz="1650" b="1">
                <a:solidFill>
                  <a:srgbClr val="FFFDF9"/>
                </a:solidFill>
                <a:latin typeface="Segoe UI"/>
                <a:ea typeface="Segoe UI"/>
                <a:cs typeface="Segoe UI"/>
              </a:defRPr>
            </a:lvl1pPr>
            <a:lvl2pPr algn="ctr">
              <a:defRPr sz="1650" b="1">
                <a:solidFill>
                  <a:srgbClr val="FFFDF9"/>
                </a:solidFill>
                <a:latin typeface="Segoe UI"/>
                <a:ea typeface="Segoe UI"/>
                <a:cs typeface="Segoe UI"/>
              </a:defRPr>
            </a:lvl2pPr>
            <a:lvl3pPr algn="ctr">
              <a:defRPr sz="1650" b="1">
                <a:solidFill>
                  <a:srgbClr val="FFFDF9"/>
                </a:solidFill>
                <a:latin typeface="Segoe UI"/>
                <a:ea typeface="Segoe UI"/>
                <a:cs typeface="Segoe UI"/>
              </a:defRPr>
            </a:lvl3pPr>
            <a:lvl4pPr algn="ctr">
              <a:defRPr sz="1650" b="1">
                <a:solidFill>
                  <a:srgbClr val="FFFDF9"/>
                </a:solidFill>
                <a:latin typeface="Segoe UI"/>
                <a:ea typeface="Segoe UI"/>
                <a:cs typeface="Segoe UI"/>
              </a:defRPr>
            </a:lvl4pPr>
            <a:lvl5pPr algn="ctr">
              <a:defRPr sz="1650" b="1">
                <a:solidFill>
                  <a:srgbClr val="FFFDF9"/>
                </a:solidFill>
                <a:latin typeface="Segoe UI"/>
                <a:ea typeface="Segoe UI"/>
                <a:cs typeface="Segoe UI"/>
              </a:defRPr>
            </a:lvl5pPr>
            <a:lvl6pPr algn="ctr">
              <a:defRPr sz="1650" b="1">
                <a:solidFill>
                  <a:srgbClr val="FFFDF9"/>
                </a:solidFill>
                <a:latin typeface="Segoe UI"/>
                <a:ea typeface="Segoe UI"/>
                <a:cs typeface="Segoe UI"/>
              </a:defRPr>
            </a:lvl6pPr>
            <a:lvl7pPr algn="ctr">
              <a:defRPr sz="1650" b="1">
                <a:solidFill>
                  <a:srgbClr val="FFFDF9"/>
                </a:solidFill>
                <a:latin typeface="Segoe UI"/>
                <a:ea typeface="Segoe UI"/>
                <a:cs typeface="Segoe UI"/>
              </a:defRPr>
            </a:lvl7pPr>
            <a:lvl8pPr algn="ctr">
              <a:defRPr sz="1650" b="1">
                <a:solidFill>
                  <a:srgbClr val="FFFDF9"/>
                </a:solidFill>
                <a:latin typeface="Segoe UI"/>
                <a:ea typeface="Segoe UI"/>
                <a:cs typeface="Segoe UI"/>
              </a:defRPr>
            </a:lvl8pPr>
            <a:lvl9pPr algn="ctr">
              <a:defRPr sz="1650" b="1">
                <a:solidFill>
                  <a:srgbClr val="FFFDF9"/>
                </a:solidFill>
                <a:latin typeface="Segoe UI"/>
                <a:ea typeface="Segoe UI"/>
                <a:cs typeface="Segoe UI"/>
              </a:defRPr>
            </a:lvl9pPr>
          </a:lstStyle>
          <a:p xmlns:a="http://schemas.openxmlformats.org/drawingml/2006/main">
            <a:pPr algn="ctr">
              <a:defRPr sz="1650" b="1">
                <a:solidFill>
                  <a:srgbClr val="FFFDF9"/>
                </a:solidFill>
                <a:latin typeface="Segoe UI"/>
                <a:ea typeface="Segoe UI"/>
                <a:cs typeface="Segoe UI"/>
              </a:defRPr>
            </a:pPr>
            <a:r>
              <a:rPr sz="1650" b="1">
                <a:solidFill>
                  <a:srgbClr val="FFFDF9"/>
                </a:solidFill>
                <a:latin typeface="Segoe UI"/>
                <a:ea typeface="Segoe UI"/>
                <a:cs typeface="Segoe UI"/>
              </a:rPr>
              <a:t>Deadline</a:t>
            </a:r>
          </a:p>
          <a:p xmlns:a="http://schemas.openxmlformats.org/drawingml/2006/main">
            <a:pPr algn="ctr">
              <a:defRPr sz="1650" b="1">
                <a:solidFill>
                  <a:srgbClr val="FFFDF9"/>
                </a:solidFill>
                <a:latin typeface="Segoe UI"/>
                <a:ea typeface="Segoe UI"/>
                <a:cs typeface="Segoe UI"/>
              </a:defRPr>
            </a:pPr>
            <a:r>
              <a:rPr sz="1650" b="1">
                <a:solidFill>
                  <a:srgbClr val="FFFDF9"/>
                </a:solidFill>
                <a:latin typeface="Segoe UI"/>
                <a:ea typeface="Segoe UI"/>
                <a:cs typeface="Segoe UI"/>
              </a:rPr>
              <a:t>monitoring</a:t>
            </a:r>
          </a:p>
        </p:txBody>
      </p:sp>
      <p:sp>
        <p:nvSpPr>
          <p:cNvPr id="23" name="">
            <a:extLst xmlns:a="http://schemas.openxmlformats.org/drawingml/2006/main">
              <a:ext uri="{FF2B5EF4-FFF2-40B4-BE49-F238E27FC236}">
                <a16:creationId xmlns:a16="http://schemas.microsoft.com/office/drawing/2014/main" id="{2D763D66-3D57-4505-8AC7-790EDF41F513}"/>
              </a:ext>
            </a:extLst>
          </p:cNvPr>
          <p:cNvSpPr>
            <a:spLocks xmlns:a="http://schemas.openxmlformats.org/drawingml/2006/main" noGrp="1"/>
          </p:cNvSpPr>
          <p:nvPr/>
        </p:nvSpPr>
        <p:spPr>
          <a:xfrm xmlns:a="http://schemas.openxmlformats.org/drawingml/2006/main">
            <a:off x="9925050" y="2390775"/>
            <a:ext cx="1771650" cy="723900"/>
          </a:xfrm>
          <a:prstGeom xmlns:a="http://schemas.openxmlformats.org/drawingml/2006/main" prst="rect">
            <a:avLst/>
          </a:prstGeom>
          <a:solidFill xmlns:a="http://schemas.openxmlformats.org/drawingml/2006/main">
            <a:srgbClr val="FFFDF9"/>
          </a:solidFill>
          <a:ln xmlns:a="http://schemas.openxmlformats.org/drawingml/2006/main" w="9525">
            <a:solidFill>
              <a:srgbClr val="CFBDA6"/>
            </a:solidFill>
          </a:ln>
        </p:spPr>
      </p:sp>
      <p:sp>
        <p:nvSpPr>
          <p:cNvPr id="24" name="">
            <a:extLst xmlns:a="http://schemas.openxmlformats.org/drawingml/2006/main">
              <a:ext uri="{FF2B5EF4-FFF2-40B4-BE49-F238E27FC236}">
                <a16:creationId xmlns:a16="http://schemas.microsoft.com/office/drawing/2014/main" id="{90C70EC3-9938-41ED-8451-20D87FE55A11}"/>
              </a:ext>
            </a:extLst>
          </p:cNvPr>
          <p:cNvSpPr>
            <a:spLocks xmlns:a="http://schemas.openxmlformats.org/drawingml/2006/main" noGrp="1"/>
          </p:cNvSpPr>
          <p:nvPr/>
        </p:nvSpPr>
        <p:spPr>
          <a:xfrm xmlns:a="http://schemas.openxmlformats.org/drawingml/2006/main">
            <a:off x="10029825" y="2514600"/>
            <a:ext cx="1562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650" b="1">
                <a:solidFill>
                  <a:srgbClr val="352C24"/>
                </a:solidFill>
                <a:latin typeface="Segoe UI"/>
                <a:ea typeface="Segoe UI"/>
                <a:cs typeface="Segoe UI"/>
              </a:defRPr>
            </a:defPPr>
            <a:lvl1pPr algn="ctr">
              <a:defRPr sz="1650" b="1">
                <a:solidFill>
                  <a:srgbClr val="352C24"/>
                </a:solidFill>
                <a:latin typeface="Segoe UI"/>
                <a:ea typeface="Segoe UI"/>
                <a:cs typeface="Segoe UI"/>
              </a:defRPr>
            </a:lvl1pPr>
            <a:lvl2pPr algn="ctr">
              <a:defRPr sz="1650" b="1">
                <a:solidFill>
                  <a:srgbClr val="352C24"/>
                </a:solidFill>
                <a:latin typeface="Segoe UI"/>
                <a:ea typeface="Segoe UI"/>
                <a:cs typeface="Segoe UI"/>
              </a:defRPr>
            </a:lvl2pPr>
            <a:lvl3pPr algn="ctr">
              <a:defRPr sz="1650" b="1">
                <a:solidFill>
                  <a:srgbClr val="352C24"/>
                </a:solidFill>
                <a:latin typeface="Segoe UI"/>
                <a:ea typeface="Segoe UI"/>
                <a:cs typeface="Segoe UI"/>
              </a:defRPr>
            </a:lvl3pPr>
            <a:lvl4pPr algn="ctr">
              <a:defRPr sz="1650" b="1">
                <a:solidFill>
                  <a:srgbClr val="352C24"/>
                </a:solidFill>
                <a:latin typeface="Segoe UI"/>
                <a:ea typeface="Segoe UI"/>
                <a:cs typeface="Segoe UI"/>
              </a:defRPr>
            </a:lvl4pPr>
            <a:lvl5pPr algn="ctr">
              <a:defRPr sz="1650" b="1">
                <a:solidFill>
                  <a:srgbClr val="352C24"/>
                </a:solidFill>
                <a:latin typeface="Segoe UI"/>
                <a:ea typeface="Segoe UI"/>
                <a:cs typeface="Segoe UI"/>
              </a:defRPr>
            </a:lvl5pPr>
            <a:lvl6pPr algn="ctr">
              <a:defRPr sz="1650" b="1">
                <a:solidFill>
                  <a:srgbClr val="352C24"/>
                </a:solidFill>
                <a:latin typeface="Segoe UI"/>
                <a:ea typeface="Segoe UI"/>
                <a:cs typeface="Segoe UI"/>
              </a:defRPr>
            </a:lvl6pPr>
            <a:lvl7pPr algn="ctr">
              <a:defRPr sz="1650" b="1">
                <a:solidFill>
                  <a:srgbClr val="352C24"/>
                </a:solidFill>
                <a:latin typeface="Segoe UI"/>
                <a:ea typeface="Segoe UI"/>
                <a:cs typeface="Segoe UI"/>
              </a:defRPr>
            </a:lvl7pPr>
            <a:lvl8pPr algn="ctr">
              <a:defRPr sz="1650" b="1">
                <a:solidFill>
                  <a:srgbClr val="352C24"/>
                </a:solidFill>
                <a:latin typeface="Segoe UI"/>
                <a:ea typeface="Segoe UI"/>
                <a:cs typeface="Segoe UI"/>
              </a:defRPr>
            </a:lvl8pPr>
            <a:lvl9pPr algn="ctr">
              <a:defRPr sz="1650" b="1">
                <a:solidFill>
                  <a:srgbClr val="352C24"/>
                </a:solidFill>
                <a:latin typeface="Segoe UI"/>
                <a:ea typeface="Segoe UI"/>
                <a:cs typeface="Segoe UI"/>
              </a:defRPr>
            </a:lvl9pPr>
          </a:lstStyle>
          <a:p xmlns:a="http://schemas.openxmlformats.org/drawingml/2006/main">
            <a:pPr algn="ctr">
              <a:defRPr sz="1650" b="1">
                <a:solidFill>
                  <a:srgbClr val="352C24"/>
                </a:solidFill>
                <a:latin typeface="Segoe UI"/>
                <a:ea typeface="Segoe UI"/>
                <a:cs typeface="Segoe UI"/>
              </a:defRPr>
            </a:pPr>
            <a:r>
              <a:rPr sz="1650" b="1">
                <a:solidFill>
                  <a:srgbClr val="352C24"/>
                </a:solidFill>
                <a:latin typeface="Segoe UI"/>
                <a:ea typeface="Segoe UI"/>
                <a:cs typeface="Segoe UI"/>
              </a:rPr>
              <a:t>Evidence &amp;</a:t>
            </a:r>
          </a:p>
          <a:p xmlns:a="http://schemas.openxmlformats.org/drawingml/2006/main">
            <a:pPr algn="ctr">
              <a:defRPr sz="1650" b="1">
                <a:solidFill>
                  <a:srgbClr val="352C24"/>
                </a:solidFill>
                <a:latin typeface="Segoe UI"/>
                <a:ea typeface="Segoe UI"/>
                <a:cs typeface="Segoe UI"/>
              </a:defRPr>
            </a:pPr>
            <a:r>
              <a:rPr sz="1650" b="1">
                <a:solidFill>
                  <a:srgbClr val="352C24"/>
                </a:solidFill>
                <a:latin typeface="Segoe UI"/>
                <a:ea typeface="Segoe UI"/>
                <a:cs typeface="Segoe UI"/>
              </a:rPr>
              <a:t>closure PDFs</a:t>
            </a:r>
          </a:p>
        </p:txBody>
      </p:sp>
      <p:sp>
        <p:nvSpPr>
          <p:cNvPr id="25" name="">
            <a:extLst xmlns:a="http://schemas.openxmlformats.org/drawingml/2006/main">
              <a:ext uri="{FF2B5EF4-FFF2-40B4-BE49-F238E27FC236}">
                <a16:creationId xmlns:a16="http://schemas.microsoft.com/office/drawing/2014/main" id="{6FA482DD-DF4D-4C6B-B73E-DAF18638F576}"/>
              </a:ext>
            </a:extLst>
          </p:cNvPr>
          <p:cNvSpPr>
            <a:spLocks xmlns:a="http://schemas.openxmlformats.org/drawingml/2006/main" noGrp="1"/>
          </p:cNvSpPr>
          <p:nvPr/>
        </p:nvSpPr>
        <p:spPr>
          <a:xfrm xmlns:a="http://schemas.openxmlformats.org/drawingml/2006/main">
            <a:off x="495300" y="3381375"/>
            <a:ext cx="50673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9C482E"/>
                </a:solidFill>
                <a:latin typeface="Segoe UI"/>
                <a:ea typeface="Segoe UI"/>
                <a:cs typeface="Segoe UI"/>
              </a:defRPr>
            </a:defPPr>
            <a:lvl1pPr algn="l">
              <a:defRPr sz="1800" b="1">
                <a:solidFill>
                  <a:srgbClr val="9C482E"/>
                </a:solidFill>
                <a:latin typeface="Segoe UI"/>
                <a:ea typeface="Segoe UI"/>
                <a:cs typeface="Segoe UI"/>
              </a:defRPr>
            </a:lvl1pPr>
            <a:lvl2pPr algn="l">
              <a:defRPr sz="1800" b="1">
                <a:solidFill>
                  <a:srgbClr val="9C482E"/>
                </a:solidFill>
                <a:latin typeface="Segoe UI"/>
                <a:ea typeface="Segoe UI"/>
                <a:cs typeface="Segoe UI"/>
              </a:defRPr>
            </a:lvl2pPr>
            <a:lvl3pPr algn="l">
              <a:defRPr sz="1800" b="1">
                <a:solidFill>
                  <a:srgbClr val="9C482E"/>
                </a:solidFill>
                <a:latin typeface="Segoe UI"/>
                <a:ea typeface="Segoe UI"/>
                <a:cs typeface="Segoe UI"/>
              </a:defRPr>
            </a:lvl3pPr>
            <a:lvl4pPr algn="l">
              <a:defRPr sz="1800" b="1">
                <a:solidFill>
                  <a:srgbClr val="9C482E"/>
                </a:solidFill>
                <a:latin typeface="Segoe UI"/>
                <a:ea typeface="Segoe UI"/>
                <a:cs typeface="Segoe UI"/>
              </a:defRPr>
            </a:lvl4pPr>
            <a:lvl5pPr algn="l">
              <a:defRPr sz="1800" b="1">
                <a:solidFill>
                  <a:srgbClr val="9C482E"/>
                </a:solidFill>
                <a:latin typeface="Segoe UI"/>
                <a:ea typeface="Segoe UI"/>
                <a:cs typeface="Segoe UI"/>
              </a:defRPr>
            </a:lvl5pPr>
            <a:lvl6pPr algn="l">
              <a:defRPr sz="1800" b="1">
                <a:solidFill>
                  <a:srgbClr val="9C482E"/>
                </a:solidFill>
                <a:latin typeface="Segoe UI"/>
                <a:ea typeface="Segoe UI"/>
                <a:cs typeface="Segoe UI"/>
              </a:defRPr>
            </a:lvl6pPr>
            <a:lvl7pPr algn="l">
              <a:defRPr sz="1800" b="1">
                <a:solidFill>
                  <a:srgbClr val="9C482E"/>
                </a:solidFill>
                <a:latin typeface="Segoe UI"/>
                <a:ea typeface="Segoe UI"/>
                <a:cs typeface="Segoe UI"/>
              </a:defRPr>
            </a:lvl7pPr>
            <a:lvl8pPr algn="l">
              <a:defRPr sz="1800" b="1">
                <a:solidFill>
                  <a:srgbClr val="9C482E"/>
                </a:solidFill>
                <a:latin typeface="Segoe UI"/>
                <a:ea typeface="Segoe UI"/>
                <a:cs typeface="Segoe UI"/>
              </a:defRPr>
            </a:lvl8pPr>
            <a:lvl9pPr algn="l">
              <a:defRPr sz="1800" b="1">
                <a:solidFill>
                  <a:srgbClr val="9C482E"/>
                </a:solidFill>
                <a:latin typeface="Segoe UI"/>
                <a:ea typeface="Segoe UI"/>
                <a:cs typeface="Segoe UI"/>
              </a:defRPr>
            </a:lvl9pPr>
          </a:lstStyle>
          <a:p xmlns:a="http://schemas.openxmlformats.org/drawingml/2006/main">
            <a:pPr algn="l">
              <a:defRPr sz="1800" b="1">
                <a:solidFill>
                  <a:srgbClr val="9C482E"/>
                </a:solidFill>
                <a:latin typeface="Segoe UI"/>
                <a:ea typeface="Segoe UI"/>
                <a:cs typeface="Segoe UI"/>
              </a:defRPr>
            </a:pPr>
            <a:r>
              <a:rPr sz="1800" b="1">
                <a:solidFill>
                  <a:srgbClr val="9C482E"/>
                </a:solidFill>
                <a:latin typeface="Segoe UI"/>
                <a:ea typeface="Segoe UI"/>
                <a:cs typeface="Segoe UI"/>
              </a:rPr>
              <a:t>COMPLAINT JOURNEY</a:t>
            </a:r>
          </a:p>
        </p:txBody>
      </p:sp>
      <p:sp>
        <p:nvSpPr>
          <p:cNvPr id="26" name="">
            <a:extLst xmlns:a="http://schemas.openxmlformats.org/drawingml/2006/main">
              <a:ext uri="{FF2B5EF4-FFF2-40B4-BE49-F238E27FC236}">
                <a16:creationId xmlns:a16="http://schemas.microsoft.com/office/drawing/2014/main" id="{2339DAF7-1B08-488C-8CC7-06F4F169E1EF}"/>
              </a:ext>
            </a:extLst>
          </p:cNvPr>
          <p:cNvSpPr>
            <a:spLocks xmlns:a="http://schemas.openxmlformats.org/drawingml/2006/main" noGrp="1"/>
          </p:cNvSpPr>
          <p:nvPr/>
        </p:nvSpPr>
        <p:spPr>
          <a:xfrm xmlns:a="http://schemas.openxmlformats.org/drawingml/2006/main">
            <a:off x="495300" y="3771900"/>
            <a:ext cx="50673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352C24"/>
                </a:solidFill>
                <a:latin typeface="Segoe UI"/>
                <a:ea typeface="Segoe UI"/>
                <a:cs typeface="Segoe UI"/>
              </a:defRPr>
            </a:defPPr>
            <a:lvl1pPr algn="l">
              <a:defRPr sz="1725" b="1">
                <a:solidFill>
                  <a:srgbClr val="352C24"/>
                </a:solidFill>
                <a:latin typeface="Segoe UI"/>
                <a:ea typeface="Segoe UI"/>
                <a:cs typeface="Segoe UI"/>
              </a:defRPr>
            </a:lvl1pPr>
            <a:lvl2pPr algn="l">
              <a:defRPr sz="1725" b="1">
                <a:solidFill>
                  <a:srgbClr val="352C24"/>
                </a:solidFill>
                <a:latin typeface="Segoe UI"/>
                <a:ea typeface="Segoe UI"/>
                <a:cs typeface="Segoe UI"/>
              </a:defRPr>
            </a:lvl2pPr>
            <a:lvl3pPr algn="l">
              <a:defRPr sz="1725" b="1">
                <a:solidFill>
                  <a:srgbClr val="352C24"/>
                </a:solidFill>
                <a:latin typeface="Segoe UI"/>
                <a:ea typeface="Segoe UI"/>
                <a:cs typeface="Segoe UI"/>
              </a:defRPr>
            </a:lvl3pPr>
            <a:lvl4pPr algn="l">
              <a:defRPr sz="1725" b="1">
                <a:solidFill>
                  <a:srgbClr val="352C24"/>
                </a:solidFill>
                <a:latin typeface="Segoe UI"/>
                <a:ea typeface="Segoe UI"/>
                <a:cs typeface="Segoe UI"/>
              </a:defRPr>
            </a:lvl4pPr>
            <a:lvl5pPr algn="l">
              <a:defRPr sz="1725" b="1">
                <a:solidFill>
                  <a:srgbClr val="352C24"/>
                </a:solidFill>
                <a:latin typeface="Segoe UI"/>
                <a:ea typeface="Segoe UI"/>
                <a:cs typeface="Segoe UI"/>
              </a:defRPr>
            </a:lvl5pPr>
            <a:lvl6pPr algn="l">
              <a:defRPr sz="1725" b="1">
                <a:solidFill>
                  <a:srgbClr val="352C24"/>
                </a:solidFill>
                <a:latin typeface="Segoe UI"/>
                <a:ea typeface="Segoe UI"/>
                <a:cs typeface="Segoe UI"/>
              </a:defRPr>
            </a:lvl6pPr>
            <a:lvl7pPr algn="l">
              <a:defRPr sz="1725" b="1">
                <a:solidFill>
                  <a:srgbClr val="352C24"/>
                </a:solidFill>
                <a:latin typeface="Segoe UI"/>
                <a:ea typeface="Segoe UI"/>
                <a:cs typeface="Segoe UI"/>
              </a:defRPr>
            </a:lvl7pPr>
            <a:lvl8pPr algn="l">
              <a:defRPr sz="1725" b="1">
                <a:solidFill>
                  <a:srgbClr val="352C24"/>
                </a:solidFill>
                <a:latin typeface="Segoe UI"/>
                <a:ea typeface="Segoe UI"/>
                <a:cs typeface="Segoe UI"/>
              </a:defRPr>
            </a:lvl8pPr>
            <a:lvl9pPr algn="l">
              <a:defRPr sz="1725" b="1">
                <a:solidFill>
                  <a:srgbClr val="352C24"/>
                </a:solidFill>
                <a:latin typeface="Segoe UI"/>
                <a:ea typeface="Segoe UI"/>
                <a:cs typeface="Segoe UI"/>
              </a:defRPr>
            </a:lvl9pPr>
          </a:lstStyle>
          <a:p xmlns:a="http://schemas.openxmlformats.org/drawingml/2006/main">
            <a:pPr algn="l">
              <a:defRPr sz="1725" b="1">
                <a:solidFill>
                  <a:srgbClr val="352C24"/>
                </a:solidFill>
                <a:latin typeface="Segoe UI"/>
                <a:ea typeface="Segoe UI"/>
                <a:cs typeface="Segoe UI"/>
              </a:defRPr>
            </a:pPr>
            <a:r>
              <a:rPr sz="1725" b="1">
                <a:solidFill>
                  <a:srgbClr val="352C24"/>
                </a:solidFill>
                <a:latin typeface="Segoe UI"/>
                <a:ea typeface="Segoe UI"/>
                <a:cs typeface="Segoe UI"/>
              </a:rPr>
              <a:t>Register → assign → coordinate → verify → communicate → close</a:t>
            </a:r>
          </a:p>
        </p:txBody>
      </p:sp>
      <p:sp>
        <p:nvSpPr>
          <p:cNvPr id="27" name="">
            <a:extLst xmlns:a="http://schemas.openxmlformats.org/drawingml/2006/main">
              <a:ext uri="{FF2B5EF4-FFF2-40B4-BE49-F238E27FC236}">
                <a16:creationId xmlns:a16="http://schemas.microsoft.com/office/drawing/2014/main" id="{8DF818F6-A207-4624-A098-5F9FDE787DE0}"/>
              </a:ext>
            </a:extLst>
          </p:cNvPr>
          <p:cNvSpPr>
            <a:spLocks xmlns:a="http://schemas.openxmlformats.org/drawingml/2006/main" noGrp="1"/>
          </p:cNvSpPr>
          <p:nvPr/>
        </p:nvSpPr>
        <p:spPr>
          <a:xfrm xmlns:a="http://schemas.openxmlformats.org/drawingml/2006/main">
            <a:off x="495300" y="4562475"/>
            <a:ext cx="50673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9C482E"/>
                </a:solidFill>
                <a:latin typeface="Segoe UI"/>
                <a:ea typeface="Segoe UI"/>
                <a:cs typeface="Segoe UI"/>
              </a:defRPr>
            </a:defPPr>
            <a:lvl1pPr algn="l">
              <a:defRPr sz="1800" b="1">
                <a:solidFill>
                  <a:srgbClr val="9C482E"/>
                </a:solidFill>
                <a:latin typeface="Segoe UI"/>
                <a:ea typeface="Segoe UI"/>
                <a:cs typeface="Segoe UI"/>
              </a:defRPr>
            </a:lvl1pPr>
            <a:lvl2pPr algn="l">
              <a:defRPr sz="1800" b="1">
                <a:solidFill>
                  <a:srgbClr val="9C482E"/>
                </a:solidFill>
                <a:latin typeface="Segoe UI"/>
                <a:ea typeface="Segoe UI"/>
                <a:cs typeface="Segoe UI"/>
              </a:defRPr>
            </a:lvl2pPr>
            <a:lvl3pPr algn="l">
              <a:defRPr sz="1800" b="1">
                <a:solidFill>
                  <a:srgbClr val="9C482E"/>
                </a:solidFill>
                <a:latin typeface="Segoe UI"/>
                <a:ea typeface="Segoe UI"/>
                <a:cs typeface="Segoe UI"/>
              </a:defRPr>
            </a:lvl3pPr>
            <a:lvl4pPr algn="l">
              <a:defRPr sz="1800" b="1">
                <a:solidFill>
                  <a:srgbClr val="9C482E"/>
                </a:solidFill>
                <a:latin typeface="Segoe UI"/>
                <a:ea typeface="Segoe UI"/>
                <a:cs typeface="Segoe UI"/>
              </a:defRPr>
            </a:lvl4pPr>
            <a:lvl5pPr algn="l">
              <a:defRPr sz="1800" b="1">
                <a:solidFill>
                  <a:srgbClr val="9C482E"/>
                </a:solidFill>
                <a:latin typeface="Segoe UI"/>
                <a:ea typeface="Segoe UI"/>
                <a:cs typeface="Segoe UI"/>
              </a:defRPr>
            </a:lvl5pPr>
            <a:lvl6pPr algn="l">
              <a:defRPr sz="1800" b="1">
                <a:solidFill>
                  <a:srgbClr val="9C482E"/>
                </a:solidFill>
                <a:latin typeface="Segoe UI"/>
                <a:ea typeface="Segoe UI"/>
                <a:cs typeface="Segoe UI"/>
              </a:defRPr>
            </a:lvl6pPr>
            <a:lvl7pPr algn="l">
              <a:defRPr sz="1800" b="1">
                <a:solidFill>
                  <a:srgbClr val="9C482E"/>
                </a:solidFill>
                <a:latin typeface="Segoe UI"/>
                <a:ea typeface="Segoe UI"/>
                <a:cs typeface="Segoe UI"/>
              </a:defRPr>
            </a:lvl7pPr>
            <a:lvl8pPr algn="l">
              <a:defRPr sz="1800" b="1">
                <a:solidFill>
                  <a:srgbClr val="9C482E"/>
                </a:solidFill>
                <a:latin typeface="Segoe UI"/>
                <a:ea typeface="Segoe UI"/>
                <a:cs typeface="Segoe UI"/>
              </a:defRPr>
            </a:lvl8pPr>
            <a:lvl9pPr algn="l">
              <a:defRPr sz="1800" b="1">
                <a:solidFill>
                  <a:srgbClr val="9C482E"/>
                </a:solidFill>
                <a:latin typeface="Segoe UI"/>
                <a:ea typeface="Segoe UI"/>
                <a:cs typeface="Segoe UI"/>
              </a:defRPr>
            </a:lvl9pPr>
          </a:lstStyle>
          <a:p xmlns:a="http://schemas.openxmlformats.org/drawingml/2006/main">
            <a:pPr algn="l">
              <a:defRPr sz="1800" b="1">
                <a:solidFill>
                  <a:srgbClr val="9C482E"/>
                </a:solidFill>
                <a:latin typeface="Segoe UI"/>
                <a:ea typeface="Segoe UI"/>
                <a:cs typeface="Segoe UI"/>
              </a:defRPr>
            </a:pPr>
            <a:r>
              <a:rPr sz="1800" b="1">
                <a:solidFill>
                  <a:srgbClr val="9C482E"/>
                </a:solidFill>
                <a:latin typeface="Segoe UI"/>
                <a:ea typeface="Segoe UI"/>
                <a:cs typeface="Segoe UI"/>
              </a:rPr>
              <a:t>WHO USES IT</a:t>
            </a:r>
          </a:p>
        </p:txBody>
      </p:sp>
      <p:sp>
        <p:nvSpPr>
          <p:cNvPr id="28" name="">
            <a:extLst xmlns:a="http://schemas.openxmlformats.org/drawingml/2006/main">
              <a:ext uri="{FF2B5EF4-FFF2-40B4-BE49-F238E27FC236}">
                <a16:creationId xmlns:a16="http://schemas.microsoft.com/office/drawing/2014/main" id="{7DEB24E3-E104-4D58-BC62-548E90847058}"/>
              </a:ext>
            </a:extLst>
          </p:cNvPr>
          <p:cNvSpPr>
            <a:spLocks xmlns:a="http://schemas.openxmlformats.org/drawingml/2006/main" noGrp="1"/>
          </p:cNvSpPr>
          <p:nvPr/>
        </p:nvSpPr>
        <p:spPr>
          <a:xfrm xmlns:a="http://schemas.openxmlformats.org/drawingml/2006/main">
            <a:off x="495300" y="4914900"/>
            <a:ext cx="50673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352C24"/>
                </a:solidFill>
                <a:latin typeface="Segoe UI"/>
                <a:ea typeface="Segoe UI"/>
                <a:cs typeface="Segoe UI"/>
              </a:defRPr>
            </a:defPPr>
            <a:lvl1pPr algn="l">
              <a:defRPr sz="1650" b="0">
                <a:solidFill>
                  <a:srgbClr val="352C24"/>
                </a:solidFill>
                <a:latin typeface="Segoe UI"/>
                <a:ea typeface="Segoe UI"/>
                <a:cs typeface="Segoe UI"/>
              </a:defRPr>
            </a:lvl1pPr>
            <a:lvl2pPr algn="l">
              <a:defRPr sz="1650" b="0">
                <a:solidFill>
                  <a:srgbClr val="352C24"/>
                </a:solidFill>
                <a:latin typeface="Segoe UI"/>
                <a:ea typeface="Segoe UI"/>
                <a:cs typeface="Segoe UI"/>
              </a:defRPr>
            </a:lvl2pPr>
            <a:lvl3pPr algn="l">
              <a:defRPr sz="1650" b="0">
                <a:solidFill>
                  <a:srgbClr val="352C24"/>
                </a:solidFill>
                <a:latin typeface="Segoe UI"/>
                <a:ea typeface="Segoe UI"/>
                <a:cs typeface="Segoe UI"/>
              </a:defRPr>
            </a:lvl3pPr>
            <a:lvl4pPr algn="l">
              <a:defRPr sz="1650" b="0">
                <a:solidFill>
                  <a:srgbClr val="352C24"/>
                </a:solidFill>
                <a:latin typeface="Segoe UI"/>
                <a:ea typeface="Segoe UI"/>
                <a:cs typeface="Segoe UI"/>
              </a:defRPr>
            </a:lvl4pPr>
            <a:lvl5pPr algn="l">
              <a:defRPr sz="1650" b="0">
                <a:solidFill>
                  <a:srgbClr val="352C24"/>
                </a:solidFill>
                <a:latin typeface="Segoe UI"/>
                <a:ea typeface="Segoe UI"/>
                <a:cs typeface="Segoe UI"/>
              </a:defRPr>
            </a:lvl5pPr>
            <a:lvl6pPr algn="l">
              <a:defRPr sz="1650" b="0">
                <a:solidFill>
                  <a:srgbClr val="352C24"/>
                </a:solidFill>
                <a:latin typeface="Segoe UI"/>
                <a:ea typeface="Segoe UI"/>
                <a:cs typeface="Segoe UI"/>
              </a:defRPr>
            </a:lvl6pPr>
            <a:lvl7pPr algn="l">
              <a:defRPr sz="1650" b="0">
                <a:solidFill>
                  <a:srgbClr val="352C24"/>
                </a:solidFill>
                <a:latin typeface="Segoe UI"/>
                <a:ea typeface="Segoe UI"/>
                <a:cs typeface="Segoe UI"/>
              </a:defRPr>
            </a:lvl7pPr>
            <a:lvl8pPr algn="l">
              <a:defRPr sz="1650" b="0">
                <a:solidFill>
                  <a:srgbClr val="352C24"/>
                </a:solidFill>
                <a:latin typeface="Segoe UI"/>
                <a:ea typeface="Segoe UI"/>
                <a:cs typeface="Segoe UI"/>
              </a:defRPr>
            </a:lvl8pPr>
            <a:lvl9pPr algn="l">
              <a:defRPr sz="1650" b="0">
                <a:solidFill>
                  <a:srgbClr val="352C24"/>
                </a:solidFill>
                <a:latin typeface="Segoe UI"/>
                <a:ea typeface="Segoe UI"/>
                <a:cs typeface="Segoe UI"/>
              </a:defRPr>
            </a:lvl9pPr>
          </a:lstStyle>
          <a:p xmlns:a="http://schemas.openxmlformats.org/drawingml/2006/main">
            <a:pPr algn="l">
              <a:defRPr sz="1650" b="0">
                <a:solidFill>
                  <a:srgbClr val="352C24"/>
                </a:solidFill>
                <a:latin typeface="Segoe UI"/>
                <a:ea typeface="Segoe UI"/>
                <a:cs typeface="Segoe UI"/>
              </a:defRPr>
            </a:pPr>
            <a:r>
              <a:rPr sz="1650" b="0">
                <a:solidFill>
                  <a:srgbClr val="352C24"/>
                </a:solidFill>
                <a:latin typeface="Segoe UI"/>
                <a:ea typeface="Segoe UI"/>
                <a:cs typeface="Segoe UI"/>
              </a:rPr>
              <a:t>Students, parents, faculty, staff and other stakeholders; approved officers, leads, reviewers and appointed participants.</a:t>
            </a:r>
          </a:p>
        </p:txBody>
      </p:sp>
      <p:sp>
        <p:nvSpPr>
          <p:cNvPr id="29" name="">
            <a:extLst xmlns:a="http://schemas.openxmlformats.org/drawingml/2006/main">
              <a:ext uri="{FF2B5EF4-FFF2-40B4-BE49-F238E27FC236}">
                <a16:creationId xmlns:a16="http://schemas.microsoft.com/office/drawing/2014/main" id="{2ED63C0B-8CBC-4666-8533-C3CBB096E9E9}"/>
              </a:ext>
            </a:extLst>
          </p:cNvPr>
          <p:cNvSpPr>
            <a:spLocks xmlns:a="http://schemas.openxmlformats.org/drawingml/2006/main" noGrp="1"/>
          </p:cNvSpPr>
          <p:nvPr/>
        </p:nvSpPr>
        <p:spPr>
          <a:xfrm xmlns:a="http://schemas.openxmlformats.org/drawingml/2006/main">
            <a:off x="495300" y="58674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816C59"/>
                </a:solidFill>
                <a:latin typeface="Segoe UI"/>
                <a:ea typeface="Segoe UI"/>
                <a:cs typeface="Segoe UI"/>
              </a:defRPr>
            </a:defPPr>
            <a:lvl1pPr algn="l">
              <a:defRPr sz="1575" b="0">
                <a:solidFill>
                  <a:srgbClr val="816C59"/>
                </a:solidFill>
                <a:latin typeface="Segoe UI"/>
                <a:ea typeface="Segoe UI"/>
                <a:cs typeface="Segoe UI"/>
              </a:defRPr>
            </a:lvl1pPr>
            <a:lvl2pPr algn="l">
              <a:defRPr sz="1575" b="0">
                <a:solidFill>
                  <a:srgbClr val="816C59"/>
                </a:solidFill>
                <a:latin typeface="Segoe UI"/>
                <a:ea typeface="Segoe UI"/>
                <a:cs typeface="Segoe UI"/>
              </a:defRPr>
            </a:lvl2pPr>
            <a:lvl3pPr algn="l">
              <a:defRPr sz="1575" b="0">
                <a:solidFill>
                  <a:srgbClr val="816C59"/>
                </a:solidFill>
                <a:latin typeface="Segoe UI"/>
                <a:ea typeface="Segoe UI"/>
                <a:cs typeface="Segoe UI"/>
              </a:defRPr>
            </a:lvl3pPr>
            <a:lvl4pPr algn="l">
              <a:defRPr sz="1575" b="0">
                <a:solidFill>
                  <a:srgbClr val="816C59"/>
                </a:solidFill>
                <a:latin typeface="Segoe UI"/>
                <a:ea typeface="Segoe UI"/>
                <a:cs typeface="Segoe UI"/>
              </a:defRPr>
            </a:lvl4pPr>
            <a:lvl5pPr algn="l">
              <a:defRPr sz="1575" b="0">
                <a:solidFill>
                  <a:srgbClr val="816C59"/>
                </a:solidFill>
                <a:latin typeface="Segoe UI"/>
                <a:ea typeface="Segoe UI"/>
                <a:cs typeface="Segoe UI"/>
              </a:defRPr>
            </a:lvl5pPr>
            <a:lvl6pPr algn="l">
              <a:defRPr sz="1575" b="0">
                <a:solidFill>
                  <a:srgbClr val="816C59"/>
                </a:solidFill>
                <a:latin typeface="Segoe UI"/>
                <a:ea typeface="Segoe UI"/>
                <a:cs typeface="Segoe UI"/>
              </a:defRPr>
            </a:lvl6pPr>
            <a:lvl7pPr algn="l">
              <a:defRPr sz="1575" b="0">
                <a:solidFill>
                  <a:srgbClr val="816C59"/>
                </a:solidFill>
                <a:latin typeface="Segoe UI"/>
                <a:ea typeface="Segoe UI"/>
                <a:cs typeface="Segoe UI"/>
              </a:defRPr>
            </a:lvl7pPr>
            <a:lvl8pPr algn="l">
              <a:defRPr sz="1575" b="0">
                <a:solidFill>
                  <a:srgbClr val="816C59"/>
                </a:solidFill>
                <a:latin typeface="Segoe UI"/>
                <a:ea typeface="Segoe UI"/>
                <a:cs typeface="Segoe UI"/>
              </a:defRPr>
            </a:lvl8pPr>
            <a:lvl9pPr algn="l">
              <a:defRPr sz="1575" b="0">
                <a:solidFill>
                  <a:srgbClr val="816C59"/>
                </a:solidFill>
                <a:latin typeface="Segoe UI"/>
                <a:ea typeface="Segoe UI"/>
                <a:cs typeface="Segoe UI"/>
              </a:defRPr>
            </a:lvl9pPr>
          </a:lstStyle>
          <a:p xmlns:a="http://schemas.openxmlformats.org/drawingml/2006/main">
            <a:pPr algn="l">
              <a:defRPr sz="1575" b="0">
                <a:solidFill>
                  <a:srgbClr val="816C59"/>
                </a:solidFill>
                <a:latin typeface="Segoe UI"/>
                <a:ea typeface="Segoe UI"/>
                <a:cs typeface="Segoe UI"/>
              </a:defRPr>
            </a:pPr>
            <a:r>
              <a:rPr sz="1575" b="0">
                <a:solidFill>
                  <a:srgbClr val="816C59"/>
                </a:solidFill>
                <a:latin typeface="Segoe UI"/>
                <a:ea typeface="Segoe UI"/>
                <a:cs typeface="Segoe UI"/>
              </a:rPr>
              <a:t>Original receipt, source, ownership and action history stay connected.</a:t>
            </a:r>
          </a:p>
        </p:txBody>
      </p:sp>
      <p:pic>
        <p:nvPicPr>
          <p:cNvPr id="30" name="">
            <a:extLst xmlns:a="http://schemas.openxmlformats.org/drawingml/2006/main">
              <a:ext uri="{FF2B5EF4-FFF2-40B4-BE49-F238E27FC236}">
                <a16:creationId xmlns:a16="http://schemas.microsoft.com/office/drawing/2014/main" id="{01D1F76D-D12C-40D1-BAAF-749800F868A6}"/>
              </a:ext>
            </a:extLst>
          </p:cNvPr>
          <p:cNvPicPr>
            <a:picLocks xmlns:a="http://schemas.openxmlformats.org/drawingml/2006/main" noChangeAspect="1"/>
          </p:cNvPicPr>
          <p:nvPr/>
        </p:nvPicPr>
        <p:blipFill>
          <a:blip xmlns:r="http://schemas.openxmlformats.org/officeDocument/2006/relationships" xmlns:a="http://schemas.openxmlformats.org/drawingml/2006/main" r:embed="R9659d94503a446d0"/>
          <a:stretch xmlns:a="http://schemas.openxmlformats.org/drawingml/2006/main"/>
        </p:blipFill>
        <p:spPr>
          <a:xfrm xmlns:a="http://schemas.openxmlformats.org/drawingml/2006/main">
            <a:off x="6913984" y="3343275"/>
            <a:ext cx="4002833" cy="2724150"/>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0D901537-3CED-40F3-A0B9-E16C11CC0CED}"/>
              </a:ext>
            </a:extLst>
          </p:cNvPr>
          <p:cNvSpPr>
            <a:spLocks xmlns:a="http://schemas.openxmlformats.org/drawingml/2006/main" noGrp="1"/>
          </p:cNvSpPr>
          <p:nvPr/>
        </p:nvSpPr>
        <p:spPr>
          <a:xfrm xmlns:a="http://schemas.openxmlformats.org/drawingml/2006/main">
            <a:off x="6134100" y="6162675"/>
            <a:ext cx="5562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0">
                <a:solidFill>
                  <a:srgbClr val="9C482E"/>
                </a:solidFill>
                <a:latin typeface="Segoe UI"/>
                <a:ea typeface="Segoe UI"/>
                <a:cs typeface="Segoe UI"/>
              </a:defRPr>
            </a:defPPr>
            <a:lvl1pPr algn="l">
              <a:defRPr sz="1350" b="0">
                <a:solidFill>
                  <a:srgbClr val="9C482E"/>
                </a:solidFill>
                <a:latin typeface="Segoe UI"/>
                <a:ea typeface="Segoe UI"/>
                <a:cs typeface="Segoe UI"/>
              </a:defRPr>
            </a:lvl1pPr>
            <a:lvl2pPr algn="l">
              <a:defRPr sz="1350" b="0">
                <a:solidFill>
                  <a:srgbClr val="9C482E"/>
                </a:solidFill>
                <a:latin typeface="Segoe UI"/>
                <a:ea typeface="Segoe UI"/>
                <a:cs typeface="Segoe UI"/>
              </a:defRPr>
            </a:lvl2pPr>
            <a:lvl3pPr algn="l">
              <a:defRPr sz="1350" b="0">
                <a:solidFill>
                  <a:srgbClr val="9C482E"/>
                </a:solidFill>
                <a:latin typeface="Segoe UI"/>
                <a:ea typeface="Segoe UI"/>
                <a:cs typeface="Segoe UI"/>
              </a:defRPr>
            </a:lvl3pPr>
            <a:lvl4pPr algn="l">
              <a:defRPr sz="1350" b="0">
                <a:solidFill>
                  <a:srgbClr val="9C482E"/>
                </a:solidFill>
                <a:latin typeface="Segoe UI"/>
                <a:ea typeface="Segoe UI"/>
                <a:cs typeface="Segoe UI"/>
              </a:defRPr>
            </a:lvl4pPr>
            <a:lvl5pPr algn="l">
              <a:defRPr sz="1350" b="0">
                <a:solidFill>
                  <a:srgbClr val="9C482E"/>
                </a:solidFill>
                <a:latin typeface="Segoe UI"/>
                <a:ea typeface="Segoe UI"/>
                <a:cs typeface="Segoe UI"/>
              </a:defRPr>
            </a:lvl5pPr>
            <a:lvl6pPr algn="l">
              <a:defRPr sz="1350" b="0">
                <a:solidFill>
                  <a:srgbClr val="9C482E"/>
                </a:solidFill>
                <a:latin typeface="Segoe UI"/>
                <a:ea typeface="Segoe UI"/>
                <a:cs typeface="Segoe UI"/>
              </a:defRPr>
            </a:lvl6pPr>
            <a:lvl7pPr algn="l">
              <a:defRPr sz="1350" b="0">
                <a:solidFill>
                  <a:srgbClr val="9C482E"/>
                </a:solidFill>
                <a:latin typeface="Segoe UI"/>
                <a:ea typeface="Segoe UI"/>
                <a:cs typeface="Segoe UI"/>
              </a:defRPr>
            </a:lvl7pPr>
            <a:lvl8pPr algn="l">
              <a:defRPr sz="1350" b="0">
                <a:solidFill>
                  <a:srgbClr val="9C482E"/>
                </a:solidFill>
                <a:latin typeface="Segoe UI"/>
                <a:ea typeface="Segoe UI"/>
                <a:cs typeface="Segoe UI"/>
              </a:defRPr>
            </a:lvl8pPr>
            <a:lvl9pPr algn="l">
              <a:defRPr sz="1350" b="0">
                <a:solidFill>
                  <a:srgbClr val="9C482E"/>
                </a:solidFill>
                <a:latin typeface="Segoe UI"/>
                <a:ea typeface="Segoe UI"/>
                <a:cs typeface="Segoe UI"/>
              </a:defRPr>
            </a:lvl9pPr>
          </a:lstStyle>
          <a:p xmlns:a="http://schemas.openxmlformats.org/drawingml/2006/main">
            <a:pPr algn="l">
              <a:defRPr sz="1350" b="0">
                <a:solidFill>
                  <a:srgbClr val="9C482E"/>
                </a:solidFill>
                <a:latin typeface="Segoe UI"/>
                <a:ea typeface="Segoe UI"/>
                <a:cs typeface="Segoe UI"/>
              </a:defRPr>
            </a:pPr>
            <a:r>
              <a:rPr sz="1350" u="sng">
                <a:solidFill>
                  <a:srgbClr val="9C482E"/>
                </a:solidFill>
                <a:latin typeface="Segoe UI"/>
                <a:ea typeface="Segoe UI"/>
                <a:cs typeface="Segoe UI"/>
                <a:hlinkClick xmlns:r="http://schemas.openxmlformats.org/officeDocument/2006/relationships" r:id="Redd269fe928846cb"/>
              </a:rPr>
              <a:t>Live: sih-solution-kappa.vercel.app</a:t>
            </a:r>
          </a:p>
        </p:txBody>
      </p:sp>
    </p:spTree>
    <p:extLst>
      <p:ext uri="{BB962C8B-B14F-4D97-AF65-F5344CB8AC3E}">
        <p14:creationId xmlns:p14="http://schemas.microsoft.com/office/powerpoint/2010/main" val="1943415103"/>
      </p:ext>
    </p:extLst>
  </p:cSld>
</p:sld>
</file>

<file path=ppt/slides/slide2.xml><?xml version="1.0" encoding="utf-8"?>
<p:sld xmlns:p="http://schemas.openxmlformats.org/presentationml/2006/main">
  <p:cSld>
    <p:bg>
      <p:bgPr>
        <a:solidFill xmlns:a="http://schemas.openxmlformats.org/drawingml/2006/main">
          <a:srgbClr val="F8F4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BA15E12-1A57-4BDF-8286-7AD11B9A6B38}"/>
              </a:ext>
            </a:extLst>
          </p:cNvPr>
          <p:cNvSpPr>
            <a:spLocks xmlns:a="http://schemas.openxmlformats.org/drawingml/2006/main" noGrp="1"/>
          </p:cNvSpPr>
          <p:nvPr/>
        </p:nvSpPr>
        <p:spPr>
          <a:xfrm xmlns:a="http://schemas.openxmlformats.org/drawingml/2006/main">
            <a:off x="425768" y="266700"/>
            <a:ext cx="1428750" cy="590550"/>
          </a:xfrm>
          <a:prstGeom xmlns:a="http://schemas.openxmlformats.org/drawingml/2006/main" prst="rect">
            <a:avLst/>
          </a:prstGeom>
          <a:solidFill xmlns:a="http://schemas.openxmlformats.org/drawingml/2006/main">
            <a:srgbClr val="FFFDF9"/>
          </a:solidFill>
          <a:ln xmlns:a="http://schemas.openxmlformats.org/drawingml/2006/main" w="9525">
            <a:solidFill>
              <a:srgbClr val="9C482E"/>
            </a:solidFill>
          </a:ln>
        </p:spPr>
      </p:sp>
      <p:sp>
        <p:nvSpPr>
          <p:cNvPr id="3" name="">
            <a:extLst xmlns:a="http://schemas.openxmlformats.org/drawingml/2006/main">
              <a:ext uri="{FF2B5EF4-FFF2-40B4-BE49-F238E27FC236}">
                <a16:creationId xmlns:a16="http://schemas.microsoft.com/office/drawing/2014/main" id="{50C9281D-0AC6-4899-854A-05C37D336D0B}"/>
              </a:ext>
            </a:extLst>
          </p:cNvPr>
          <p:cNvSpPr>
            <a:spLocks xmlns:a="http://schemas.openxmlformats.org/drawingml/2006/main" noGrp="1"/>
          </p:cNvSpPr>
          <p:nvPr/>
        </p:nvSpPr>
        <p:spPr>
          <a:xfrm xmlns:a="http://schemas.openxmlformats.org/drawingml/2006/main">
            <a:off x="511493" y="447675"/>
            <a:ext cx="1257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275" b="1">
                <a:solidFill>
                  <a:srgbClr val="9C482E"/>
                </a:solidFill>
                <a:latin typeface="Segoe UI"/>
                <a:ea typeface="Segoe UI"/>
                <a:cs typeface="Segoe UI"/>
              </a:defRPr>
            </a:defPPr>
            <a:lvl1pPr algn="ctr">
              <a:defRPr sz="1275" b="1">
                <a:solidFill>
                  <a:srgbClr val="9C482E"/>
                </a:solidFill>
                <a:latin typeface="Segoe UI"/>
                <a:ea typeface="Segoe UI"/>
                <a:cs typeface="Segoe UI"/>
              </a:defRPr>
            </a:lvl1pPr>
            <a:lvl2pPr algn="ctr">
              <a:defRPr sz="1275" b="1">
                <a:solidFill>
                  <a:srgbClr val="9C482E"/>
                </a:solidFill>
                <a:latin typeface="Segoe UI"/>
                <a:ea typeface="Segoe UI"/>
                <a:cs typeface="Segoe UI"/>
              </a:defRPr>
            </a:lvl2pPr>
            <a:lvl3pPr algn="ctr">
              <a:defRPr sz="1275" b="1">
                <a:solidFill>
                  <a:srgbClr val="9C482E"/>
                </a:solidFill>
                <a:latin typeface="Segoe UI"/>
                <a:ea typeface="Segoe UI"/>
                <a:cs typeface="Segoe UI"/>
              </a:defRPr>
            </a:lvl3pPr>
            <a:lvl4pPr algn="ctr">
              <a:defRPr sz="1275" b="1">
                <a:solidFill>
                  <a:srgbClr val="9C482E"/>
                </a:solidFill>
                <a:latin typeface="Segoe UI"/>
                <a:ea typeface="Segoe UI"/>
                <a:cs typeface="Segoe UI"/>
              </a:defRPr>
            </a:lvl4pPr>
            <a:lvl5pPr algn="ctr">
              <a:defRPr sz="1275" b="1">
                <a:solidFill>
                  <a:srgbClr val="9C482E"/>
                </a:solidFill>
                <a:latin typeface="Segoe UI"/>
                <a:ea typeface="Segoe UI"/>
                <a:cs typeface="Segoe UI"/>
              </a:defRPr>
            </a:lvl5pPr>
            <a:lvl6pPr algn="ctr">
              <a:defRPr sz="1275" b="1">
                <a:solidFill>
                  <a:srgbClr val="9C482E"/>
                </a:solidFill>
                <a:latin typeface="Segoe UI"/>
                <a:ea typeface="Segoe UI"/>
                <a:cs typeface="Segoe UI"/>
              </a:defRPr>
            </a:lvl6pPr>
            <a:lvl7pPr algn="ctr">
              <a:defRPr sz="1275" b="1">
                <a:solidFill>
                  <a:srgbClr val="9C482E"/>
                </a:solidFill>
                <a:latin typeface="Segoe UI"/>
                <a:ea typeface="Segoe UI"/>
                <a:cs typeface="Segoe UI"/>
              </a:defRPr>
            </a:lvl7pPr>
            <a:lvl8pPr algn="ctr">
              <a:defRPr sz="1275" b="1">
                <a:solidFill>
                  <a:srgbClr val="9C482E"/>
                </a:solidFill>
                <a:latin typeface="Segoe UI"/>
                <a:ea typeface="Segoe UI"/>
                <a:cs typeface="Segoe UI"/>
              </a:defRPr>
            </a:lvl8pPr>
            <a:lvl9pPr algn="ctr">
              <a:defRPr sz="1275" b="1">
                <a:solidFill>
                  <a:srgbClr val="9C482E"/>
                </a:solidFill>
                <a:latin typeface="Segoe UI"/>
                <a:ea typeface="Segoe UI"/>
                <a:cs typeface="Segoe UI"/>
              </a:defRPr>
            </a:lvl9pPr>
          </a:lstStyle>
          <a:p xmlns:a="http://schemas.openxmlformats.org/drawingml/2006/main">
            <a:pPr algn="ctr">
              <a:defRPr sz="1425" b="1">
                <a:solidFill>
                  <a:srgbClr val="9C482E"/>
                </a:solidFill>
                <a:latin typeface="Segoe UI"/>
                <a:ea typeface="Segoe UI"/>
                <a:cs typeface="Segoe UI"/>
              </a:defRPr>
            </a:pPr>
            <a:r>
              <a:rPr sz="1275" b="1">
                <a:solidFill>
                  <a:srgbClr val="9C482E"/>
                </a:solidFill>
                <a:latin typeface="Segoe UI"/>
                <a:ea typeface="Segoe UI"/>
                <a:cs typeface="Segoe UI"/>
              </a:rPr>
              <a:t>TEAM MODEST</a:t>
            </a:r>
          </a:p>
        </p:txBody>
      </p:sp>
      <p:sp>
        <p:nvSpPr>
          <p:cNvPr id="4" name="">
            <a:extLst xmlns:a="http://schemas.openxmlformats.org/drawingml/2006/main">
              <a:ext uri="{FF2B5EF4-FFF2-40B4-BE49-F238E27FC236}">
                <a16:creationId xmlns:a16="http://schemas.microsoft.com/office/drawing/2014/main" id="{8AEE1CF2-B635-4EAA-AAC8-46D28B756544}"/>
              </a:ext>
            </a:extLst>
          </p:cNvPr>
          <p:cNvSpPr>
            <a:spLocks xmlns:a="http://schemas.openxmlformats.org/drawingml/2006/main" noGrp="1"/>
          </p:cNvSpPr>
          <p:nvPr/>
        </p:nvSpPr>
        <p:spPr>
          <a:xfrm xmlns:a="http://schemas.openxmlformats.org/drawingml/2006/main">
            <a:off x="2143125" y="295275"/>
            <a:ext cx="8286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3225" b="1">
                <a:solidFill>
                  <a:srgbClr val="352C24"/>
                </a:solidFill>
                <a:latin typeface="Georgia"/>
                <a:ea typeface="Georgia"/>
                <a:cs typeface="Georgia"/>
              </a:defRPr>
            </a:defPPr>
            <a:lvl1pPr algn="ctr">
              <a:defRPr sz="3225" b="1">
                <a:solidFill>
                  <a:srgbClr val="352C24"/>
                </a:solidFill>
                <a:latin typeface="Georgia"/>
                <a:ea typeface="Georgia"/>
                <a:cs typeface="Georgia"/>
              </a:defRPr>
            </a:lvl1pPr>
            <a:lvl2pPr algn="ctr">
              <a:defRPr sz="3225" b="1">
                <a:solidFill>
                  <a:srgbClr val="352C24"/>
                </a:solidFill>
                <a:latin typeface="Georgia"/>
                <a:ea typeface="Georgia"/>
                <a:cs typeface="Georgia"/>
              </a:defRPr>
            </a:lvl2pPr>
            <a:lvl3pPr algn="ctr">
              <a:defRPr sz="3225" b="1">
                <a:solidFill>
                  <a:srgbClr val="352C24"/>
                </a:solidFill>
                <a:latin typeface="Georgia"/>
                <a:ea typeface="Georgia"/>
                <a:cs typeface="Georgia"/>
              </a:defRPr>
            </a:lvl3pPr>
            <a:lvl4pPr algn="ctr">
              <a:defRPr sz="3225" b="1">
                <a:solidFill>
                  <a:srgbClr val="352C24"/>
                </a:solidFill>
                <a:latin typeface="Georgia"/>
                <a:ea typeface="Georgia"/>
                <a:cs typeface="Georgia"/>
              </a:defRPr>
            </a:lvl4pPr>
            <a:lvl5pPr algn="ctr">
              <a:defRPr sz="3225" b="1">
                <a:solidFill>
                  <a:srgbClr val="352C24"/>
                </a:solidFill>
                <a:latin typeface="Georgia"/>
                <a:ea typeface="Georgia"/>
                <a:cs typeface="Georgia"/>
              </a:defRPr>
            </a:lvl5pPr>
            <a:lvl6pPr algn="ctr">
              <a:defRPr sz="3225" b="1">
                <a:solidFill>
                  <a:srgbClr val="352C24"/>
                </a:solidFill>
                <a:latin typeface="Georgia"/>
                <a:ea typeface="Georgia"/>
                <a:cs typeface="Georgia"/>
              </a:defRPr>
            </a:lvl6pPr>
            <a:lvl7pPr algn="ctr">
              <a:defRPr sz="3225" b="1">
                <a:solidFill>
                  <a:srgbClr val="352C24"/>
                </a:solidFill>
                <a:latin typeface="Georgia"/>
                <a:ea typeface="Georgia"/>
                <a:cs typeface="Georgia"/>
              </a:defRPr>
            </a:lvl7pPr>
            <a:lvl8pPr algn="ctr">
              <a:defRPr sz="3225" b="1">
                <a:solidFill>
                  <a:srgbClr val="352C24"/>
                </a:solidFill>
                <a:latin typeface="Georgia"/>
                <a:ea typeface="Georgia"/>
                <a:cs typeface="Georgia"/>
              </a:defRPr>
            </a:lvl8pPr>
            <a:lvl9pPr algn="ctr">
              <a:defRPr sz="3225" b="1">
                <a:solidFill>
                  <a:srgbClr val="352C24"/>
                </a:solidFill>
                <a:latin typeface="Georgia"/>
                <a:ea typeface="Georgia"/>
                <a:cs typeface="Georgia"/>
              </a:defRPr>
            </a:lvl9pPr>
          </a:lstStyle>
          <a:p xmlns:a="http://schemas.openxmlformats.org/drawingml/2006/main">
            <a:pPr algn="ctr">
              <a:defRPr sz="3225" b="1">
                <a:solidFill>
                  <a:srgbClr val="352C24"/>
                </a:solidFill>
                <a:latin typeface="Georgia"/>
                <a:ea typeface="Georgia"/>
                <a:cs typeface="Georgia"/>
              </a:defRPr>
            </a:pPr>
            <a:r>
              <a:rPr sz="3225" b="1">
                <a:solidFill>
                  <a:srgbClr val="352C24"/>
                </a:solidFill>
                <a:latin typeface="Georgia"/>
                <a:ea typeface="Georgia"/>
                <a:cs typeface="Georgia"/>
              </a:rPr>
              <a:t>TECHNICAL APPROACH</a:t>
            </a:r>
          </a:p>
        </p:txBody>
      </p:sp>
      <p:pic>
        <p:nvPicPr>
          <p:cNvPr id="5" name="">
            <a:extLst xmlns:a="http://schemas.openxmlformats.org/drawingml/2006/main">
              <a:ext uri="{FF2B5EF4-FFF2-40B4-BE49-F238E27FC236}">
                <a16:creationId xmlns:a16="http://schemas.microsoft.com/office/drawing/2014/main" id="{FB91C0B4-98EC-4A49-A560-AD6337EC8323}"/>
              </a:ext>
            </a:extLst>
          </p:cNvPr>
          <p:cNvPicPr>
            <a:picLocks xmlns:a="http://schemas.openxmlformats.org/drawingml/2006/main" noChangeAspect="1"/>
          </p:cNvPicPr>
          <p:nvPr/>
        </p:nvPicPr>
        <p:blipFill>
          <a:blip xmlns:r="http://schemas.openxmlformats.org/officeDocument/2006/relationships" xmlns:a="http://schemas.openxmlformats.org/drawingml/2006/main" r:embed="R1e499946a42f456f"/>
          <a:stretch xmlns:a="http://schemas.openxmlformats.org/drawingml/2006/main"/>
        </p:blipFill>
        <p:spPr>
          <a:xfrm xmlns:a="http://schemas.openxmlformats.org/drawingml/2006/main">
            <a:off x="10808018" y="142875"/>
            <a:ext cx="952500" cy="952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395AD8E-13F9-4C35-93A4-8CE57F33A13B}"/>
              </a:ext>
            </a:extLst>
          </p:cNvPr>
          <p:cNvSpPr>
            <a:spLocks xmlns:a="http://schemas.openxmlformats.org/drawingml/2006/main" noGrp="1"/>
          </p:cNvSpPr>
          <p:nvPr/>
        </p:nvSpPr>
        <p:spPr>
          <a:xfrm xmlns:a="http://schemas.openxmlformats.org/drawingml/2006/main">
            <a:off x="425768" y="1066800"/>
            <a:ext cx="11353800" cy="28575"/>
          </a:xfrm>
          <a:prstGeom xmlns:a="http://schemas.openxmlformats.org/drawingml/2006/main" prst="rect">
            <a:avLst/>
          </a:prstGeom>
          <a:solidFill xmlns:a="http://schemas.openxmlformats.org/drawingml/2006/main">
            <a:srgbClr val="9C482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A1B1433-E7C5-4A4E-81D7-B9CED04C4BDC}"/>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9C482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5D910E4-CE73-40D2-AE7D-6F4CE50EC479}"/>
              </a:ext>
            </a:extLst>
          </p:cNvPr>
          <p:cNvSpPr>
            <a:spLocks xmlns:a="http://schemas.openxmlformats.org/drawingml/2006/main" noGrp="1"/>
          </p:cNvSpPr>
          <p:nvPr/>
        </p:nvSpPr>
        <p:spPr>
          <a:xfrm xmlns:a="http://schemas.openxmlformats.org/drawingml/2006/main">
            <a:off x="463868" y="66579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975" b="1">
                <a:solidFill>
                  <a:srgbClr val="FFFDF9"/>
                </a:solidFill>
                <a:latin typeface="Segoe UI"/>
                <a:ea typeface="Segoe UI"/>
                <a:cs typeface="Segoe UI"/>
              </a:defRPr>
            </a:defPPr>
            <a:lvl1pPr algn="l">
              <a:defRPr sz="975" b="1">
                <a:solidFill>
                  <a:srgbClr val="FFFDF9"/>
                </a:solidFill>
                <a:latin typeface="Segoe UI"/>
                <a:ea typeface="Segoe UI"/>
                <a:cs typeface="Segoe UI"/>
              </a:defRPr>
            </a:lvl1pPr>
            <a:lvl2pPr algn="l">
              <a:defRPr sz="975" b="1">
                <a:solidFill>
                  <a:srgbClr val="FFFDF9"/>
                </a:solidFill>
                <a:latin typeface="Segoe UI"/>
                <a:ea typeface="Segoe UI"/>
                <a:cs typeface="Segoe UI"/>
              </a:defRPr>
            </a:lvl2pPr>
            <a:lvl3pPr algn="l">
              <a:defRPr sz="975" b="1">
                <a:solidFill>
                  <a:srgbClr val="FFFDF9"/>
                </a:solidFill>
                <a:latin typeface="Segoe UI"/>
                <a:ea typeface="Segoe UI"/>
                <a:cs typeface="Segoe UI"/>
              </a:defRPr>
            </a:lvl3pPr>
            <a:lvl4pPr algn="l">
              <a:defRPr sz="975" b="1">
                <a:solidFill>
                  <a:srgbClr val="FFFDF9"/>
                </a:solidFill>
                <a:latin typeface="Segoe UI"/>
                <a:ea typeface="Segoe UI"/>
                <a:cs typeface="Segoe UI"/>
              </a:defRPr>
            </a:lvl4pPr>
            <a:lvl5pPr algn="l">
              <a:defRPr sz="975" b="1">
                <a:solidFill>
                  <a:srgbClr val="FFFDF9"/>
                </a:solidFill>
                <a:latin typeface="Segoe UI"/>
                <a:ea typeface="Segoe UI"/>
                <a:cs typeface="Segoe UI"/>
              </a:defRPr>
            </a:lvl5pPr>
            <a:lvl6pPr algn="l">
              <a:defRPr sz="975" b="1">
                <a:solidFill>
                  <a:srgbClr val="FFFDF9"/>
                </a:solidFill>
                <a:latin typeface="Segoe UI"/>
                <a:ea typeface="Segoe UI"/>
                <a:cs typeface="Segoe UI"/>
              </a:defRPr>
            </a:lvl6pPr>
            <a:lvl7pPr algn="l">
              <a:defRPr sz="975" b="1">
                <a:solidFill>
                  <a:srgbClr val="FFFDF9"/>
                </a:solidFill>
                <a:latin typeface="Segoe UI"/>
                <a:ea typeface="Segoe UI"/>
                <a:cs typeface="Segoe UI"/>
              </a:defRPr>
            </a:lvl7pPr>
            <a:lvl8pPr algn="l">
              <a:defRPr sz="975" b="1">
                <a:solidFill>
                  <a:srgbClr val="FFFDF9"/>
                </a:solidFill>
                <a:latin typeface="Segoe UI"/>
                <a:ea typeface="Segoe UI"/>
                <a:cs typeface="Segoe UI"/>
              </a:defRPr>
            </a:lvl8pPr>
            <a:lvl9pPr algn="l">
              <a:defRPr sz="975" b="1">
                <a:solidFill>
                  <a:srgbClr val="FFFDF9"/>
                </a:solidFill>
                <a:latin typeface="Segoe UI"/>
                <a:ea typeface="Segoe UI"/>
                <a:cs typeface="Segoe UI"/>
              </a:defRPr>
            </a:lvl9pPr>
          </a:lstStyle>
          <a:p xmlns:a="http://schemas.openxmlformats.org/drawingml/2006/main">
            <a:pPr algn="l">
              <a:defRPr sz="975" b="1">
                <a:solidFill>
                  <a:srgbClr val="FFFDF9"/>
                </a:solidFill>
                <a:latin typeface="Segoe UI"/>
                <a:ea typeface="Segoe UI"/>
                <a:cs typeface="Segoe UI"/>
              </a:defRPr>
            </a:pPr>
            <a:r>
              <a:rPr sz="975" b="1">
                <a:solidFill>
                  <a:srgbClr val="FFFDF9"/>
                </a:solidFill>
                <a:latin typeface="Segoe UI"/>
                <a:ea typeface="Segoe UI"/>
                <a:cs typeface="Segoe UI"/>
              </a:rPr>
              <a:t>MODEST  |  ONECASE  |  SIH26264</a:t>
            </a:r>
          </a:p>
        </p:txBody>
      </p:sp>
      <p:sp>
        <p:nvSpPr>
          <p:cNvPr id="9" name="">
            <a:extLst xmlns:a="http://schemas.openxmlformats.org/drawingml/2006/main">
              <a:ext uri="{FF2B5EF4-FFF2-40B4-BE49-F238E27FC236}">
                <a16:creationId xmlns:a16="http://schemas.microsoft.com/office/drawing/2014/main" id="{8C76066E-B4B1-4299-AB4D-3EFAF7694DCA}"/>
              </a:ext>
            </a:extLst>
          </p:cNvPr>
          <p:cNvSpPr>
            <a:spLocks xmlns:a="http://schemas.openxmlformats.org/drawingml/2006/main" noGrp="1"/>
          </p:cNvSpPr>
          <p:nvPr/>
        </p:nvSpPr>
        <p:spPr>
          <a:xfrm xmlns:a="http://schemas.openxmlformats.org/drawingml/2006/main">
            <a:off x="11363325" y="66579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975" b="1">
                <a:solidFill>
                  <a:srgbClr val="FFFDF9"/>
                </a:solidFill>
                <a:latin typeface="Segoe UI"/>
                <a:ea typeface="Segoe UI"/>
                <a:cs typeface="Segoe UI"/>
              </a:defRPr>
            </a:defPPr>
            <a:lvl1pPr algn="r">
              <a:defRPr sz="975" b="1">
                <a:solidFill>
                  <a:srgbClr val="FFFDF9"/>
                </a:solidFill>
                <a:latin typeface="Segoe UI"/>
                <a:ea typeface="Segoe UI"/>
                <a:cs typeface="Segoe UI"/>
              </a:defRPr>
            </a:lvl1pPr>
            <a:lvl2pPr algn="r">
              <a:defRPr sz="975" b="1">
                <a:solidFill>
                  <a:srgbClr val="FFFDF9"/>
                </a:solidFill>
                <a:latin typeface="Segoe UI"/>
                <a:ea typeface="Segoe UI"/>
                <a:cs typeface="Segoe UI"/>
              </a:defRPr>
            </a:lvl2pPr>
            <a:lvl3pPr algn="r">
              <a:defRPr sz="975" b="1">
                <a:solidFill>
                  <a:srgbClr val="FFFDF9"/>
                </a:solidFill>
                <a:latin typeface="Segoe UI"/>
                <a:ea typeface="Segoe UI"/>
                <a:cs typeface="Segoe UI"/>
              </a:defRPr>
            </a:lvl3pPr>
            <a:lvl4pPr algn="r">
              <a:defRPr sz="975" b="1">
                <a:solidFill>
                  <a:srgbClr val="FFFDF9"/>
                </a:solidFill>
                <a:latin typeface="Segoe UI"/>
                <a:ea typeface="Segoe UI"/>
                <a:cs typeface="Segoe UI"/>
              </a:defRPr>
            </a:lvl4pPr>
            <a:lvl5pPr algn="r">
              <a:defRPr sz="975" b="1">
                <a:solidFill>
                  <a:srgbClr val="FFFDF9"/>
                </a:solidFill>
                <a:latin typeface="Segoe UI"/>
                <a:ea typeface="Segoe UI"/>
                <a:cs typeface="Segoe UI"/>
              </a:defRPr>
            </a:lvl5pPr>
            <a:lvl6pPr algn="r">
              <a:defRPr sz="975" b="1">
                <a:solidFill>
                  <a:srgbClr val="FFFDF9"/>
                </a:solidFill>
                <a:latin typeface="Segoe UI"/>
                <a:ea typeface="Segoe UI"/>
                <a:cs typeface="Segoe UI"/>
              </a:defRPr>
            </a:lvl6pPr>
            <a:lvl7pPr algn="r">
              <a:defRPr sz="975" b="1">
                <a:solidFill>
                  <a:srgbClr val="FFFDF9"/>
                </a:solidFill>
                <a:latin typeface="Segoe UI"/>
                <a:ea typeface="Segoe UI"/>
                <a:cs typeface="Segoe UI"/>
              </a:defRPr>
            </a:lvl7pPr>
            <a:lvl8pPr algn="r">
              <a:defRPr sz="975" b="1">
                <a:solidFill>
                  <a:srgbClr val="FFFDF9"/>
                </a:solidFill>
                <a:latin typeface="Segoe UI"/>
                <a:ea typeface="Segoe UI"/>
                <a:cs typeface="Segoe UI"/>
              </a:defRPr>
            </a:lvl8pPr>
            <a:lvl9pPr algn="r">
              <a:defRPr sz="975" b="1">
                <a:solidFill>
                  <a:srgbClr val="FFFDF9"/>
                </a:solidFill>
                <a:latin typeface="Segoe UI"/>
                <a:ea typeface="Segoe UI"/>
                <a:cs typeface="Segoe UI"/>
              </a:defRPr>
            </a:lvl9pPr>
          </a:lstStyle>
          <a:p xmlns:a="http://schemas.openxmlformats.org/drawingml/2006/main">
            <a:pPr algn="r">
              <a:defRPr sz="975" b="1">
                <a:solidFill>
                  <a:srgbClr val="FFFDF9"/>
                </a:solidFill>
                <a:latin typeface="Segoe UI"/>
                <a:ea typeface="Segoe UI"/>
                <a:cs typeface="Segoe UI"/>
              </a:defRPr>
            </a:pPr>
            <a:r>
              <a:rPr sz="975" b="1">
                <a:solidFill>
                  <a:srgbClr val="FFFDF9"/>
                </a:solidFill>
                <a:latin typeface="Segoe UI"/>
                <a:ea typeface="Segoe UI"/>
                <a:cs typeface="Segoe UI"/>
              </a:rPr>
              <a:t>02</a:t>
            </a:r>
          </a:p>
        </p:txBody>
      </p:sp>
      <p:sp>
        <p:nvSpPr>
          <p:cNvPr id="10" name="">
            <a:extLst xmlns:a="http://schemas.openxmlformats.org/drawingml/2006/main">
              <a:ext uri="{FF2B5EF4-FFF2-40B4-BE49-F238E27FC236}">
                <a16:creationId xmlns:a16="http://schemas.microsoft.com/office/drawing/2014/main" id="{5B5DCB35-4AD9-46BE-B024-E1AB88AC85FA}"/>
              </a:ext>
            </a:extLst>
          </p:cNvPr>
          <p:cNvSpPr>
            <a:spLocks xmlns:a="http://schemas.openxmlformats.org/drawingml/2006/main" noGrp="1"/>
          </p:cNvSpPr>
          <p:nvPr/>
        </p:nvSpPr>
        <p:spPr>
          <a:xfrm xmlns:a="http://schemas.openxmlformats.org/drawingml/2006/main">
            <a:off x="495300" y="1381125"/>
            <a:ext cx="2857500" cy="781050"/>
          </a:xfrm>
          <a:prstGeom xmlns:a="http://schemas.openxmlformats.org/drawingml/2006/main" prst="rect">
            <a:avLst/>
          </a:prstGeom>
          <a:solidFill xmlns:a="http://schemas.openxmlformats.org/drawingml/2006/main">
            <a:srgbClr val="EADBC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442AF17-2DBF-46E9-BCC1-3877B78BD1F4}"/>
              </a:ext>
            </a:extLst>
          </p:cNvPr>
          <p:cNvSpPr>
            <a:spLocks xmlns:a="http://schemas.openxmlformats.org/drawingml/2006/main" noGrp="1"/>
          </p:cNvSpPr>
          <p:nvPr/>
        </p:nvSpPr>
        <p:spPr>
          <a:xfrm xmlns:a="http://schemas.openxmlformats.org/drawingml/2006/main">
            <a:off x="619125" y="1476375"/>
            <a:ext cx="2609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1">
                <a:solidFill>
                  <a:srgbClr val="9C482E"/>
                </a:solidFill>
                <a:latin typeface="Segoe UI"/>
                <a:ea typeface="Segoe UI"/>
                <a:cs typeface="Segoe UI"/>
              </a:defRPr>
            </a:defPPr>
            <a:lvl1pPr algn="l">
              <a:defRPr sz="1575" b="1">
                <a:solidFill>
                  <a:srgbClr val="9C482E"/>
                </a:solidFill>
                <a:latin typeface="Segoe UI"/>
                <a:ea typeface="Segoe UI"/>
                <a:cs typeface="Segoe UI"/>
              </a:defRPr>
            </a:lvl1pPr>
            <a:lvl2pPr algn="l">
              <a:defRPr sz="1575" b="1">
                <a:solidFill>
                  <a:srgbClr val="9C482E"/>
                </a:solidFill>
                <a:latin typeface="Segoe UI"/>
                <a:ea typeface="Segoe UI"/>
                <a:cs typeface="Segoe UI"/>
              </a:defRPr>
            </a:lvl2pPr>
            <a:lvl3pPr algn="l">
              <a:defRPr sz="1575" b="1">
                <a:solidFill>
                  <a:srgbClr val="9C482E"/>
                </a:solidFill>
                <a:latin typeface="Segoe UI"/>
                <a:ea typeface="Segoe UI"/>
                <a:cs typeface="Segoe UI"/>
              </a:defRPr>
            </a:lvl3pPr>
            <a:lvl4pPr algn="l">
              <a:defRPr sz="1575" b="1">
                <a:solidFill>
                  <a:srgbClr val="9C482E"/>
                </a:solidFill>
                <a:latin typeface="Segoe UI"/>
                <a:ea typeface="Segoe UI"/>
                <a:cs typeface="Segoe UI"/>
              </a:defRPr>
            </a:lvl4pPr>
            <a:lvl5pPr algn="l">
              <a:defRPr sz="1575" b="1">
                <a:solidFill>
                  <a:srgbClr val="9C482E"/>
                </a:solidFill>
                <a:latin typeface="Segoe UI"/>
                <a:ea typeface="Segoe UI"/>
                <a:cs typeface="Segoe UI"/>
              </a:defRPr>
            </a:lvl5pPr>
            <a:lvl6pPr algn="l">
              <a:defRPr sz="1575" b="1">
                <a:solidFill>
                  <a:srgbClr val="9C482E"/>
                </a:solidFill>
                <a:latin typeface="Segoe UI"/>
                <a:ea typeface="Segoe UI"/>
                <a:cs typeface="Segoe UI"/>
              </a:defRPr>
            </a:lvl6pPr>
            <a:lvl7pPr algn="l">
              <a:defRPr sz="1575" b="1">
                <a:solidFill>
                  <a:srgbClr val="9C482E"/>
                </a:solidFill>
                <a:latin typeface="Segoe UI"/>
                <a:ea typeface="Segoe UI"/>
                <a:cs typeface="Segoe UI"/>
              </a:defRPr>
            </a:lvl7pPr>
            <a:lvl8pPr algn="l">
              <a:defRPr sz="1575" b="1">
                <a:solidFill>
                  <a:srgbClr val="9C482E"/>
                </a:solidFill>
                <a:latin typeface="Segoe UI"/>
                <a:ea typeface="Segoe UI"/>
                <a:cs typeface="Segoe UI"/>
              </a:defRPr>
            </a:lvl8pPr>
            <a:lvl9pPr algn="l">
              <a:defRPr sz="1575" b="1">
                <a:solidFill>
                  <a:srgbClr val="9C482E"/>
                </a:solidFill>
                <a:latin typeface="Segoe UI"/>
                <a:ea typeface="Segoe UI"/>
                <a:cs typeface="Segoe UI"/>
              </a:defRPr>
            </a:lvl9pPr>
          </a:lstStyle>
          <a:p xmlns:a="http://schemas.openxmlformats.org/drawingml/2006/main">
            <a:pPr algn="l">
              <a:defRPr sz="1575" b="1">
                <a:solidFill>
                  <a:srgbClr val="9C482E"/>
                </a:solidFill>
                <a:latin typeface="Segoe UI"/>
                <a:ea typeface="Segoe UI"/>
                <a:cs typeface="Segoe UI"/>
              </a:defRPr>
            </a:pPr>
            <a:r>
              <a:rPr sz="1575" b="1">
                <a:solidFill>
                  <a:srgbClr val="9C482E"/>
                </a:solidFill>
                <a:latin typeface="Segoe UI"/>
                <a:ea typeface="Segoe UI"/>
                <a:cs typeface="Segoe UI"/>
              </a:rPr>
              <a:t>FRONTEND · VERCEL</a:t>
            </a:r>
          </a:p>
        </p:txBody>
      </p:sp>
      <p:sp>
        <p:nvSpPr>
          <p:cNvPr id="12" name="">
            <a:extLst xmlns:a="http://schemas.openxmlformats.org/drawingml/2006/main">
              <a:ext uri="{FF2B5EF4-FFF2-40B4-BE49-F238E27FC236}">
                <a16:creationId xmlns:a16="http://schemas.microsoft.com/office/drawing/2014/main" id="{F1924818-E3C5-405C-8726-936F234BF08B}"/>
              </a:ext>
            </a:extLst>
          </p:cNvPr>
          <p:cNvSpPr>
            <a:spLocks xmlns:a="http://schemas.openxmlformats.org/drawingml/2006/main" noGrp="1"/>
          </p:cNvSpPr>
          <p:nvPr/>
        </p:nvSpPr>
        <p:spPr>
          <a:xfrm xmlns:a="http://schemas.openxmlformats.org/drawingml/2006/main">
            <a:off x="619125" y="1790700"/>
            <a:ext cx="2609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352C24"/>
                </a:solidFill>
                <a:latin typeface="Segoe UI"/>
                <a:ea typeface="Segoe UI"/>
                <a:cs typeface="Segoe UI"/>
              </a:defRPr>
            </a:defPPr>
            <a:lvl1pPr algn="l">
              <a:defRPr sz="1425" b="0">
                <a:solidFill>
                  <a:srgbClr val="352C24"/>
                </a:solidFill>
                <a:latin typeface="Segoe UI"/>
                <a:ea typeface="Segoe UI"/>
                <a:cs typeface="Segoe UI"/>
              </a:defRPr>
            </a:lvl1pPr>
            <a:lvl2pPr algn="l">
              <a:defRPr sz="1425" b="0">
                <a:solidFill>
                  <a:srgbClr val="352C24"/>
                </a:solidFill>
                <a:latin typeface="Segoe UI"/>
                <a:ea typeface="Segoe UI"/>
                <a:cs typeface="Segoe UI"/>
              </a:defRPr>
            </a:lvl2pPr>
            <a:lvl3pPr algn="l">
              <a:defRPr sz="1425" b="0">
                <a:solidFill>
                  <a:srgbClr val="352C24"/>
                </a:solidFill>
                <a:latin typeface="Segoe UI"/>
                <a:ea typeface="Segoe UI"/>
                <a:cs typeface="Segoe UI"/>
              </a:defRPr>
            </a:lvl3pPr>
            <a:lvl4pPr algn="l">
              <a:defRPr sz="1425" b="0">
                <a:solidFill>
                  <a:srgbClr val="352C24"/>
                </a:solidFill>
                <a:latin typeface="Segoe UI"/>
                <a:ea typeface="Segoe UI"/>
                <a:cs typeface="Segoe UI"/>
              </a:defRPr>
            </a:lvl4pPr>
            <a:lvl5pPr algn="l">
              <a:defRPr sz="1425" b="0">
                <a:solidFill>
                  <a:srgbClr val="352C24"/>
                </a:solidFill>
                <a:latin typeface="Segoe UI"/>
                <a:ea typeface="Segoe UI"/>
                <a:cs typeface="Segoe UI"/>
              </a:defRPr>
            </a:lvl5pPr>
            <a:lvl6pPr algn="l">
              <a:defRPr sz="1425" b="0">
                <a:solidFill>
                  <a:srgbClr val="352C24"/>
                </a:solidFill>
                <a:latin typeface="Segoe UI"/>
                <a:ea typeface="Segoe UI"/>
                <a:cs typeface="Segoe UI"/>
              </a:defRPr>
            </a:lvl6pPr>
            <a:lvl7pPr algn="l">
              <a:defRPr sz="1425" b="0">
                <a:solidFill>
                  <a:srgbClr val="352C24"/>
                </a:solidFill>
                <a:latin typeface="Segoe UI"/>
                <a:ea typeface="Segoe UI"/>
                <a:cs typeface="Segoe UI"/>
              </a:defRPr>
            </a:lvl7pPr>
            <a:lvl8pPr algn="l">
              <a:defRPr sz="1425" b="0">
                <a:solidFill>
                  <a:srgbClr val="352C24"/>
                </a:solidFill>
                <a:latin typeface="Segoe UI"/>
                <a:ea typeface="Segoe UI"/>
                <a:cs typeface="Segoe UI"/>
              </a:defRPr>
            </a:lvl8pPr>
            <a:lvl9pPr algn="l">
              <a:defRPr sz="1425" b="0">
                <a:solidFill>
                  <a:srgbClr val="352C24"/>
                </a:solidFill>
                <a:latin typeface="Segoe UI"/>
                <a:ea typeface="Segoe UI"/>
                <a:cs typeface="Segoe UI"/>
              </a:defRPr>
            </a:lvl9pPr>
          </a:lstStyle>
          <a:p xmlns:a="http://schemas.openxmlformats.org/drawingml/2006/main">
            <a:pPr algn="l">
              <a:defRPr sz="1425" b="0">
                <a:solidFill>
                  <a:srgbClr val="352C24"/>
                </a:solidFill>
                <a:latin typeface="Segoe UI"/>
                <a:ea typeface="Segoe UI"/>
                <a:cs typeface="Segoe UI"/>
              </a:defRPr>
            </a:pPr>
            <a:r>
              <a:rPr sz="1425" b="0">
                <a:solidFill>
                  <a:srgbClr val="352C24"/>
                </a:solidFill>
                <a:latin typeface="Segoe UI"/>
                <a:ea typeface="Segoe UI"/>
                <a:cs typeface="Segoe UI"/>
              </a:rPr>
              <a:t>React + TypeScript + Vite</a:t>
            </a:r>
          </a:p>
        </p:txBody>
      </p:sp>
      <p:sp>
        <p:nvSpPr>
          <p:cNvPr id="13" name="">
            <a:extLst xmlns:a="http://schemas.openxmlformats.org/drawingml/2006/main">
              <a:ext uri="{FF2B5EF4-FFF2-40B4-BE49-F238E27FC236}">
                <a16:creationId xmlns:a16="http://schemas.microsoft.com/office/drawing/2014/main" id="{9CD3DB7B-6DE1-473C-88F2-5B3FE755AE82}"/>
              </a:ext>
            </a:extLst>
          </p:cNvPr>
          <p:cNvSpPr>
            <a:spLocks xmlns:a="http://schemas.openxmlformats.org/drawingml/2006/main" noGrp="1"/>
          </p:cNvSpPr>
          <p:nvPr/>
        </p:nvSpPr>
        <p:spPr>
          <a:xfrm xmlns:a="http://schemas.openxmlformats.org/drawingml/2006/main">
            <a:off x="495300" y="2276475"/>
            <a:ext cx="2857500" cy="781050"/>
          </a:xfrm>
          <a:prstGeom xmlns:a="http://schemas.openxmlformats.org/drawingml/2006/main" prst="rect">
            <a:avLst/>
          </a:prstGeom>
          <a:solidFill xmlns:a="http://schemas.openxmlformats.org/drawingml/2006/main">
            <a:srgbClr val="FFFDF9"/>
          </a:solidFill>
          <a:ln xmlns:a="http://schemas.openxmlformats.org/drawingml/2006/main" w="9525">
            <a:solidFill>
              <a:srgbClr val="CFBDA6"/>
            </a:solidFill>
          </a:ln>
        </p:spPr>
      </p:sp>
      <p:sp>
        <p:nvSpPr>
          <p:cNvPr id="14" name="">
            <a:extLst xmlns:a="http://schemas.openxmlformats.org/drawingml/2006/main">
              <a:ext uri="{FF2B5EF4-FFF2-40B4-BE49-F238E27FC236}">
                <a16:creationId xmlns:a16="http://schemas.microsoft.com/office/drawing/2014/main" id="{0EFC8714-C17D-4B6F-AD4E-4DA507192551}"/>
              </a:ext>
            </a:extLst>
          </p:cNvPr>
          <p:cNvSpPr>
            <a:spLocks xmlns:a="http://schemas.openxmlformats.org/drawingml/2006/main" noGrp="1"/>
          </p:cNvSpPr>
          <p:nvPr/>
        </p:nvSpPr>
        <p:spPr>
          <a:xfrm xmlns:a="http://schemas.openxmlformats.org/drawingml/2006/main">
            <a:off x="619125" y="2371725"/>
            <a:ext cx="2609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1">
                <a:solidFill>
                  <a:srgbClr val="9C482E"/>
                </a:solidFill>
                <a:latin typeface="Segoe UI"/>
                <a:ea typeface="Segoe UI"/>
                <a:cs typeface="Segoe UI"/>
              </a:defRPr>
            </a:defPPr>
            <a:lvl1pPr algn="l">
              <a:defRPr sz="1575" b="1">
                <a:solidFill>
                  <a:srgbClr val="9C482E"/>
                </a:solidFill>
                <a:latin typeface="Segoe UI"/>
                <a:ea typeface="Segoe UI"/>
                <a:cs typeface="Segoe UI"/>
              </a:defRPr>
            </a:lvl1pPr>
            <a:lvl2pPr algn="l">
              <a:defRPr sz="1575" b="1">
                <a:solidFill>
                  <a:srgbClr val="9C482E"/>
                </a:solidFill>
                <a:latin typeface="Segoe UI"/>
                <a:ea typeface="Segoe UI"/>
                <a:cs typeface="Segoe UI"/>
              </a:defRPr>
            </a:lvl2pPr>
            <a:lvl3pPr algn="l">
              <a:defRPr sz="1575" b="1">
                <a:solidFill>
                  <a:srgbClr val="9C482E"/>
                </a:solidFill>
                <a:latin typeface="Segoe UI"/>
                <a:ea typeface="Segoe UI"/>
                <a:cs typeface="Segoe UI"/>
              </a:defRPr>
            </a:lvl3pPr>
            <a:lvl4pPr algn="l">
              <a:defRPr sz="1575" b="1">
                <a:solidFill>
                  <a:srgbClr val="9C482E"/>
                </a:solidFill>
                <a:latin typeface="Segoe UI"/>
                <a:ea typeface="Segoe UI"/>
                <a:cs typeface="Segoe UI"/>
              </a:defRPr>
            </a:lvl4pPr>
            <a:lvl5pPr algn="l">
              <a:defRPr sz="1575" b="1">
                <a:solidFill>
                  <a:srgbClr val="9C482E"/>
                </a:solidFill>
                <a:latin typeface="Segoe UI"/>
                <a:ea typeface="Segoe UI"/>
                <a:cs typeface="Segoe UI"/>
              </a:defRPr>
            </a:lvl5pPr>
            <a:lvl6pPr algn="l">
              <a:defRPr sz="1575" b="1">
                <a:solidFill>
                  <a:srgbClr val="9C482E"/>
                </a:solidFill>
                <a:latin typeface="Segoe UI"/>
                <a:ea typeface="Segoe UI"/>
                <a:cs typeface="Segoe UI"/>
              </a:defRPr>
            </a:lvl6pPr>
            <a:lvl7pPr algn="l">
              <a:defRPr sz="1575" b="1">
                <a:solidFill>
                  <a:srgbClr val="9C482E"/>
                </a:solidFill>
                <a:latin typeface="Segoe UI"/>
                <a:ea typeface="Segoe UI"/>
                <a:cs typeface="Segoe UI"/>
              </a:defRPr>
            </a:lvl7pPr>
            <a:lvl8pPr algn="l">
              <a:defRPr sz="1575" b="1">
                <a:solidFill>
                  <a:srgbClr val="9C482E"/>
                </a:solidFill>
                <a:latin typeface="Segoe UI"/>
                <a:ea typeface="Segoe UI"/>
                <a:cs typeface="Segoe UI"/>
              </a:defRPr>
            </a:lvl8pPr>
            <a:lvl9pPr algn="l">
              <a:defRPr sz="1575" b="1">
                <a:solidFill>
                  <a:srgbClr val="9C482E"/>
                </a:solidFill>
                <a:latin typeface="Segoe UI"/>
                <a:ea typeface="Segoe UI"/>
                <a:cs typeface="Segoe UI"/>
              </a:defRPr>
            </a:lvl9pPr>
          </a:lstStyle>
          <a:p xmlns:a="http://schemas.openxmlformats.org/drawingml/2006/main">
            <a:pPr algn="l">
              <a:defRPr sz="1575" b="1">
                <a:solidFill>
                  <a:srgbClr val="9C482E"/>
                </a:solidFill>
                <a:latin typeface="Segoe UI"/>
                <a:ea typeface="Segoe UI"/>
                <a:cs typeface="Segoe UI"/>
              </a:defRPr>
            </a:pPr>
            <a:r>
              <a:rPr sz="1575" b="1">
                <a:solidFill>
                  <a:srgbClr val="9C482E"/>
                </a:solidFill>
                <a:latin typeface="Segoe UI"/>
                <a:ea typeface="Segoe UI"/>
                <a:cs typeface="Segoe UI"/>
              </a:rPr>
              <a:t>API · RENDER</a:t>
            </a:r>
          </a:p>
        </p:txBody>
      </p:sp>
      <p:sp>
        <p:nvSpPr>
          <p:cNvPr id="15" name="">
            <a:extLst xmlns:a="http://schemas.openxmlformats.org/drawingml/2006/main">
              <a:ext uri="{FF2B5EF4-FFF2-40B4-BE49-F238E27FC236}">
                <a16:creationId xmlns:a16="http://schemas.microsoft.com/office/drawing/2014/main" id="{E61DA92A-856B-4C9F-9E7A-5AF9C027BE32}"/>
              </a:ext>
            </a:extLst>
          </p:cNvPr>
          <p:cNvSpPr>
            <a:spLocks xmlns:a="http://schemas.openxmlformats.org/drawingml/2006/main" noGrp="1"/>
          </p:cNvSpPr>
          <p:nvPr/>
        </p:nvSpPr>
        <p:spPr>
          <a:xfrm xmlns:a="http://schemas.openxmlformats.org/drawingml/2006/main">
            <a:off x="619125" y="2686050"/>
            <a:ext cx="2609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352C24"/>
                </a:solidFill>
                <a:latin typeface="Segoe UI"/>
                <a:ea typeface="Segoe UI"/>
                <a:cs typeface="Segoe UI"/>
              </a:defRPr>
            </a:defPPr>
            <a:lvl1pPr algn="l">
              <a:defRPr sz="1425" b="0">
                <a:solidFill>
                  <a:srgbClr val="352C24"/>
                </a:solidFill>
                <a:latin typeface="Segoe UI"/>
                <a:ea typeface="Segoe UI"/>
                <a:cs typeface="Segoe UI"/>
              </a:defRPr>
            </a:lvl1pPr>
            <a:lvl2pPr algn="l">
              <a:defRPr sz="1425" b="0">
                <a:solidFill>
                  <a:srgbClr val="352C24"/>
                </a:solidFill>
                <a:latin typeface="Segoe UI"/>
                <a:ea typeface="Segoe UI"/>
                <a:cs typeface="Segoe UI"/>
              </a:defRPr>
            </a:lvl2pPr>
            <a:lvl3pPr algn="l">
              <a:defRPr sz="1425" b="0">
                <a:solidFill>
                  <a:srgbClr val="352C24"/>
                </a:solidFill>
                <a:latin typeface="Segoe UI"/>
                <a:ea typeface="Segoe UI"/>
                <a:cs typeface="Segoe UI"/>
              </a:defRPr>
            </a:lvl3pPr>
            <a:lvl4pPr algn="l">
              <a:defRPr sz="1425" b="0">
                <a:solidFill>
                  <a:srgbClr val="352C24"/>
                </a:solidFill>
                <a:latin typeface="Segoe UI"/>
                <a:ea typeface="Segoe UI"/>
                <a:cs typeface="Segoe UI"/>
              </a:defRPr>
            </a:lvl4pPr>
            <a:lvl5pPr algn="l">
              <a:defRPr sz="1425" b="0">
                <a:solidFill>
                  <a:srgbClr val="352C24"/>
                </a:solidFill>
                <a:latin typeface="Segoe UI"/>
                <a:ea typeface="Segoe UI"/>
                <a:cs typeface="Segoe UI"/>
              </a:defRPr>
            </a:lvl5pPr>
            <a:lvl6pPr algn="l">
              <a:defRPr sz="1425" b="0">
                <a:solidFill>
                  <a:srgbClr val="352C24"/>
                </a:solidFill>
                <a:latin typeface="Segoe UI"/>
                <a:ea typeface="Segoe UI"/>
                <a:cs typeface="Segoe UI"/>
              </a:defRPr>
            </a:lvl6pPr>
            <a:lvl7pPr algn="l">
              <a:defRPr sz="1425" b="0">
                <a:solidFill>
                  <a:srgbClr val="352C24"/>
                </a:solidFill>
                <a:latin typeface="Segoe UI"/>
                <a:ea typeface="Segoe UI"/>
                <a:cs typeface="Segoe UI"/>
              </a:defRPr>
            </a:lvl7pPr>
            <a:lvl8pPr algn="l">
              <a:defRPr sz="1425" b="0">
                <a:solidFill>
                  <a:srgbClr val="352C24"/>
                </a:solidFill>
                <a:latin typeface="Segoe UI"/>
                <a:ea typeface="Segoe UI"/>
                <a:cs typeface="Segoe UI"/>
              </a:defRPr>
            </a:lvl8pPr>
            <a:lvl9pPr algn="l">
              <a:defRPr sz="1425" b="0">
                <a:solidFill>
                  <a:srgbClr val="352C24"/>
                </a:solidFill>
                <a:latin typeface="Segoe UI"/>
                <a:ea typeface="Segoe UI"/>
                <a:cs typeface="Segoe UI"/>
              </a:defRPr>
            </a:lvl9pPr>
          </a:lstStyle>
          <a:p xmlns:a="http://schemas.openxmlformats.org/drawingml/2006/main">
            <a:pPr algn="l">
              <a:defRPr sz="1425" b="0">
                <a:solidFill>
                  <a:srgbClr val="352C24"/>
                </a:solidFill>
                <a:latin typeface="Segoe UI"/>
                <a:ea typeface="Segoe UI"/>
                <a:cs typeface="Segoe UI"/>
              </a:defRPr>
            </a:pPr>
            <a:r>
              <a:rPr sz="1425" b="0">
                <a:solidFill>
                  <a:srgbClr val="352C24"/>
                </a:solidFill>
                <a:latin typeface="Segoe UI"/>
                <a:ea typeface="Segoe UI"/>
                <a:cs typeface="Segoe UI"/>
              </a:rPr>
              <a:t>Flask + SQLAlchemy + Waitress</a:t>
            </a:r>
          </a:p>
        </p:txBody>
      </p:sp>
      <p:sp>
        <p:nvSpPr>
          <p:cNvPr id="16" name="">
            <a:extLst xmlns:a="http://schemas.openxmlformats.org/drawingml/2006/main">
              <a:ext uri="{FF2B5EF4-FFF2-40B4-BE49-F238E27FC236}">
                <a16:creationId xmlns:a16="http://schemas.microsoft.com/office/drawing/2014/main" id="{0B5D5F1F-0349-45A3-9187-E2EA93F6C2B2}"/>
              </a:ext>
            </a:extLst>
          </p:cNvPr>
          <p:cNvSpPr>
            <a:spLocks xmlns:a="http://schemas.openxmlformats.org/drawingml/2006/main" noGrp="1"/>
          </p:cNvSpPr>
          <p:nvPr/>
        </p:nvSpPr>
        <p:spPr>
          <a:xfrm xmlns:a="http://schemas.openxmlformats.org/drawingml/2006/main">
            <a:off x="495300" y="3171825"/>
            <a:ext cx="2857500" cy="781050"/>
          </a:xfrm>
          <a:prstGeom xmlns:a="http://schemas.openxmlformats.org/drawingml/2006/main" prst="rect">
            <a:avLst/>
          </a:prstGeom>
          <a:solidFill xmlns:a="http://schemas.openxmlformats.org/drawingml/2006/main">
            <a:srgbClr val="EADBC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00E8F3B-2F2B-4E55-A71F-83862926BF8D}"/>
              </a:ext>
            </a:extLst>
          </p:cNvPr>
          <p:cNvSpPr>
            <a:spLocks xmlns:a="http://schemas.openxmlformats.org/drawingml/2006/main" noGrp="1"/>
          </p:cNvSpPr>
          <p:nvPr/>
        </p:nvSpPr>
        <p:spPr>
          <a:xfrm xmlns:a="http://schemas.openxmlformats.org/drawingml/2006/main">
            <a:off x="619125" y="3267075"/>
            <a:ext cx="2609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1">
                <a:solidFill>
                  <a:srgbClr val="9C482E"/>
                </a:solidFill>
                <a:latin typeface="Segoe UI"/>
                <a:ea typeface="Segoe UI"/>
                <a:cs typeface="Segoe UI"/>
              </a:defRPr>
            </a:defPPr>
            <a:lvl1pPr algn="l">
              <a:defRPr sz="1575" b="1">
                <a:solidFill>
                  <a:srgbClr val="9C482E"/>
                </a:solidFill>
                <a:latin typeface="Segoe UI"/>
                <a:ea typeface="Segoe UI"/>
                <a:cs typeface="Segoe UI"/>
              </a:defRPr>
            </a:lvl1pPr>
            <a:lvl2pPr algn="l">
              <a:defRPr sz="1575" b="1">
                <a:solidFill>
                  <a:srgbClr val="9C482E"/>
                </a:solidFill>
                <a:latin typeface="Segoe UI"/>
                <a:ea typeface="Segoe UI"/>
                <a:cs typeface="Segoe UI"/>
              </a:defRPr>
            </a:lvl2pPr>
            <a:lvl3pPr algn="l">
              <a:defRPr sz="1575" b="1">
                <a:solidFill>
                  <a:srgbClr val="9C482E"/>
                </a:solidFill>
                <a:latin typeface="Segoe UI"/>
                <a:ea typeface="Segoe UI"/>
                <a:cs typeface="Segoe UI"/>
              </a:defRPr>
            </a:lvl3pPr>
            <a:lvl4pPr algn="l">
              <a:defRPr sz="1575" b="1">
                <a:solidFill>
                  <a:srgbClr val="9C482E"/>
                </a:solidFill>
                <a:latin typeface="Segoe UI"/>
                <a:ea typeface="Segoe UI"/>
                <a:cs typeface="Segoe UI"/>
              </a:defRPr>
            </a:lvl4pPr>
            <a:lvl5pPr algn="l">
              <a:defRPr sz="1575" b="1">
                <a:solidFill>
                  <a:srgbClr val="9C482E"/>
                </a:solidFill>
                <a:latin typeface="Segoe UI"/>
                <a:ea typeface="Segoe UI"/>
                <a:cs typeface="Segoe UI"/>
              </a:defRPr>
            </a:lvl5pPr>
            <a:lvl6pPr algn="l">
              <a:defRPr sz="1575" b="1">
                <a:solidFill>
                  <a:srgbClr val="9C482E"/>
                </a:solidFill>
                <a:latin typeface="Segoe UI"/>
                <a:ea typeface="Segoe UI"/>
                <a:cs typeface="Segoe UI"/>
              </a:defRPr>
            </a:lvl6pPr>
            <a:lvl7pPr algn="l">
              <a:defRPr sz="1575" b="1">
                <a:solidFill>
                  <a:srgbClr val="9C482E"/>
                </a:solidFill>
                <a:latin typeface="Segoe UI"/>
                <a:ea typeface="Segoe UI"/>
                <a:cs typeface="Segoe UI"/>
              </a:defRPr>
            </a:lvl7pPr>
            <a:lvl8pPr algn="l">
              <a:defRPr sz="1575" b="1">
                <a:solidFill>
                  <a:srgbClr val="9C482E"/>
                </a:solidFill>
                <a:latin typeface="Segoe UI"/>
                <a:ea typeface="Segoe UI"/>
                <a:cs typeface="Segoe UI"/>
              </a:defRPr>
            </a:lvl8pPr>
            <a:lvl9pPr algn="l">
              <a:defRPr sz="1575" b="1">
                <a:solidFill>
                  <a:srgbClr val="9C482E"/>
                </a:solidFill>
                <a:latin typeface="Segoe UI"/>
                <a:ea typeface="Segoe UI"/>
                <a:cs typeface="Segoe UI"/>
              </a:defRPr>
            </a:lvl9pPr>
          </a:lstStyle>
          <a:p xmlns:a="http://schemas.openxmlformats.org/drawingml/2006/main">
            <a:pPr algn="l">
              <a:defRPr sz="1575" b="1">
                <a:solidFill>
                  <a:srgbClr val="9C482E"/>
                </a:solidFill>
                <a:latin typeface="Segoe UI"/>
                <a:ea typeface="Segoe UI"/>
                <a:cs typeface="Segoe UI"/>
              </a:defRPr>
            </a:pPr>
            <a:r>
              <a:rPr sz="1575" b="1">
                <a:solidFill>
                  <a:srgbClr val="9C482E"/>
                </a:solidFill>
                <a:latin typeface="Segoe UI"/>
                <a:ea typeface="Segoe UI"/>
                <a:cs typeface="Segoe UI"/>
              </a:rPr>
              <a:t>PERSISTENCE · NEON</a:t>
            </a:r>
          </a:p>
        </p:txBody>
      </p:sp>
      <p:sp>
        <p:nvSpPr>
          <p:cNvPr id="18" name="">
            <a:extLst xmlns:a="http://schemas.openxmlformats.org/drawingml/2006/main">
              <a:ext uri="{FF2B5EF4-FFF2-40B4-BE49-F238E27FC236}">
                <a16:creationId xmlns:a16="http://schemas.microsoft.com/office/drawing/2014/main" id="{B7711541-7CB1-4C4A-B702-13EF03677534}"/>
              </a:ext>
            </a:extLst>
          </p:cNvPr>
          <p:cNvSpPr>
            <a:spLocks xmlns:a="http://schemas.openxmlformats.org/drawingml/2006/main" noGrp="1"/>
          </p:cNvSpPr>
          <p:nvPr/>
        </p:nvSpPr>
        <p:spPr>
          <a:xfrm xmlns:a="http://schemas.openxmlformats.org/drawingml/2006/main">
            <a:off x="619125" y="3581400"/>
            <a:ext cx="2609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352C24"/>
                </a:solidFill>
                <a:latin typeface="Segoe UI"/>
                <a:ea typeface="Segoe UI"/>
                <a:cs typeface="Segoe UI"/>
              </a:defRPr>
            </a:defPPr>
            <a:lvl1pPr algn="l">
              <a:defRPr sz="1425" b="0">
                <a:solidFill>
                  <a:srgbClr val="352C24"/>
                </a:solidFill>
                <a:latin typeface="Segoe UI"/>
                <a:ea typeface="Segoe UI"/>
                <a:cs typeface="Segoe UI"/>
              </a:defRPr>
            </a:lvl1pPr>
            <a:lvl2pPr algn="l">
              <a:defRPr sz="1425" b="0">
                <a:solidFill>
                  <a:srgbClr val="352C24"/>
                </a:solidFill>
                <a:latin typeface="Segoe UI"/>
                <a:ea typeface="Segoe UI"/>
                <a:cs typeface="Segoe UI"/>
              </a:defRPr>
            </a:lvl2pPr>
            <a:lvl3pPr algn="l">
              <a:defRPr sz="1425" b="0">
                <a:solidFill>
                  <a:srgbClr val="352C24"/>
                </a:solidFill>
                <a:latin typeface="Segoe UI"/>
                <a:ea typeface="Segoe UI"/>
                <a:cs typeface="Segoe UI"/>
              </a:defRPr>
            </a:lvl3pPr>
            <a:lvl4pPr algn="l">
              <a:defRPr sz="1425" b="0">
                <a:solidFill>
                  <a:srgbClr val="352C24"/>
                </a:solidFill>
                <a:latin typeface="Segoe UI"/>
                <a:ea typeface="Segoe UI"/>
                <a:cs typeface="Segoe UI"/>
              </a:defRPr>
            </a:lvl4pPr>
            <a:lvl5pPr algn="l">
              <a:defRPr sz="1425" b="0">
                <a:solidFill>
                  <a:srgbClr val="352C24"/>
                </a:solidFill>
                <a:latin typeface="Segoe UI"/>
                <a:ea typeface="Segoe UI"/>
                <a:cs typeface="Segoe UI"/>
              </a:defRPr>
            </a:lvl5pPr>
            <a:lvl6pPr algn="l">
              <a:defRPr sz="1425" b="0">
                <a:solidFill>
                  <a:srgbClr val="352C24"/>
                </a:solidFill>
                <a:latin typeface="Segoe UI"/>
                <a:ea typeface="Segoe UI"/>
                <a:cs typeface="Segoe UI"/>
              </a:defRPr>
            </a:lvl6pPr>
            <a:lvl7pPr algn="l">
              <a:defRPr sz="1425" b="0">
                <a:solidFill>
                  <a:srgbClr val="352C24"/>
                </a:solidFill>
                <a:latin typeface="Segoe UI"/>
                <a:ea typeface="Segoe UI"/>
                <a:cs typeface="Segoe UI"/>
              </a:defRPr>
            </a:lvl7pPr>
            <a:lvl8pPr algn="l">
              <a:defRPr sz="1425" b="0">
                <a:solidFill>
                  <a:srgbClr val="352C24"/>
                </a:solidFill>
                <a:latin typeface="Segoe UI"/>
                <a:ea typeface="Segoe UI"/>
                <a:cs typeface="Segoe UI"/>
              </a:defRPr>
            </a:lvl8pPr>
            <a:lvl9pPr algn="l">
              <a:defRPr sz="1425" b="0">
                <a:solidFill>
                  <a:srgbClr val="352C24"/>
                </a:solidFill>
                <a:latin typeface="Segoe UI"/>
                <a:ea typeface="Segoe UI"/>
                <a:cs typeface="Segoe UI"/>
              </a:defRPr>
            </a:lvl9pPr>
          </a:lstStyle>
          <a:p xmlns:a="http://schemas.openxmlformats.org/drawingml/2006/main">
            <a:pPr algn="l">
              <a:defRPr sz="1425" b="0">
                <a:solidFill>
                  <a:srgbClr val="352C24"/>
                </a:solidFill>
                <a:latin typeface="Segoe UI"/>
                <a:ea typeface="Segoe UI"/>
                <a:cs typeface="Segoe UI"/>
              </a:defRPr>
            </a:pPr>
            <a:r>
              <a:rPr sz="1425" b="0">
                <a:solidFill>
                  <a:srgbClr val="352C24"/>
                </a:solidFill>
                <a:latin typeface="Segoe UI"/>
                <a:ea typeface="Segoe UI"/>
                <a:cs typeface="Segoe UI"/>
              </a:rPr>
              <a:t>PostgreSQL + private S3 bucket</a:t>
            </a:r>
          </a:p>
        </p:txBody>
      </p:sp>
      <p:sp>
        <p:nvSpPr>
          <p:cNvPr id="19" name="">
            <a:extLst xmlns:a="http://schemas.openxmlformats.org/drawingml/2006/main">
              <a:ext uri="{FF2B5EF4-FFF2-40B4-BE49-F238E27FC236}">
                <a16:creationId xmlns:a16="http://schemas.microsoft.com/office/drawing/2014/main" id="{7AE85142-200A-4147-9F6D-189730238522}"/>
              </a:ext>
            </a:extLst>
          </p:cNvPr>
          <p:cNvSpPr>
            <a:spLocks xmlns:a="http://schemas.openxmlformats.org/drawingml/2006/main" noGrp="1"/>
          </p:cNvSpPr>
          <p:nvPr/>
        </p:nvSpPr>
        <p:spPr>
          <a:xfrm xmlns:a="http://schemas.openxmlformats.org/drawingml/2006/main">
            <a:off x="495300" y="4067175"/>
            <a:ext cx="2857500" cy="781050"/>
          </a:xfrm>
          <a:prstGeom xmlns:a="http://schemas.openxmlformats.org/drawingml/2006/main" prst="rect">
            <a:avLst/>
          </a:prstGeom>
          <a:solidFill xmlns:a="http://schemas.openxmlformats.org/drawingml/2006/main">
            <a:srgbClr val="FFFDF9"/>
          </a:solidFill>
          <a:ln xmlns:a="http://schemas.openxmlformats.org/drawingml/2006/main" w="9525">
            <a:solidFill>
              <a:srgbClr val="CFBDA6"/>
            </a:solidFill>
          </a:ln>
        </p:spPr>
      </p:sp>
      <p:sp>
        <p:nvSpPr>
          <p:cNvPr id="20" name="">
            <a:extLst xmlns:a="http://schemas.openxmlformats.org/drawingml/2006/main">
              <a:ext uri="{FF2B5EF4-FFF2-40B4-BE49-F238E27FC236}">
                <a16:creationId xmlns:a16="http://schemas.microsoft.com/office/drawing/2014/main" id="{C5E20D80-73D0-4FE8-97DE-A2ADA8AC9730}"/>
              </a:ext>
            </a:extLst>
          </p:cNvPr>
          <p:cNvSpPr>
            <a:spLocks xmlns:a="http://schemas.openxmlformats.org/drawingml/2006/main" noGrp="1"/>
          </p:cNvSpPr>
          <p:nvPr/>
        </p:nvSpPr>
        <p:spPr>
          <a:xfrm xmlns:a="http://schemas.openxmlformats.org/drawingml/2006/main">
            <a:off x="619125" y="4162425"/>
            <a:ext cx="2609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1">
                <a:solidFill>
                  <a:srgbClr val="9C482E"/>
                </a:solidFill>
                <a:latin typeface="Segoe UI"/>
                <a:ea typeface="Segoe UI"/>
                <a:cs typeface="Segoe UI"/>
              </a:defRPr>
            </a:defPPr>
            <a:lvl1pPr algn="l">
              <a:defRPr sz="1575" b="1">
                <a:solidFill>
                  <a:srgbClr val="9C482E"/>
                </a:solidFill>
                <a:latin typeface="Segoe UI"/>
                <a:ea typeface="Segoe UI"/>
                <a:cs typeface="Segoe UI"/>
              </a:defRPr>
            </a:lvl1pPr>
            <a:lvl2pPr algn="l">
              <a:defRPr sz="1575" b="1">
                <a:solidFill>
                  <a:srgbClr val="9C482E"/>
                </a:solidFill>
                <a:latin typeface="Segoe UI"/>
                <a:ea typeface="Segoe UI"/>
                <a:cs typeface="Segoe UI"/>
              </a:defRPr>
            </a:lvl2pPr>
            <a:lvl3pPr algn="l">
              <a:defRPr sz="1575" b="1">
                <a:solidFill>
                  <a:srgbClr val="9C482E"/>
                </a:solidFill>
                <a:latin typeface="Segoe UI"/>
                <a:ea typeface="Segoe UI"/>
                <a:cs typeface="Segoe UI"/>
              </a:defRPr>
            </a:lvl3pPr>
            <a:lvl4pPr algn="l">
              <a:defRPr sz="1575" b="1">
                <a:solidFill>
                  <a:srgbClr val="9C482E"/>
                </a:solidFill>
                <a:latin typeface="Segoe UI"/>
                <a:ea typeface="Segoe UI"/>
                <a:cs typeface="Segoe UI"/>
              </a:defRPr>
            </a:lvl4pPr>
            <a:lvl5pPr algn="l">
              <a:defRPr sz="1575" b="1">
                <a:solidFill>
                  <a:srgbClr val="9C482E"/>
                </a:solidFill>
                <a:latin typeface="Segoe UI"/>
                <a:ea typeface="Segoe UI"/>
                <a:cs typeface="Segoe UI"/>
              </a:defRPr>
            </a:lvl5pPr>
            <a:lvl6pPr algn="l">
              <a:defRPr sz="1575" b="1">
                <a:solidFill>
                  <a:srgbClr val="9C482E"/>
                </a:solidFill>
                <a:latin typeface="Segoe UI"/>
                <a:ea typeface="Segoe UI"/>
                <a:cs typeface="Segoe UI"/>
              </a:defRPr>
            </a:lvl6pPr>
            <a:lvl7pPr algn="l">
              <a:defRPr sz="1575" b="1">
                <a:solidFill>
                  <a:srgbClr val="9C482E"/>
                </a:solidFill>
                <a:latin typeface="Segoe UI"/>
                <a:ea typeface="Segoe UI"/>
                <a:cs typeface="Segoe UI"/>
              </a:defRPr>
            </a:lvl7pPr>
            <a:lvl8pPr algn="l">
              <a:defRPr sz="1575" b="1">
                <a:solidFill>
                  <a:srgbClr val="9C482E"/>
                </a:solidFill>
                <a:latin typeface="Segoe UI"/>
                <a:ea typeface="Segoe UI"/>
                <a:cs typeface="Segoe UI"/>
              </a:defRPr>
            </a:lvl8pPr>
            <a:lvl9pPr algn="l">
              <a:defRPr sz="1575" b="1">
                <a:solidFill>
                  <a:srgbClr val="9C482E"/>
                </a:solidFill>
                <a:latin typeface="Segoe UI"/>
                <a:ea typeface="Segoe UI"/>
                <a:cs typeface="Segoe UI"/>
              </a:defRPr>
            </a:lvl9pPr>
          </a:lstStyle>
          <a:p xmlns:a="http://schemas.openxmlformats.org/drawingml/2006/main">
            <a:pPr algn="l">
              <a:defRPr sz="1575" b="1">
                <a:solidFill>
                  <a:srgbClr val="9C482E"/>
                </a:solidFill>
                <a:latin typeface="Segoe UI"/>
                <a:ea typeface="Segoe UI"/>
                <a:cs typeface="Segoe UI"/>
              </a:defRPr>
            </a:pPr>
            <a:r>
              <a:rPr sz="1575" b="1">
                <a:solidFill>
                  <a:srgbClr val="9C482E"/>
                </a:solidFill>
                <a:latin typeface="Segoe UI"/>
                <a:ea typeface="Segoe UI"/>
                <a:cs typeface="Segoe UI"/>
              </a:rPr>
              <a:t>BACKGROUND WORKER</a:t>
            </a:r>
          </a:p>
        </p:txBody>
      </p:sp>
      <p:sp>
        <p:nvSpPr>
          <p:cNvPr id="21" name="">
            <a:extLst xmlns:a="http://schemas.openxmlformats.org/drawingml/2006/main">
              <a:ext uri="{FF2B5EF4-FFF2-40B4-BE49-F238E27FC236}">
                <a16:creationId xmlns:a16="http://schemas.microsoft.com/office/drawing/2014/main" id="{85CB6162-E325-405A-81C2-92F7EDB615C6}"/>
              </a:ext>
            </a:extLst>
          </p:cNvPr>
          <p:cNvSpPr>
            <a:spLocks xmlns:a="http://schemas.openxmlformats.org/drawingml/2006/main" noGrp="1"/>
          </p:cNvSpPr>
          <p:nvPr/>
        </p:nvSpPr>
        <p:spPr>
          <a:xfrm xmlns:a="http://schemas.openxmlformats.org/drawingml/2006/main">
            <a:off x="619125" y="4476750"/>
            <a:ext cx="2609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352C24"/>
                </a:solidFill>
                <a:latin typeface="Segoe UI"/>
                <a:ea typeface="Segoe UI"/>
                <a:cs typeface="Segoe UI"/>
              </a:defRPr>
            </a:defPPr>
            <a:lvl1pPr algn="l">
              <a:defRPr sz="1425" b="0">
                <a:solidFill>
                  <a:srgbClr val="352C24"/>
                </a:solidFill>
                <a:latin typeface="Segoe UI"/>
                <a:ea typeface="Segoe UI"/>
                <a:cs typeface="Segoe UI"/>
              </a:defRPr>
            </a:lvl1pPr>
            <a:lvl2pPr algn="l">
              <a:defRPr sz="1425" b="0">
                <a:solidFill>
                  <a:srgbClr val="352C24"/>
                </a:solidFill>
                <a:latin typeface="Segoe UI"/>
                <a:ea typeface="Segoe UI"/>
                <a:cs typeface="Segoe UI"/>
              </a:defRPr>
            </a:lvl2pPr>
            <a:lvl3pPr algn="l">
              <a:defRPr sz="1425" b="0">
                <a:solidFill>
                  <a:srgbClr val="352C24"/>
                </a:solidFill>
                <a:latin typeface="Segoe UI"/>
                <a:ea typeface="Segoe UI"/>
                <a:cs typeface="Segoe UI"/>
              </a:defRPr>
            </a:lvl3pPr>
            <a:lvl4pPr algn="l">
              <a:defRPr sz="1425" b="0">
                <a:solidFill>
                  <a:srgbClr val="352C24"/>
                </a:solidFill>
                <a:latin typeface="Segoe UI"/>
                <a:ea typeface="Segoe UI"/>
                <a:cs typeface="Segoe UI"/>
              </a:defRPr>
            </a:lvl4pPr>
            <a:lvl5pPr algn="l">
              <a:defRPr sz="1425" b="0">
                <a:solidFill>
                  <a:srgbClr val="352C24"/>
                </a:solidFill>
                <a:latin typeface="Segoe UI"/>
                <a:ea typeface="Segoe UI"/>
                <a:cs typeface="Segoe UI"/>
              </a:defRPr>
            </a:lvl5pPr>
            <a:lvl6pPr algn="l">
              <a:defRPr sz="1425" b="0">
                <a:solidFill>
                  <a:srgbClr val="352C24"/>
                </a:solidFill>
                <a:latin typeface="Segoe UI"/>
                <a:ea typeface="Segoe UI"/>
                <a:cs typeface="Segoe UI"/>
              </a:defRPr>
            </a:lvl6pPr>
            <a:lvl7pPr algn="l">
              <a:defRPr sz="1425" b="0">
                <a:solidFill>
                  <a:srgbClr val="352C24"/>
                </a:solidFill>
                <a:latin typeface="Segoe UI"/>
                <a:ea typeface="Segoe UI"/>
                <a:cs typeface="Segoe UI"/>
              </a:defRPr>
            </a:lvl7pPr>
            <a:lvl8pPr algn="l">
              <a:defRPr sz="1425" b="0">
                <a:solidFill>
                  <a:srgbClr val="352C24"/>
                </a:solidFill>
                <a:latin typeface="Segoe UI"/>
                <a:ea typeface="Segoe UI"/>
                <a:cs typeface="Segoe UI"/>
              </a:defRPr>
            </a:lvl8pPr>
            <a:lvl9pPr algn="l">
              <a:defRPr sz="1425" b="0">
                <a:solidFill>
                  <a:srgbClr val="352C24"/>
                </a:solidFill>
                <a:latin typeface="Segoe UI"/>
                <a:ea typeface="Segoe UI"/>
                <a:cs typeface="Segoe UI"/>
              </a:defRPr>
            </a:lvl9pPr>
          </a:lstStyle>
          <a:p xmlns:a="http://schemas.openxmlformats.org/drawingml/2006/main">
            <a:pPr algn="l">
              <a:defRPr sz="1425" b="0">
                <a:solidFill>
                  <a:srgbClr val="352C24"/>
                </a:solidFill>
                <a:latin typeface="Segoe UI"/>
                <a:ea typeface="Segoe UI"/>
                <a:cs typeface="Segoe UI"/>
              </a:defRPr>
            </a:pPr>
            <a:r>
              <a:rPr sz="1425" b="0">
                <a:solidFill>
                  <a:srgbClr val="352C24"/>
                </a:solidFill>
                <a:latin typeface="Segoe UI"/>
                <a:ea typeface="Segoe UI"/>
                <a:cs typeface="Segoe UI"/>
              </a:rPr>
              <a:t>Local models + reminders</a:t>
            </a:r>
          </a:p>
        </p:txBody>
      </p:sp>
      <p:sp>
        <p:nvSpPr>
          <p:cNvPr id="22" name="">
            <a:extLst xmlns:a="http://schemas.openxmlformats.org/drawingml/2006/main">
              <a:ext uri="{FF2B5EF4-FFF2-40B4-BE49-F238E27FC236}">
                <a16:creationId xmlns:a16="http://schemas.microsoft.com/office/drawing/2014/main" id="{2BE0A25C-2244-4B8C-B6DB-4D89416262D0}"/>
              </a:ext>
            </a:extLst>
          </p:cNvPr>
          <p:cNvSpPr>
            <a:spLocks xmlns:a="http://schemas.openxmlformats.org/drawingml/2006/main" noGrp="1"/>
          </p:cNvSpPr>
          <p:nvPr/>
        </p:nvSpPr>
        <p:spPr>
          <a:xfrm xmlns:a="http://schemas.openxmlformats.org/drawingml/2006/main">
            <a:off x="495300" y="4962525"/>
            <a:ext cx="2857500" cy="781050"/>
          </a:xfrm>
          <a:prstGeom xmlns:a="http://schemas.openxmlformats.org/drawingml/2006/main" prst="rect">
            <a:avLst/>
          </a:prstGeom>
          <a:solidFill xmlns:a="http://schemas.openxmlformats.org/drawingml/2006/main">
            <a:srgbClr val="EADBC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8E45818-EA8C-4DBC-9085-F63DA75BD891}"/>
              </a:ext>
            </a:extLst>
          </p:cNvPr>
          <p:cNvSpPr>
            <a:spLocks xmlns:a="http://schemas.openxmlformats.org/drawingml/2006/main" noGrp="1"/>
          </p:cNvSpPr>
          <p:nvPr/>
        </p:nvSpPr>
        <p:spPr>
          <a:xfrm xmlns:a="http://schemas.openxmlformats.org/drawingml/2006/main">
            <a:off x="619125" y="5057775"/>
            <a:ext cx="2609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1">
                <a:solidFill>
                  <a:srgbClr val="9C482E"/>
                </a:solidFill>
                <a:latin typeface="Segoe UI"/>
                <a:ea typeface="Segoe UI"/>
                <a:cs typeface="Segoe UI"/>
              </a:defRPr>
            </a:defPPr>
            <a:lvl1pPr algn="l">
              <a:defRPr sz="1575" b="1">
                <a:solidFill>
                  <a:srgbClr val="9C482E"/>
                </a:solidFill>
                <a:latin typeface="Segoe UI"/>
                <a:ea typeface="Segoe UI"/>
                <a:cs typeface="Segoe UI"/>
              </a:defRPr>
            </a:lvl1pPr>
            <a:lvl2pPr algn="l">
              <a:defRPr sz="1575" b="1">
                <a:solidFill>
                  <a:srgbClr val="9C482E"/>
                </a:solidFill>
                <a:latin typeface="Segoe UI"/>
                <a:ea typeface="Segoe UI"/>
                <a:cs typeface="Segoe UI"/>
              </a:defRPr>
            </a:lvl2pPr>
            <a:lvl3pPr algn="l">
              <a:defRPr sz="1575" b="1">
                <a:solidFill>
                  <a:srgbClr val="9C482E"/>
                </a:solidFill>
                <a:latin typeface="Segoe UI"/>
                <a:ea typeface="Segoe UI"/>
                <a:cs typeface="Segoe UI"/>
              </a:defRPr>
            </a:lvl3pPr>
            <a:lvl4pPr algn="l">
              <a:defRPr sz="1575" b="1">
                <a:solidFill>
                  <a:srgbClr val="9C482E"/>
                </a:solidFill>
                <a:latin typeface="Segoe UI"/>
                <a:ea typeface="Segoe UI"/>
                <a:cs typeface="Segoe UI"/>
              </a:defRPr>
            </a:lvl4pPr>
            <a:lvl5pPr algn="l">
              <a:defRPr sz="1575" b="1">
                <a:solidFill>
                  <a:srgbClr val="9C482E"/>
                </a:solidFill>
                <a:latin typeface="Segoe UI"/>
                <a:ea typeface="Segoe UI"/>
                <a:cs typeface="Segoe UI"/>
              </a:defRPr>
            </a:lvl5pPr>
            <a:lvl6pPr algn="l">
              <a:defRPr sz="1575" b="1">
                <a:solidFill>
                  <a:srgbClr val="9C482E"/>
                </a:solidFill>
                <a:latin typeface="Segoe UI"/>
                <a:ea typeface="Segoe UI"/>
                <a:cs typeface="Segoe UI"/>
              </a:defRPr>
            </a:lvl6pPr>
            <a:lvl7pPr algn="l">
              <a:defRPr sz="1575" b="1">
                <a:solidFill>
                  <a:srgbClr val="9C482E"/>
                </a:solidFill>
                <a:latin typeface="Segoe UI"/>
                <a:ea typeface="Segoe UI"/>
                <a:cs typeface="Segoe UI"/>
              </a:defRPr>
            </a:lvl7pPr>
            <a:lvl8pPr algn="l">
              <a:defRPr sz="1575" b="1">
                <a:solidFill>
                  <a:srgbClr val="9C482E"/>
                </a:solidFill>
                <a:latin typeface="Segoe UI"/>
                <a:ea typeface="Segoe UI"/>
                <a:cs typeface="Segoe UI"/>
              </a:defRPr>
            </a:lvl8pPr>
            <a:lvl9pPr algn="l">
              <a:defRPr sz="1575" b="1">
                <a:solidFill>
                  <a:srgbClr val="9C482E"/>
                </a:solidFill>
                <a:latin typeface="Segoe UI"/>
                <a:ea typeface="Segoe UI"/>
                <a:cs typeface="Segoe UI"/>
              </a:defRPr>
            </a:lvl9pPr>
          </a:lstStyle>
          <a:p xmlns:a="http://schemas.openxmlformats.org/drawingml/2006/main">
            <a:pPr algn="l">
              <a:defRPr sz="1575" b="1">
                <a:solidFill>
                  <a:srgbClr val="9C482E"/>
                </a:solidFill>
                <a:latin typeface="Segoe UI"/>
                <a:ea typeface="Segoe UI"/>
                <a:cs typeface="Segoe UI"/>
              </a:defRPr>
            </a:pPr>
            <a:r>
              <a:rPr sz="1575" b="1">
                <a:solidFill>
                  <a:srgbClr val="9C482E"/>
                </a:solidFill>
                <a:latin typeface="Segoe UI"/>
                <a:ea typeface="Segoe UI"/>
                <a:cs typeface="Segoe UI"/>
              </a:rPr>
              <a:t>SUPPORTING SERVICES</a:t>
            </a:r>
          </a:p>
        </p:txBody>
      </p:sp>
      <p:sp>
        <p:nvSpPr>
          <p:cNvPr id="24" name="">
            <a:extLst xmlns:a="http://schemas.openxmlformats.org/drawingml/2006/main">
              <a:ext uri="{FF2B5EF4-FFF2-40B4-BE49-F238E27FC236}">
                <a16:creationId xmlns:a16="http://schemas.microsoft.com/office/drawing/2014/main" id="{18A10BC2-0439-430E-BA80-716CFB84725F}"/>
              </a:ext>
            </a:extLst>
          </p:cNvPr>
          <p:cNvSpPr>
            <a:spLocks xmlns:a="http://schemas.openxmlformats.org/drawingml/2006/main" noGrp="1"/>
          </p:cNvSpPr>
          <p:nvPr/>
        </p:nvSpPr>
        <p:spPr>
          <a:xfrm xmlns:a="http://schemas.openxmlformats.org/drawingml/2006/main">
            <a:off x="619125" y="5372100"/>
            <a:ext cx="2609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352C24"/>
                </a:solidFill>
                <a:latin typeface="Segoe UI"/>
                <a:ea typeface="Segoe UI"/>
                <a:cs typeface="Segoe UI"/>
              </a:defRPr>
            </a:defPPr>
            <a:lvl1pPr algn="l">
              <a:defRPr sz="1425" b="0">
                <a:solidFill>
                  <a:srgbClr val="352C24"/>
                </a:solidFill>
                <a:latin typeface="Segoe UI"/>
                <a:ea typeface="Segoe UI"/>
                <a:cs typeface="Segoe UI"/>
              </a:defRPr>
            </a:lvl1pPr>
            <a:lvl2pPr algn="l">
              <a:defRPr sz="1425" b="0">
                <a:solidFill>
                  <a:srgbClr val="352C24"/>
                </a:solidFill>
                <a:latin typeface="Segoe UI"/>
                <a:ea typeface="Segoe UI"/>
                <a:cs typeface="Segoe UI"/>
              </a:defRPr>
            </a:lvl2pPr>
            <a:lvl3pPr algn="l">
              <a:defRPr sz="1425" b="0">
                <a:solidFill>
                  <a:srgbClr val="352C24"/>
                </a:solidFill>
                <a:latin typeface="Segoe UI"/>
                <a:ea typeface="Segoe UI"/>
                <a:cs typeface="Segoe UI"/>
              </a:defRPr>
            </a:lvl3pPr>
            <a:lvl4pPr algn="l">
              <a:defRPr sz="1425" b="0">
                <a:solidFill>
                  <a:srgbClr val="352C24"/>
                </a:solidFill>
                <a:latin typeface="Segoe UI"/>
                <a:ea typeface="Segoe UI"/>
                <a:cs typeface="Segoe UI"/>
              </a:defRPr>
            </a:lvl4pPr>
            <a:lvl5pPr algn="l">
              <a:defRPr sz="1425" b="0">
                <a:solidFill>
                  <a:srgbClr val="352C24"/>
                </a:solidFill>
                <a:latin typeface="Segoe UI"/>
                <a:ea typeface="Segoe UI"/>
                <a:cs typeface="Segoe UI"/>
              </a:defRPr>
            </a:lvl5pPr>
            <a:lvl6pPr algn="l">
              <a:defRPr sz="1425" b="0">
                <a:solidFill>
                  <a:srgbClr val="352C24"/>
                </a:solidFill>
                <a:latin typeface="Segoe UI"/>
                <a:ea typeface="Segoe UI"/>
                <a:cs typeface="Segoe UI"/>
              </a:defRPr>
            </a:lvl6pPr>
            <a:lvl7pPr algn="l">
              <a:defRPr sz="1425" b="0">
                <a:solidFill>
                  <a:srgbClr val="352C24"/>
                </a:solidFill>
                <a:latin typeface="Segoe UI"/>
                <a:ea typeface="Segoe UI"/>
                <a:cs typeface="Segoe UI"/>
              </a:defRPr>
            </a:lvl7pPr>
            <a:lvl8pPr algn="l">
              <a:defRPr sz="1425" b="0">
                <a:solidFill>
                  <a:srgbClr val="352C24"/>
                </a:solidFill>
                <a:latin typeface="Segoe UI"/>
                <a:ea typeface="Segoe UI"/>
                <a:cs typeface="Segoe UI"/>
              </a:defRPr>
            </a:lvl8pPr>
            <a:lvl9pPr algn="l">
              <a:defRPr sz="1425" b="0">
                <a:solidFill>
                  <a:srgbClr val="352C24"/>
                </a:solidFill>
                <a:latin typeface="Segoe UI"/>
                <a:ea typeface="Segoe UI"/>
                <a:cs typeface="Segoe UI"/>
              </a:defRPr>
            </a:lvl9pPr>
          </a:lstStyle>
          <a:p xmlns:a="http://schemas.openxmlformats.org/drawingml/2006/main">
            <a:pPr algn="l">
              <a:defRPr sz="1425" b="0">
                <a:solidFill>
                  <a:srgbClr val="352C24"/>
                </a:solidFill>
                <a:latin typeface="Segoe UI"/>
                <a:ea typeface="Segoe UI"/>
                <a:cs typeface="Segoe UI"/>
              </a:defRPr>
            </a:pPr>
            <a:r>
              <a:rPr sz="1425" b="0">
                <a:solidFill>
                  <a:srgbClr val="352C24"/>
                </a:solidFill>
                <a:latin typeface="Segoe UI"/>
                <a:ea typeface="Segoe UI"/>
                <a:cs typeface="Segoe UI"/>
              </a:rPr>
              <a:t>Redis limits; SendGrid email</a:t>
            </a:r>
          </a:p>
        </p:txBody>
      </p:sp>
      <p:sp>
        <p:nvSpPr>
          <p:cNvPr id="25" name="">
            <a:extLst xmlns:a="http://schemas.openxmlformats.org/drawingml/2006/main">
              <a:ext uri="{FF2B5EF4-FFF2-40B4-BE49-F238E27FC236}">
                <a16:creationId xmlns:a16="http://schemas.microsoft.com/office/drawing/2014/main" id="{0DD99524-AA03-4C69-B4CA-5BE337EFDA01}"/>
              </a:ext>
            </a:extLst>
          </p:cNvPr>
          <p:cNvSpPr>
            <a:spLocks xmlns:a="http://schemas.openxmlformats.org/drawingml/2006/main" noGrp="1"/>
          </p:cNvSpPr>
          <p:nvPr/>
        </p:nvSpPr>
        <p:spPr>
          <a:xfrm xmlns:a="http://schemas.openxmlformats.org/drawingml/2006/main">
            <a:off x="3629025" y="1381125"/>
            <a:ext cx="8067675" cy="542925"/>
          </a:xfrm>
          <a:prstGeom xmlns:a="http://schemas.openxmlformats.org/drawingml/2006/main" prst="rect">
            <a:avLst/>
          </a:prstGeom>
          <a:solidFill xmlns:a="http://schemas.openxmlformats.org/drawingml/2006/main">
            <a:srgbClr val="EADBC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4B0B953-76BE-407E-97BC-D0D4438767F3}"/>
              </a:ext>
            </a:extLst>
          </p:cNvPr>
          <p:cNvSpPr>
            <a:spLocks xmlns:a="http://schemas.openxmlformats.org/drawingml/2006/main" noGrp="1"/>
          </p:cNvSpPr>
          <p:nvPr/>
        </p:nvSpPr>
        <p:spPr>
          <a:xfrm xmlns:a="http://schemas.openxmlformats.org/drawingml/2006/main">
            <a:off x="3790950" y="1504950"/>
            <a:ext cx="7743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352C24"/>
                </a:solidFill>
                <a:latin typeface="Segoe UI"/>
                <a:ea typeface="Segoe UI"/>
                <a:cs typeface="Segoe UI"/>
              </a:defRPr>
            </a:defPPr>
            <a:lvl1pPr algn="l">
              <a:defRPr sz="2025" b="1">
                <a:solidFill>
                  <a:srgbClr val="352C24"/>
                </a:solidFill>
                <a:latin typeface="Segoe UI"/>
                <a:ea typeface="Segoe UI"/>
                <a:cs typeface="Segoe UI"/>
              </a:defRPr>
            </a:lvl1pPr>
            <a:lvl2pPr algn="l">
              <a:defRPr sz="2025" b="1">
                <a:solidFill>
                  <a:srgbClr val="352C24"/>
                </a:solidFill>
                <a:latin typeface="Segoe UI"/>
                <a:ea typeface="Segoe UI"/>
                <a:cs typeface="Segoe UI"/>
              </a:defRPr>
            </a:lvl2pPr>
            <a:lvl3pPr algn="l">
              <a:defRPr sz="2025" b="1">
                <a:solidFill>
                  <a:srgbClr val="352C24"/>
                </a:solidFill>
                <a:latin typeface="Segoe UI"/>
                <a:ea typeface="Segoe UI"/>
                <a:cs typeface="Segoe UI"/>
              </a:defRPr>
            </a:lvl3pPr>
            <a:lvl4pPr algn="l">
              <a:defRPr sz="2025" b="1">
                <a:solidFill>
                  <a:srgbClr val="352C24"/>
                </a:solidFill>
                <a:latin typeface="Segoe UI"/>
                <a:ea typeface="Segoe UI"/>
                <a:cs typeface="Segoe UI"/>
              </a:defRPr>
            </a:lvl4pPr>
            <a:lvl5pPr algn="l">
              <a:defRPr sz="2025" b="1">
                <a:solidFill>
                  <a:srgbClr val="352C24"/>
                </a:solidFill>
                <a:latin typeface="Segoe UI"/>
                <a:ea typeface="Segoe UI"/>
                <a:cs typeface="Segoe UI"/>
              </a:defRPr>
            </a:lvl5pPr>
            <a:lvl6pPr algn="l">
              <a:defRPr sz="2025" b="1">
                <a:solidFill>
                  <a:srgbClr val="352C24"/>
                </a:solidFill>
                <a:latin typeface="Segoe UI"/>
                <a:ea typeface="Segoe UI"/>
                <a:cs typeface="Segoe UI"/>
              </a:defRPr>
            </a:lvl6pPr>
            <a:lvl7pPr algn="l">
              <a:defRPr sz="2025" b="1">
                <a:solidFill>
                  <a:srgbClr val="352C24"/>
                </a:solidFill>
                <a:latin typeface="Segoe UI"/>
                <a:ea typeface="Segoe UI"/>
                <a:cs typeface="Segoe UI"/>
              </a:defRPr>
            </a:lvl7pPr>
            <a:lvl8pPr algn="l">
              <a:defRPr sz="2025" b="1">
                <a:solidFill>
                  <a:srgbClr val="352C24"/>
                </a:solidFill>
                <a:latin typeface="Segoe UI"/>
                <a:ea typeface="Segoe UI"/>
                <a:cs typeface="Segoe UI"/>
              </a:defRPr>
            </a:lvl8pPr>
            <a:lvl9pPr algn="l">
              <a:defRPr sz="2025" b="1">
                <a:solidFill>
                  <a:srgbClr val="352C24"/>
                </a:solidFill>
                <a:latin typeface="Segoe UI"/>
                <a:ea typeface="Segoe UI"/>
                <a:cs typeface="Segoe UI"/>
              </a:defRPr>
            </a:lvl9pPr>
          </a:lstStyle>
          <a:p xmlns:a="http://schemas.openxmlformats.org/drawingml/2006/main">
            <a:pPr algn="l">
              <a:defRPr sz="2025" b="1">
                <a:solidFill>
                  <a:srgbClr val="352C24"/>
                </a:solidFill>
                <a:latin typeface="Segoe UI"/>
                <a:ea typeface="Segoe UI"/>
                <a:cs typeface="Segoe UI"/>
              </a:defRPr>
            </a:pPr>
            <a:r>
              <a:rPr sz="2025" b="1">
                <a:solidFill>
                  <a:srgbClr val="352C24"/>
                </a:solidFill>
                <a:latin typeface="Segoe UI"/>
                <a:ea typeface="Segoe UI"/>
                <a:cs typeface="Segoe UI"/>
              </a:rPr>
              <a:t>Browser → Vercel proxy → Render API</a:t>
            </a:r>
          </a:p>
        </p:txBody>
      </p:sp>
      <p:sp>
        <p:nvSpPr>
          <p:cNvPr id="27" name="">
            <a:extLst xmlns:a="http://schemas.openxmlformats.org/drawingml/2006/main">
              <a:ext uri="{FF2B5EF4-FFF2-40B4-BE49-F238E27FC236}">
                <a16:creationId xmlns:a16="http://schemas.microsoft.com/office/drawing/2014/main" id="{15390DAF-5BFF-4706-9A7B-B255D51ABE33}"/>
              </a:ext>
            </a:extLst>
          </p:cNvPr>
          <p:cNvSpPr>
            <a:spLocks xmlns:a="http://schemas.openxmlformats.org/drawingml/2006/main" noGrp="1"/>
          </p:cNvSpPr>
          <p:nvPr/>
        </p:nvSpPr>
        <p:spPr>
          <a:xfrm xmlns:a="http://schemas.openxmlformats.org/drawingml/2006/main">
            <a:off x="3638550" y="2133600"/>
            <a:ext cx="8058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9C482E"/>
                </a:solidFill>
                <a:latin typeface="Segoe UI"/>
                <a:ea typeface="Segoe UI"/>
                <a:cs typeface="Segoe UI"/>
              </a:defRPr>
            </a:defPPr>
            <a:lvl1pPr algn="l">
              <a:defRPr sz="1800" b="1">
                <a:solidFill>
                  <a:srgbClr val="9C482E"/>
                </a:solidFill>
                <a:latin typeface="Segoe UI"/>
                <a:ea typeface="Segoe UI"/>
                <a:cs typeface="Segoe UI"/>
              </a:defRPr>
            </a:lvl1pPr>
            <a:lvl2pPr algn="l">
              <a:defRPr sz="1800" b="1">
                <a:solidFill>
                  <a:srgbClr val="9C482E"/>
                </a:solidFill>
                <a:latin typeface="Segoe UI"/>
                <a:ea typeface="Segoe UI"/>
                <a:cs typeface="Segoe UI"/>
              </a:defRPr>
            </a:lvl2pPr>
            <a:lvl3pPr algn="l">
              <a:defRPr sz="1800" b="1">
                <a:solidFill>
                  <a:srgbClr val="9C482E"/>
                </a:solidFill>
                <a:latin typeface="Segoe UI"/>
                <a:ea typeface="Segoe UI"/>
                <a:cs typeface="Segoe UI"/>
              </a:defRPr>
            </a:lvl3pPr>
            <a:lvl4pPr algn="l">
              <a:defRPr sz="1800" b="1">
                <a:solidFill>
                  <a:srgbClr val="9C482E"/>
                </a:solidFill>
                <a:latin typeface="Segoe UI"/>
                <a:ea typeface="Segoe UI"/>
                <a:cs typeface="Segoe UI"/>
              </a:defRPr>
            </a:lvl4pPr>
            <a:lvl5pPr algn="l">
              <a:defRPr sz="1800" b="1">
                <a:solidFill>
                  <a:srgbClr val="9C482E"/>
                </a:solidFill>
                <a:latin typeface="Segoe UI"/>
                <a:ea typeface="Segoe UI"/>
                <a:cs typeface="Segoe UI"/>
              </a:defRPr>
            </a:lvl5pPr>
            <a:lvl6pPr algn="l">
              <a:defRPr sz="1800" b="1">
                <a:solidFill>
                  <a:srgbClr val="9C482E"/>
                </a:solidFill>
                <a:latin typeface="Segoe UI"/>
                <a:ea typeface="Segoe UI"/>
                <a:cs typeface="Segoe UI"/>
              </a:defRPr>
            </a:lvl6pPr>
            <a:lvl7pPr algn="l">
              <a:defRPr sz="1800" b="1">
                <a:solidFill>
                  <a:srgbClr val="9C482E"/>
                </a:solidFill>
                <a:latin typeface="Segoe UI"/>
                <a:ea typeface="Segoe UI"/>
                <a:cs typeface="Segoe UI"/>
              </a:defRPr>
            </a:lvl7pPr>
            <a:lvl8pPr algn="l">
              <a:defRPr sz="1800" b="1">
                <a:solidFill>
                  <a:srgbClr val="9C482E"/>
                </a:solidFill>
                <a:latin typeface="Segoe UI"/>
                <a:ea typeface="Segoe UI"/>
                <a:cs typeface="Segoe UI"/>
              </a:defRPr>
            </a:lvl8pPr>
            <a:lvl9pPr algn="l">
              <a:defRPr sz="1800" b="1">
                <a:solidFill>
                  <a:srgbClr val="9C482E"/>
                </a:solidFill>
                <a:latin typeface="Segoe UI"/>
                <a:ea typeface="Segoe UI"/>
                <a:cs typeface="Segoe UI"/>
              </a:defRPr>
            </a:lvl9pPr>
          </a:lstStyle>
          <a:p xmlns:a="http://schemas.openxmlformats.org/drawingml/2006/main">
            <a:pPr algn="l">
              <a:defRPr sz="1800" b="1">
                <a:solidFill>
                  <a:srgbClr val="9C482E"/>
                </a:solidFill>
                <a:latin typeface="Segoe UI"/>
                <a:ea typeface="Segoe UI"/>
                <a:cs typeface="Segoe UI"/>
              </a:defRPr>
            </a:pPr>
            <a:r>
              <a:rPr sz="1800" b="1">
                <a:solidFill>
                  <a:srgbClr val="9C482E"/>
                </a:solidFill>
                <a:latin typeface="Segoe UI"/>
                <a:ea typeface="Segoe UI"/>
                <a:cs typeface="Segoe UI"/>
              </a:rPr>
              <a:t>LOCAL AI: DESCRIPTION-LEVEL OVERLAP REVIEW</a:t>
            </a:r>
          </a:p>
        </p:txBody>
      </p:sp>
      <p:sp>
        <p:nvSpPr>
          <p:cNvPr id="28" name="">
            <a:extLst xmlns:a="http://schemas.openxmlformats.org/drawingml/2006/main">
              <a:ext uri="{FF2B5EF4-FFF2-40B4-BE49-F238E27FC236}">
                <a16:creationId xmlns:a16="http://schemas.microsoft.com/office/drawing/2014/main" id="{A55F987E-7D61-4736-976C-7FA4588EEF15}"/>
              </a:ext>
            </a:extLst>
          </p:cNvPr>
          <p:cNvSpPr>
            <a:spLocks xmlns:a="http://schemas.openxmlformats.org/drawingml/2006/main" noGrp="1"/>
          </p:cNvSpPr>
          <p:nvPr/>
        </p:nvSpPr>
        <p:spPr>
          <a:xfrm xmlns:a="http://schemas.openxmlformats.org/drawingml/2006/main">
            <a:off x="3638550" y="2466975"/>
            <a:ext cx="1543050" cy="628650"/>
          </a:xfrm>
          <a:prstGeom xmlns:a="http://schemas.openxmlformats.org/drawingml/2006/main" prst="rect">
            <a:avLst/>
          </a:prstGeom>
          <a:solidFill xmlns:a="http://schemas.openxmlformats.org/drawingml/2006/main">
            <a:srgbClr val="EADBC5"/>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0CCFD09C-FEAD-422D-AF45-5AABF76B1050}"/>
              </a:ext>
            </a:extLst>
          </p:cNvPr>
          <p:cNvSpPr>
            <a:spLocks xmlns:a="http://schemas.openxmlformats.org/drawingml/2006/main" noGrp="1"/>
          </p:cNvSpPr>
          <p:nvPr/>
        </p:nvSpPr>
        <p:spPr>
          <a:xfrm xmlns:a="http://schemas.openxmlformats.org/drawingml/2006/main">
            <a:off x="3724275" y="2581275"/>
            <a:ext cx="1371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575" b="1">
                <a:solidFill>
                  <a:srgbClr val="352C24"/>
                </a:solidFill>
                <a:latin typeface="Segoe UI"/>
                <a:ea typeface="Segoe UI"/>
                <a:cs typeface="Segoe UI"/>
              </a:defRPr>
            </a:defPPr>
            <a:lvl1pPr algn="ctr">
              <a:defRPr sz="1575" b="1">
                <a:solidFill>
                  <a:srgbClr val="352C24"/>
                </a:solidFill>
                <a:latin typeface="Segoe UI"/>
                <a:ea typeface="Segoe UI"/>
                <a:cs typeface="Segoe UI"/>
              </a:defRPr>
            </a:lvl1pPr>
            <a:lvl2pPr algn="ctr">
              <a:defRPr sz="1575" b="1">
                <a:solidFill>
                  <a:srgbClr val="352C24"/>
                </a:solidFill>
                <a:latin typeface="Segoe UI"/>
                <a:ea typeface="Segoe UI"/>
                <a:cs typeface="Segoe UI"/>
              </a:defRPr>
            </a:lvl2pPr>
            <a:lvl3pPr algn="ctr">
              <a:defRPr sz="1575" b="1">
                <a:solidFill>
                  <a:srgbClr val="352C24"/>
                </a:solidFill>
                <a:latin typeface="Segoe UI"/>
                <a:ea typeface="Segoe UI"/>
                <a:cs typeface="Segoe UI"/>
              </a:defRPr>
            </a:lvl3pPr>
            <a:lvl4pPr algn="ctr">
              <a:defRPr sz="1575" b="1">
                <a:solidFill>
                  <a:srgbClr val="352C24"/>
                </a:solidFill>
                <a:latin typeface="Segoe UI"/>
                <a:ea typeface="Segoe UI"/>
                <a:cs typeface="Segoe UI"/>
              </a:defRPr>
            </a:lvl4pPr>
            <a:lvl5pPr algn="ctr">
              <a:defRPr sz="1575" b="1">
                <a:solidFill>
                  <a:srgbClr val="352C24"/>
                </a:solidFill>
                <a:latin typeface="Segoe UI"/>
                <a:ea typeface="Segoe UI"/>
                <a:cs typeface="Segoe UI"/>
              </a:defRPr>
            </a:lvl5pPr>
            <a:lvl6pPr algn="ctr">
              <a:defRPr sz="1575" b="1">
                <a:solidFill>
                  <a:srgbClr val="352C24"/>
                </a:solidFill>
                <a:latin typeface="Segoe UI"/>
                <a:ea typeface="Segoe UI"/>
                <a:cs typeface="Segoe UI"/>
              </a:defRPr>
            </a:lvl6pPr>
            <a:lvl7pPr algn="ctr">
              <a:defRPr sz="1575" b="1">
                <a:solidFill>
                  <a:srgbClr val="352C24"/>
                </a:solidFill>
                <a:latin typeface="Segoe UI"/>
                <a:ea typeface="Segoe UI"/>
                <a:cs typeface="Segoe UI"/>
              </a:defRPr>
            </a:lvl7pPr>
            <a:lvl8pPr algn="ctr">
              <a:defRPr sz="1575" b="1">
                <a:solidFill>
                  <a:srgbClr val="352C24"/>
                </a:solidFill>
                <a:latin typeface="Segoe UI"/>
                <a:ea typeface="Segoe UI"/>
                <a:cs typeface="Segoe UI"/>
              </a:defRPr>
            </a:lvl8pPr>
            <a:lvl9pPr algn="ctr">
              <a:defRPr sz="1575" b="1">
                <a:solidFill>
                  <a:srgbClr val="352C24"/>
                </a:solidFill>
                <a:latin typeface="Segoe UI"/>
                <a:ea typeface="Segoe UI"/>
                <a:cs typeface="Segoe UI"/>
              </a:defRPr>
            </a:lvl9pPr>
          </a:lstStyle>
          <a:p xmlns:a="http://schemas.openxmlformats.org/drawingml/2006/main">
            <a:pPr algn="ctr">
              <a:defRPr sz="1575" b="1">
                <a:solidFill>
                  <a:srgbClr val="352C24"/>
                </a:solidFill>
                <a:latin typeface="Segoe UI"/>
                <a:ea typeface="Segoe UI"/>
                <a:cs typeface="Segoe UI"/>
              </a:defRPr>
            </a:pPr>
            <a:r>
              <a:rPr sz="1575" b="1">
                <a:solidFill>
                  <a:srgbClr val="352C24"/>
                </a:solidFill>
                <a:latin typeface="Segoe UI"/>
                <a:ea typeface="Segoe UI"/>
                <a:cs typeface="Segoe UI"/>
              </a:rPr>
              <a:t>Normalize</a:t>
            </a:r>
          </a:p>
        </p:txBody>
      </p:sp>
      <p:sp>
        <p:nvSpPr>
          <p:cNvPr id="30" name="">
            <a:extLst xmlns:a="http://schemas.openxmlformats.org/drawingml/2006/main">
              <a:ext uri="{FF2B5EF4-FFF2-40B4-BE49-F238E27FC236}">
                <a16:creationId xmlns:a16="http://schemas.microsoft.com/office/drawing/2014/main" id="{9C0CE66E-0399-4CC6-AF82-F172386FC3E4}"/>
              </a:ext>
            </a:extLst>
          </p:cNvPr>
          <p:cNvSpPr>
            <a:spLocks xmlns:a="http://schemas.openxmlformats.org/drawingml/2006/main" noGrp="1"/>
          </p:cNvSpPr>
          <p:nvPr/>
        </p:nvSpPr>
        <p:spPr>
          <a:xfrm xmlns:a="http://schemas.openxmlformats.org/drawingml/2006/main">
            <a:off x="5267325" y="2466975"/>
            <a:ext cx="1543050" cy="628650"/>
          </a:xfrm>
          <a:prstGeom xmlns:a="http://schemas.openxmlformats.org/drawingml/2006/main" prst="rect">
            <a:avLst/>
          </a:prstGeom>
          <a:solidFill xmlns:a="http://schemas.openxmlformats.org/drawingml/2006/main">
            <a:srgbClr val="EADBC5"/>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C74CA4D-B332-40F6-840A-5F3757856D4C}"/>
              </a:ext>
            </a:extLst>
          </p:cNvPr>
          <p:cNvSpPr>
            <a:spLocks xmlns:a="http://schemas.openxmlformats.org/drawingml/2006/main" noGrp="1"/>
          </p:cNvSpPr>
          <p:nvPr/>
        </p:nvSpPr>
        <p:spPr>
          <a:xfrm xmlns:a="http://schemas.openxmlformats.org/drawingml/2006/main">
            <a:off x="5353050" y="2581275"/>
            <a:ext cx="1371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575" b="1">
                <a:solidFill>
                  <a:srgbClr val="352C24"/>
                </a:solidFill>
                <a:latin typeface="Segoe UI"/>
                <a:ea typeface="Segoe UI"/>
                <a:cs typeface="Segoe UI"/>
              </a:defRPr>
            </a:defPPr>
            <a:lvl1pPr algn="ctr">
              <a:defRPr sz="1575" b="1">
                <a:solidFill>
                  <a:srgbClr val="352C24"/>
                </a:solidFill>
                <a:latin typeface="Segoe UI"/>
                <a:ea typeface="Segoe UI"/>
                <a:cs typeface="Segoe UI"/>
              </a:defRPr>
            </a:lvl1pPr>
            <a:lvl2pPr algn="ctr">
              <a:defRPr sz="1575" b="1">
                <a:solidFill>
                  <a:srgbClr val="352C24"/>
                </a:solidFill>
                <a:latin typeface="Segoe UI"/>
                <a:ea typeface="Segoe UI"/>
                <a:cs typeface="Segoe UI"/>
              </a:defRPr>
            </a:lvl2pPr>
            <a:lvl3pPr algn="ctr">
              <a:defRPr sz="1575" b="1">
                <a:solidFill>
                  <a:srgbClr val="352C24"/>
                </a:solidFill>
                <a:latin typeface="Segoe UI"/>
                <a:ea typeface="Segoe UI"/>
                <a:cs typeface="Segoe UI"/>
              </a:defRPr>
            </a:lvl3pPr>
            <a:lvl4pPr algn="ctr">
              <a:defRPr sz="1575" b="1">
                <a:solidFill>
                  <a:srgbClr val="352C24"/>
                </a:solidFill>
                <a:latin typeface="Segoe UI"/>
                <a:ea typeface="Segoe UI"/>
                <a:cs typeface="Segoe UI"/>
              </a:defRPr>
            </a:lvl4pPr>
            <a:lvl5pPr algn="ctr">
              <a:defRPr sz="1575" b="1">
                <a:solidFill>
                  <a:srgbClr val="352C24"/>
                </a:solidFill>
                <a:latin typeface="Segoe UI"/>
                <a:ea typeface="Segoe UI"/>
                <a:cs typeface="Segoe UI"/>
              </a:defRPr>
            </a:lvl5pPr>
            <a:lvl6pPr algn="ctr">
              <a:defRPr sz="1575" b="1">
                <a:solidFill>
                  <a:srgbClr val="352C24"/>
                </a:solidFill>
                <a:latin typeface="Segoe UI"/>
                <a:ea typeface="Segoe UI"/>
                <a:cs typeface="Segoe UI"/>
              </a:defRPr>
            </a:lvl6pPr>
            <a:lvl7pPr algn="ctr">
              <a:defRPr sz="1575" b="1">
                <a:solidFill>
                  <a:srgbClr val="352C24"/>
                </a:solidFill>
                <a:latin typeface="Segoe UI"/>
                <a:ea typeface="Segoe UI"/>
                <a:cs typeface="Segoe UI"/>
              </a:defRPr>
            </a:lvl7pPr>
            <a:lvl8pPr algn="ctr">
              <a:defRPr sz="1575" b="1">
                <a:solidFill>
                  <a:srgbClr val="352C24"/>
                </a:solidFill>
                <a:latin typeface="Segoe UI"/>
                <a:ea typeface="Segoe UI"/>
                <a:cs typeface="Segoe UI"/>
              </a:defRPr>
            </a:lvl8pPr>
            <a:lvl9pPr algn="ctr">
              <a:defRPr sz="1575" b="1">
                <a:solidFill>
                  <a:srgbClr val="352C24"/>
                </a:solidFill>
                <a:latin typeface="Segoe UI"/>
                <a:ea typeface="Segoe UI"/>
                <a:cs typeface="Segoe UI"/>
              </a:defRPr>
            </a:lvl9pPr>
          </a:lstStyle>
          <a:p xmlns:a="http://schemas.openxmlformats.org/drawingml/2006/main">
            <a:pPr algn="ctr">
              <a:defRPr sz="1575" b="1">
                <a:solidFill>
                  <a:srgbClr val="352C24"/>
                </a:solidFill>
                <a:latin typeface="Segoe UI"/>
                <a:ea typeface="Segoe UI"/>
                <a:cs typeface="Segoe UI"/>
              </a:defRPr>
            </a:pPr>
            <a:r>
              <a:rPr sz="1575" b="1">
                <a:solidFill>
                  <a:srgbClr val="352C24"/>
                </a:solidFill>
                <a:latin typeface="Segoe UI"/>
                <a:ea typeface="Segoe UI"/>
                <a:cs typeface="Segoe UI"/>
              </a:rPr>
              <a:t>MiniLM</a:t>
            </a:r>
          </a:p>
          <a:p xmlns:a="http://schemas.openxmlformats.org/drawingml/2006/main">
            <a:pPr algn="ctr">
              <a:defRPr sz="1575" b="1">
                <a:solidFill>
                  <a:srgbClr val="352C24"/>
                </a:solidFill>
                <a:latin typeface="Segoe UI"/>
                <a:ea typeface="Segoe UI"/>
                <a:cs typeface="Segoe UI"/>
              </a:defRPr>
            </a:pPr>
            <a:r>
              <a:rPr sz="1575" b="1">
                <a:solidFill>
                  <a:srgbClr val="352C24"/>
                </a:solidFill>
                <a:latin typeface="Segoe UI"/>
                <a:ea typeface="Segoe UI"/>
                <a:cs typeface="Segoe UI"/>
              </a:rPr>
              <a:t>embeddings</a:t>
            </a:r>
          </a:p>
        </p:txBody>
      </p:sp>
      <p:sp>
        <p:nvSpPr>
          <p:cNvPr id="32" name="">
            <a:extLst xmlns:a="http://schemas.openxmlformats.org/drawingml/2006/main">
              <a:ext uri="{FF2B5EF4-FFF2-40B4-BE49-F238E27FC236}">
                <a16:creationId xmlns:a16="http://schemas.microsoft.com/office/drawing/2014/main" id="{60B8EBA8-9795-4920-B30B-4E915029D7EB}"/>
              </a:ext>
            </a:extLst>
          </p:cNvPr>
          <p:cNvSpPr>
            <a:spLocks xmlns:a="http://schemas.openxmlformats.org/drawingml/2006/main" noGrp="1"/>
          </p:cNvSpPr>
          <p:nvPr/>
        </p:nvSpPr>
        <p:spPr>
          <a:xfrm xmlns:a="http://schemas.openxmlformats.org/drawingml/2006/main">
            <a:off x="6896100" y="2466975"/>
            <a:ext cx="1543050" cy="628650"/>
          </a:xfrm>
          <a:prstGeom xmlns:a="http://schemas.openxmlformats.org/drawingml/2006/main" prst="rect">
            <a:avLst/>
          </a:prstGeom>
          <a:solidFill xmlns:a="http://schemas.openxmlformats.org/drawingml/2006/main">
            <a:srgbClr val="EADBC5"/>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9C2944CF-D7CE-450D-8CB0-725F3B7E2E97}"/>
              </a:ext>
            </a:extLst>
          </p:cNvPr>
          <p:cNvSpPr>
            <a:spLocks xmlns:a="http://schemas.openxmlformats.org/drawingml/2006/main" noGrp="1"/>
          </p:cNvSpPr>
          <p:nvPr/>
        </p:nvSpPr>
        <p:spPr>
          <a:xfrm xmlns:a="http://schemas.openxmlformats.org/drawingml/2006/main">
            <a:off x="6981825" y="2581275"/>
            <a:ext cx="1371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575" b="1">
                <a:solidFill>
                  <a:srgbClr val="352C24"/>
                </a:solidFill>
                <a:latin typeface="Segoe UI"/>
                <a:ea typeface="Segoe UI"/>
                <a:cs typeface="Segoe UI"/>
              </a:defRPr>
            </a:defPPr>
            <a:lvl1pPr algn="ctr">
              <a:defRPr sz="1575" b="1">
                <a:solidFill>
                  <a:srgbClr val="352C24"/>
                </a:solidFill>
                <a:latin typeface="Segoe UI"/>
                <a:ea typeface="Segoe UI"/>
                <a:cs typeface="Segoe UI"/>
              </a:defRPr>
            </a:lvl1pPr>
            <a:lvl2pPr algn="ctr">
              <a:defRPr sz="1575" b="1">
                <a:solidFill>
                  <a:srgbClr val="352C24"/>
                </a:solidFill>
                <a:latin typeface="Segoe UI"/>
                <a:ea typeface="Segoe UI"/>
                <a:cs typeface="Segoe UI"/>
              </a:defRPr>
            </a:lvl2pPr>
            <a:lvl3pPr algn="ctr">
              <a:defRPr sz="1575" b="1">
                <a:solidFill>
                  <a:srgbClr val="352C24"/>
                </a:solidFill>
                <a:latin typeface="Segoe UI"/>
                <a:ea typeface="Segoe UI"/>
                <a:cs typeface="Segoe UI"/>
              </a:defRPr>
            </a:lvl3pPr>
            <a:lvl4pPr algn="ctr">
              <a:defRPr sz="1575" b="1">
                <a:solidFill>
                  <a:srgbClr val="352C24"/>
                </a:solidFill>
                <a:latin typeface="Segoe UI"/>
                <a:ea typeface="Segoe UI"/>
                <a:cs typeface="Segoe UI"/>
              </a:defRPr>
            </a:lvl4pPr>
            <a:lvl5pPr algn="ctr">
              <a:defRPr sz="1575" b="1">
                <a:solidFill>
                  <a:srgbClr val="352C24"/>
                </a:solidFill>
                <a:latin typeface="Segoe UI"/>
                <a:ea typeface="Segoe UI"/>
                <a:cs typeface="Segoe UI"/>
              </a:defRPr>
            </a:lvl5pPr>
            <a:lvl6pPr algn="ctr">
              <a:defRPr sz="1575" b="1">
                <a:solidFill>
                  <a:srgbClr val="352C24"/>
                </a:solidFill>
                <a:latin typeface="Segoe UI"/>
                <a:ea typeface="Segoe UI"/>
                <a:cs typeface="Segoe UI"/>
              </a:defRPr>
            </a:lvl6pPr>
            <a:lvl7pPr algn="ctr">
              <a:defRPr sz="1575" b="1">
                <a:solidFill>
                  <a:srgbClr val="352C24"/>
                </a:solidFill>
                <a:latin typeface="Segoe UI"/>
                <a:ea typeface="Segoe UI"/>
                <a:cs typeface="Segoe UI"/>
              </a:defRPr>
            </a:lvl7pPr>
            <a:lvl8pPr algn="ctr">
              <a:defRPr sz="1575" b="1">
                <a:solidFill>
                  <a:srgbClr val="352C24"/>
                </a:solidFill>
                <a:latin typeface="Segoe UI"/>
                <a:ea typeface="Segoe UI"/>
                <a:cs typeface="Segoe UI"/>
              </a:defRPr>
            </a:lvl8pPr>
            <a:lvl9pPr algn="ctr">
              <a:defRPr sz="1575" b="1">
                <a:solidFill>
                  <a:srgbClr val="352C24"/>
                </a:solidFill>
                <a:latin typeface="Segoe UI"/>
                <a:ea typeface="Segoe UI"/>
                <a:cs typeface="Segoe UI"/>
              </a:defRPr>
            </a:lvl9pPr>
          </a:lstStyle>
          <a:p xmlns:a="http://schemas.openxmlformats.org/drawingml/2006/main">
            <a:pPr algn="ctr">
              <a:defRPr sz="1575" b="1">
                <a:solidFill>
                  <a:srgbClr val="352C24"/>
                </a:solidFill>
                <a:latin typeface="Segoe UI"/>
                <a:ea typeface="Segoe UI"/>
                <a:cs typeface="Segoe UI"/>
              </a:defRPr>
            </a:pPr>
            <a:r>
              <a:rPr sz="1575" b="1">
                <a:solidFill>
                  <a:srgbClr val="352C24"/>
                </a:solidFill>
                <a:latin typeface="Segoe UI"/>
                <a:ea typeface="Segoe UI"/>
                <a:cs typeface="Segoe UI"/>
              </a:rPr>
              <a:t>Retrieve</a:t>
            </a:r>
          </a:p>
          <a:p xmlns:a="http://schemas.openxmlformats.org/drawingml/2006/main">
            <a:pPr algn="ctr">
              <a:defRPr sz="1575" b="1">
                <a:solidFill>
                  <a:srgbClr val="352C24"/>
                </a:solidFill>
                <a:latin typeface="Segoe UI"/>
                <a:ea typeface="Segoe UI"/>
                <a:cs typeface="Segoe UI"/>
              </a:defRPr>
            </a:pPr>
            <a:r>
              <a:rPr sz="1575" b="1">
                <a:solidFill>
                  <a:srgbClr val="352C24"/>
                </a:solidFill>
                <a:latin typeface="Segoe UI"/>
                <a:ea typeface="Segoe UI"/>
                <a:cs typeface="Segoe UI"/>
              </a:rPr>
              <a:t>top 20</a:t>
            </a:r>
          </a:p>
        </p:txBody>
      </p:sp>
      <p:sp>
        <p:nvSpPr>
          <p:cNvPr id="34" name="">
            <a:extLst xmlns:a="http://schemas.openxmlformats.org/drawingml/2006/main">
              <a:ext uri="{FF2B5EF4-FFF2-40B4-BE49-F238E27FC236}">
                <a16:creationId xmlns:a16="http://schemas.microsoft.com/office/drawing/2014/main" id="{D397FF2B-4921-4512-8203-11C0E31C8924}"/>
              </a:ext>
            </a:extLst>
          </p:cNvPr>
          <p:cNvSpPr>
            <a:spLocks xmlns:a="http://schemas.openxmlformats.org/drawingml/2006/main" noGrp="1"/>
          </p:cNvSpPr>
          <p:nvPr/>
        </p:nvSpPr>
        <p:spPr>
          <a:xfrm xmlns:a="http://schemas.openxmlformats.org/drawingml/2006/main">
            <a:off x="8524875" y="2466975"/>
            <a:ext cx="1543050" cy="628650"/>
          </a:xfrm>
          <a:prstGeom xmlns:a="http://schemas.openxmlformats.org/drawingml/2006/main" prst="rect">
            <a:avLst/>
          </a:prstGeom>
          <a:solidFill xmlns:a="http://schemas.openxmlformats.org/drawingml/2006/main">
            <a:srgbClr val="EADBC5"/>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CD7FF4AE-B689-4130-9CDE-EDD44A4A6C33}"/>
              </a:ext>
            </a:extLst>
          </p:cNvPr>
          <p:cNvSpPr>
            <a:spLocks xmlns:a="http://schemas.openxmlformats.org/drawingml/2006/main" noGrp="1"/>
          </p:cNvSpPr>
          <p:nvPr/>
        </p:nvSpPr>
        <p:spPr>
          <a:xfrm xmlns:a="http://schemas.openxmlformats.org/drawingml/2006/main">
            <a:off x="8610600" y="2581275"/>
            <a:ext cx="1371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575" b="1">
                <a:solidFill>
                  <a:srgbClr val="352C24"/>
                </a:solidFill>
                <a:latin typeface="Segoe UI"/>
                <a:ea typeface="Segoe UI"/>
                <a:cs typeface="Segoe UI"/>
              </a:defRPr>
            </a:defPPr>
            <a:lvl1pPr algn="ctr">
              <a:defRPr sz="1575" b="1">
                <a:solidFill>
                  <a:srgbClr val="352C24"/>
                </a:solidFill>
                <a:latin typeface="Segoe UI"/>
                <a:ea typeface="Segoe UI"/>
                <a:cs typeface="Segoe UI"/>
              </a:defRPr>
            </a:lvl1pPr>
            <a:lvl2pPr algn="ctr">
              <a:defRPr sz="1575" b="1">
                <a:solidFill>
                  <a:srgbClr val="352C24"/>
                </a:solidFill>
                <a:latin typeface="Segoe UI"/>
                <a:ea typeface="Segoe UI"/>
                <a:cs typeface="Segoe UI"/>
              </a:defRPr>
            </a:lvl2pPr>
            <a:lvl3pPr algn="ctr">
              <a:defRPr sz="1575" b="1">
                <a:solidFill>
                  <a:srgbClr val="352C24"/>
                </a:solidFill>
                <a:latin typeface="Segoe UI"/>
                <a:ea typeface="Segoe UI"/>
                <a:cs typeface="Segoe UI"/>
              </a:defRPr>
            </a:lvl3pPr>
            <a:lvl4pPr algn="ctr">
              <a:defRPr sz="1575" b="1">
                <a:solidFill>
                  <a:srgbClr val="352C24"/>
                </a:solidFill>
                <a:latin typeface="Segoe UI"/>
                <a:ea typeface="Segoe UI"/>
                <a:cs typeface="Segoe UI"/>
              </a:defRPr>
            </a:lvl4pPr>
            <a:lvl5pPr algn="ctr">
              <a:defRPr sz="1575" b="1">
                <a:solidFill>
                  <a:srgbClr val="352C24"/>
                </a:solidFill>
                <a:latin typeface="Segoe UI"/>
                <a:ea typeface="Segoe UI"/>
                <a:cs typeface="Segoe UI"/>
              </a:defRPr>
            </a:lvl5pPr>
            <a:lvl6pPr algn="ctr">
              <a:defRPr sz="1575" b="1">
                <a:solidFill>
                  <a:srgbClr val="352C24"/>
                </a:solidFill>
                <a:latin typeface="Segoe UI"/>
                <a:ea typeface="Segoe UI"/>
                <a:cs typeface="Segoe UI"/>
              </a:defRPr>
            </a:lvl6pPr>
            <a:lvl7pPr algn="ctr">
              <a:defRPr sz="1575" b="1">
                <a:solidFill>
                  <a:srgbClr val="352C24"/>
                </a:solidFill>
                <a:latin typeface="Segoe UI"/>
                <a:ea typeface="Segoe UI"/>
                <a:cs typeface="Segoe UI"/>
              </a:defRPr>
            </a:lvl7pPr>
            <a:lvl8pPr algn="ctr">
              <a:defRPr sz="1575" b="1">
                <a:solidFill>
                  <a:srgbClr val="352C24"/>
                </a:solidFill>
                <a:latin typeface="Segoe UI"/>
                <a:ea typeface="Segoe UI"/>
                <a:cs typeface="Segoe UI"/>
              </a:defRPr>
            </a:lvl8pPr>
            <a:lvl9pPr algn="ctr">
              <a:defRPr sz="1575" b="1">
                <a:solidFill>
                  <a:srgbClr val="352C24"/>
                </a:solidFill>
                <a:latin typeface="Segoe UI"/>
                <a:ea typeface="Segoe UI"/>
                <a:cs typeface="Segoe UI"/>
              </a:defRPr>
            </a:lvl9pPr>
          </a:lstStyle>
          <a:p xmlns:a="http://schemas.openxmlformats.org/drawingml/2006/main">
            <a:pPr algn="ctr">
              <a:defRPr sz="1575" b="1">
                <a:solidFill>
                  <a:srgbClr val="352C24"/>
                </a:solidFill>
                <a:latin typeface="Segoe UI"/>
                <a:ea typeface="Segoe UI"/>
                <a:cs typeface="Segoe UI"/>
              </a:defRPr>
            </a:pPr>
            <a:r>
              <a:rPr sz="1575" b="1">
                <a:solidFill>
                  <a:srgbClr val="352C24"/>
                </a:solidFill>
                <a:latin typeface="Segoe UI"/>
                <a:ea typeface="Segoe UI"/>
                <a:cs typeface="Segoe UI"/>
              </a:rPr>
              <a:t>Cross-encoder</a:t>
            </a:r>
          </a:p>
          <a:p xmlns:a="http://schemas.openxmlformats.org/drawingml/2006/main">
            <a:pPr algn="ctr">
              <a:defRPr sz="1575" b="1">
                <a:solidFill>
                  <a:srgbClr val="352C24"/>
                </a:solidFill>
                <a:latin typeface="Segoe UI"/>
                <a:ea typeface="Segoe UI"/>
                <a:cs typeface="Segoe UI"/>
              </a:defRPr>
            </a:pPr>
            <a:r>
              <a:rPr sz="1575" b="1">
                <a:solidFill>
                  <a:srgbClr val="352C24"/>
                </a:solidFill>
                <a:latin typeface="Segoe UI"/>
                <a:ea typeface="Segoe UI"/>
                <a:cs typeface="Segoe UI"/>
              </a:rPr>
              <a:t>rerank</a:t>
            </a:r>
          </a:p>
        </p:txBody>
      </p:sp>
      <p:sp>
        <p:nvSpPr>
          <p:cNvPr id="36" name="">
            <a:extLst xmlns:a="http://schemas.openxmlformats.org/drawingml/2006/main">
              <a:ext uri="{FF2B5EF4-FFF2-40B4-BE49-F238E27FC236}">
                <a16:creationId xmlns:a16="http://schemas.microsoft.com/office/drawing/2014/main" id="{73B67ABC-A7C4-4C2A-BE50-A4012ADF737E}"/>
              </a:ext>
            </a:extLst>
          </p:cNvPr>
          <p:cNvSpPr>
            <a:spLocks xmlns:a="http://schemas.openxmlformats.org/drawingml/2006/main" noGrp="1"/>
          </p:cNvSpPr>
          <p:nvPr/>
        </p:nvSpPr>
        <p:spPr>
          <a:xfrm xmlns:a="http://schemas.openxmlformats.org/drawingml/2006/main">
            <a:off x="10153650" y="2466975"/>
            <a:ext cx="1543050" cy="628650"/>
          </a:xfrm>
          <a:prstGeom xmlns:a="http://schemas.openxmlformats.org/drawingml/2006/main" prst="rect">
            <a:avLst/>
          </a:prstGeom>
          <a:solidFill xmlns:a="http://schemas.openxmlformats.org/drawingml/2006/main">
            <a:srgbClr val="9C482E"/>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E282400A-B166-419B-8CCC-14B7A51C8638}"/>
              </a:ext>
            </a:extLst>
          </p:cNvPr>
          <p:cNvSpPr>
            <a:spLocks xmlns:a="http://schemas.openxmlformats.org/drawingml/2006/main" noGrp="1"/>
          </p:cNvSpPr>
          <p:nvPr/>
        </p:nvSpPr>
        <p:spPr>
          <a:xfrm xmlns:a="http://schemas.openxmlformats.org/drawingml/2006/main">
            <a:off x="10239375" y="2581275"/>
            <a:ext cx="1371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575" b="1">
                <a:solidFill>
                  <a:srgbClr val="FFFDF9"/>
                </a:solidFill>
                <a:latin typeface="Segoe UI"/>
                <a:ea typeface="Segoe UI"/>
                <a:cs typeface="Segoe UI"/>
              </a:defRPr>
            </a:defPPr>
            <a:lvl1pPr algn="ctr">
              <a:defRPr sz="1575" b="1">
                <a:solidFill>
                  <a:srgbClr val="FFFDF9"/>
                </a:solidFill>
                <a:latin typeface="Segoe UI"/>
                <a:ea typeface="Segoe UI"/>
                <a:cs typeface="Segoe UI"/>
              </a:defRPr>
            </a:lvl1pPr>
            <a:lvl2pPr algn="ctr">
              <a:defRPr sz="1575" b="1">
                <a:solidFill>
                  <a:srgbClr val="FFFDF9"/>
                </a:solidFill>
                <a:latin typeface="Segoe UI"/>
                <a:ea typeface="Segoe UI"/>
                <a:cs typeface="Segoe UI"/>
              </a:defRPr>
            </a:lvl2pPr>
            <a:lvl3pPr algn="ctr">
              <a:defRPr sz="1575" b="1">
                <a:solidFill>
                  <a:srgbClr val="FFFDF9"/>
                </a:solidFill>
                <a:latin typeface="Segoe UI"/>
                <a:ea typeface="Segoe UI"/>
                <a:cs typeface="Segoe UI"/>
              </a:defRPr>
            </a:lvl3pPr>
            <a:lvl4pPr algn="ctr">
              <a:defRPr sz="1575" b="1">
                <a:solidFill>
                  <a:srgbClr val="FFFDF9"/>
                </a:solidFill>
                <a:latin typeface="Segoe UI"/>
                <a:ea typeface="Segoe UI"/>
                <a:cs typeface="Segoe UI"/>
              </a:defRPr>
            </a:lvl4pPr>
            <a:lvl5pPr algn="ctr">
              <a:defRPr sz="1575" b="1">
                <a:solidFill>
                  <a:srgbClr val="FFFDF9"/>
                </a:solidFill>
                <a:latin typeface="Segoe UI"/>
                <a:ea typeface="Segoe UI"/>
                <a:cs typeface="Segoe UI"/>
              </a:defRPr>
            </a:lvl5pPr>
            <a:lvl6pPr algn="ctr">
              <a:defRPr sz="1575" b="1">
                <a:solidFill>
                  <a:srgbClr val="FFFDF9"/>
                </a:solidFill>
                <a:latin typeface="Segoe UI"/>
                <a:ea typeface="Segoe UI"/>
                <a:cs typeface="Segoe UI"/>
              </a:defRPr>
            </a:lvl6pPr>
            <a:lvl7pPr algn="ctr">
              <a:defRPr sz="1575" b="1">
                <a:solidFill>
                  <a:srgbClr val="FFFDF9"/>
                </a:solidFill>
                <a:latin typeface="Segoe UI"/>
                <a:ea typeface="Segoe UI"/>
                <a:cs typeface="Segoe UI"/>
              </a:defRPr>
            </a:lvl7pPr>
            <a:lvl8pPr algn="ctr">
              <a:defRPr sz="1575" b="1">
                <a:solidFill>
                  <a:srgbClr val="FFFDF9"/>
                </a:solidFill>
                <a:latin typeface="Segoe UI"/>
                <a:ea typeface="Segoe UI"/>
                <a:cs typeface="Segoe UI"/>
              </a:defRPr>
            </a:lvl8pPr>
            <a:lvl9pPr algn="ctr">
              <a:defRPr sz="1575" b="1">
                <a:solidFill>
                  <a:srgbClr val="FFFDF9"/>
                </a:solidFill>
                <a:latin typeface="Segoe UI"/>
                <a:ea typeface="Segoe UI"/>
                <a:cs typeface="Segoe UI"/>
              </a:defRPr>
            </a:lvl9pPr>
          </a:lstStyle>
          <a:p xmlns:a="http://schemas.openxmlformats.org/drawingml/2006/main">
            <a:pPr algn="ctr">
              <a:defRPr sz="1575" b="1">
                <a:solidFill>
                  <a:srgbClr val="FFFDF9"/>
                </a:solidFill>
                <a:latin typeface="Segoe UI"/>
                <a:ea typeface="Segoe UI"/>
                <a:cs typeface="Segoe UI"/>
              </a:defRPr>
            </a:pPr>
            <a:r>
              <a:rPr sz="1575" b="1">
                <a:solidFill>
                  <a:srgbClr val="FFFDF9"/>
                </a:solidFill>
                <a:latin typeface="Segoe UI"/>
                <a:ea typeface="Segoe UI"/>
                <a:cs typeface="Segoe UI"/>
              </a:rPr>
              <a:t>Human</a:t>
            </a:r>
          </a:p>
          <a:p xmlns:a="http://schemas.openxmlformats.org/drawingml/2006/main">
            <a:pPr algn="ctr">
              <a:defRPr sz="1575" b="1">
                <a:solidFill>
                  <a:srgbClr val="FFFDF9"/>
                </a:solidFill>
                <a:latin typeface="Segoe UI"/>
                <a:ea typeface="Segoe UI"/>
                <a:cs typeface="Segoe UI"/>
              </a:defRPr>
            </a:pPr>
            <a:r>
              <a:rPr sz="1575" b="1">
                <a:solidFill>
                  <a:srgbClr val="FFFDF9"/>
                </a:solidFill>
                <a:latin typeface="Segoe UI"/>
                <a:ea typeface="Segoe UI"/>
                <a:cs typeface="Segoe UI"/>
              </a:rPr>
              <a:t>review</a:t>
            </a:r>
          </a:p>
        </p:txBody>
      </p:sp>
      <p:sp>
        <p:nvSpPr>
          <p:cNvPr id="38" name="">
            <a:extLst xmlns:a="http://schemas.openxmlformats.org/drawingml/2006/main">
              <a:ext uri="{FF2B5EF4-FFF2-40B4-BE49-F238E27FC236}">
                <a16:creationId xmlns:a16="http://schemas.microsoft.com/office/drawing/2014/main" id="{084A5691-7A41-45F4-9091-D587EDBE65CC}"/>
              </a:ext>
            </a:extLst>
          </p:cNvPr>
          <p:cNvSpPr>
            <a:spLocks xmlns:a="http://schemas.openxmlformats.org/drawingml/2006/main" noGrp="1"/>
          </p:cNvSpPr>
          <p:nvPr/>
        </p:nvSpPr>
        <p:spPr>
          <a:xfrm xmlns:a="http://schemas.openxmlformats.org/drawingml/2006/main">
            <a:off x="3638550" y="3362325"/>
            <a:ext cx="3790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352C24"/>
                </a:solidFill>
                <a:latin typeface="Segoe UI"/>
                <a:ea typeface="Segoe UI"/>
                <a:cs typeface="Segoe UI"/>
              </a:defRPr>
            </a:defPPr>
            <a:lvl1pPr algn="l">
              <a:defRPr sz="1800" b="1">
                <a:solidFill>
                  <a:srgbClr val="352C24"/>
                </a:solidFill>
                <a:latin typeface="Segoe UI"/>
                <a:ea typeface="Segoe UI"/>
                <a:cs typeface="Segoe UI"/>
              </a:defRPr>
            </a:lvl1pPr>
            <a:lvl2pPr algn="l">
              <a:defRPr sz="1800" b="1">
                <a:solidFill>
                  <a:srgbClr val="352C24"/>
                </a:solidFill>
                <a:latin typeface="Segoe UI"/>
                <a:ea typeface="Segoe UI"/>
                <a:cs typeface="Segoe UI"/>
              </a:defRPr>
            </a:lvl2pPr>
            <a:lvl3pPr algn="l">
              <a:defRPr sz="1800" b="1">
                <a:solidFill>
                  <a:srgbClr val="352C24"/>
                </a:solidFill>
                <a:latin typeface="Segoe UI"/>
                <a:ea typeface="Segoe UI"/>
                <a:cs typeface="Segoe UI"/>
              </a:defRPr>
            </a:lvl3pPr>
            <a:lvl4pPr algn="l">
              <a:defRPr sz="1800" b="1">
                <a:solidFill>
                  <a:srgbClr val="352C24"/>
                </a:solidFill>
                <a:latin typeface="Segoe UI"/>
                <a:ea typeface="Segoe UI"/>
                <a:cs typeface="Segoe UI"/>
              </a:defRPr>
            </a:lvl4pPr>
            <a:lvl5pPr algn="l">
              <a:defRPr sz="1800" b="1">
                <a:solidFill>
                  <a:srgbClr val="352C24"/>
                </a:solidFill>
                <a:latin typeface="Segoe UI"/>
                <a:ea typeface="Segoe UI"/>
                <a:cs typeface="Segoe UI"/>
              </a:defRPr>
            </a:lvl5pPr>
            <a:lvl6pPr algn="l">
              <a:defRPr sz="1800" b="1">
                <a:solidFill>
                  <a:srgbClr val="352C24"/>
                </a:solidFill>
                <a:latin typeface="Segoe UI"/>
                <a:ea typeface="Segoe UI"/>
                <a:cs typeface="Segoe UI"/>
              </a:defRPr>
            </a:lvl6pPr>
            <a:lvl7pPr algn="l">
              <a:defRPr sz="1800" b="1">
                <a:solidFill>
                  <a:srgbClr val="352C24"/>
                </a:solidFill>
                <a:latin typeface="Segoe UI"/>
                <a:ea typeface="Segoe UI"/>
                <a:cs typeface="Segoe UI"/>
              </a:defRPr>
            </a:lvl7pPr>
            <a:lvl8pPr algn="l">
              <a:defRPr sz="1800" b="1">
                <a:solidFill>
                  <a:srgbClr val="352C24"/>
                </a:solidFill>
                <a:latin typeface="Segoe UI"/>
                <a:ea typeface="Segoe UI"/>
                <a:cs typeface="Segoe UI"/>
              </a:defRPr>
            </a:lvl8pPr>
            <a:lvl9pPr algn="l">
              <a:defRPr sz="1800" b="1">
                <a:solidFill>
                  <a:srgbClr val="352C24"/>
                </a:solidFill>
                <a:latin typeface="Segoe UI"/>
                <a:ea typeface="Segoe UI"/>
                <a:cs typeface="Segoe UI"/>
              </a:defRPr>
            </a:lvl9pPr>
          </a:lstStyle>
          <a:p xmlns:a="http://schemas.openxmlformats.org/drawingml/2006/main">
            <a:pPr algn="l">
              <a:defRPr sz="1800" b="1">
                <a:solidFill>
                  <a:srgbClr val="352C24"/>
                </a:solidFill>
                <a:latin typeface="Segoe UI"/>
                <a:ea typeface="Segoe UI"/>
                <a:cs typeface="Segoe UI"/>
              </a:defRPr>
            </a:pPr>
            <a:r>
              <a:rPr sz="1800" b="1">
                <a:solidFill>
                  <a:srgbClr val="352C24"/>
                </a:solidFill>
                <a:latin typeface="Segoe UI"/>
                <a:ea typeface="Segoe UI"/>
                <a:cs typeface="Segoe UI"/>
              </a:rPr>
              <a:t>Bounded candidates</a:t>
            </a:r>
          </a:p>
        </p:txBody>
      </p:sp>
      <p:sp>
        <p:nvSpPr>
          <p:cNvPr id="39" name="">
            <a:extLst xmlns:a="http://schemas.openxmlformats.org/drawingml/2006/main">
              <a:ext uri="{FF2B5EF4-FFF2-40B4-BE49-F238E27FC236}">
                <a16:creationId xmlns:a16="http://schemas.microsoft.com/office/drawing/2014/main" id="{A7DCEEE4-A078-4E4F-82D2-A9371F2E4836}"/>
              </a:ext>
            </a:extLst>
          </p:cNvPr>
          <p:cNvSpPr>
            <a:spLocks xmlns:a="http://schemas.openxmlformats.org/drawingml/2006/main" noGrp="1"/>
          </p:cNvSpPr>
          <p:nvPr/>
        </p:nvSpPr>
        <p:spPr>
          <a:xfrm xmlns:a="http://schemas.openxmlformats.org/drawingml/2006/main">
            <a:off x="3638550" y="3714750"/>
            <a:ext cx="3790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816C59"/>
                </a:solidFill>
                <a:latin typeface="Segoe UI"/>
                <a:ea typeface="Segoe UI"/>
                <a:cs typeface="Segoe UI"/>
              </a:defRPr>
            </a:defPPr>
            <a:lvl1pPr algn="l">
              <a:defRPr sz="1650" b="0">
                <a:solidFill>
                  <a:srgbClr val="816C59"/>
                </a:solidFill>
                <a:latin typeface="Segoe UI"/>
                <a:ea typeface="Segoe UI"/>
                <a:cs typeface="Segoe UI"/>
              </a:defRPr>
            </a:lvl1pPr>
            <a:lvl2pPr algn="l">
              <a:defRPr sz="1650" b="0">
                <a:solidFill>
                  <a:srgbClr val="816C59"/>
                </a:solidFill>
                <a:latin typeface="Segoe UI"/>
                <a:ea typeface="Segoe UI"/>
                <a:cs typeface="Segoe UI"/>
              </a:defRPr>
            </a:lvl2pPr>
            <a:lvl3pPr algn="l">
              <a:defRPr sz="1650" b="0">
                <a:solidFill>
                  <a:srgbClr val="816C59"/>
                </a:solidFill>
                <a:latin typeface="Segoe UI"/>
                <a:ea typeface="Segoe UI"/>
                <a:cs typeface="Segoe UI"/>
              </a:defRPr>
            </a:lvl3pPr>
            <a:lvl4pPr algn="l">
              <a:defRPr sz="1650" b="0">
                <a:solidFill>
                  <a:srgbClr val="816C59"/>
                </a:solidFill>
                <a:latin typeface="Segoe UI"/>
                <a:ea typeface="Segoe UI"/>
                <a:cs typeface="Segoe UI"/>
              </a:defRPr>
            </a:lvl4pPr>
            <a:lvl5pPr algn="l">
              <a:defRPr sz="1650" b="0">
                <a:solidFill>
                  <a:srgbClr val="816C59"/>
                </a:solidFill>
                <a:latin typeface="Segoe UI"/>
                <a:ea typeface="Segoe UI"/>
                <a:cs typeface="Segoe UI"/>
              </a:defRPr>
            </a:lvl5pPr>
            <a:lvl6pPr algn="l">
              <a:defRPr sz="1650" b="0">
                <a:solidFill>
                  <a:srgbClr val="816C59"/>
                </a:solidFill>
                <a:latin typeface="Segoe UI"/>
                <a:ea typeface="Segoe UI"/>
                <a:cs typeface="Segoe UI"/>
              </a:defRPr>
            </a:lvl6pPr>
            <a:lvl7pPr algn="l">
              <a:defRPr sz="1650" b="0">
                <a:solidFill>
                  <a:srgbClr val="816C59"/>
                </a:solidFill>
                <a:latin typeface="Segoe UI"/>
                <a:ea typeface="Segoe UI"/>
                <a:cs typeface="Segoe UI"/>
              </a:defRPr>
            </a:lvl7pPr>
            <a:lvl8pPr algn="l">
              <a:defRPr sz="1650" b="0">
                <a:solidFill>
                  <a:srgbClr val="816C59"/>
                </a:solidFill>
                <a:latin typeface="Segoe UI"/>
                <a:ea typeface="Segoe UI"/>
                <a:cs typeface="Segoe UI"/>
              </a:defRPr>
            </a:lvl8pPr>
            <a:lvl9pPr algn="l">
              <a:defRPr sz="1650" b="0">
                <a:solidFill>
                  <a:srgbClr val="816C59"/>
                </a:solidFill>
                <a:latin typeface="Segoe UI"/>
                <a:ea typeface="Segoe UI"/>
                <a:cs typeface="Segoe UI"/>
              </a:defRPr>
            </a:lvl9pPr>
          </a:lstStyle>
          <a:p xmlns:a="http://schemas.openxmlformats.org/drawingml/2006/main">
            <a:pPr algn="l">
              <a:defRPr sz="1650" b="0">
                <a:solidFill>
                  <a:srgbClr val="816C59"/>
                </a:solidFill>
                <a:latin typeface="Segoe UI"/>
                <a:ea typeface="Segoe UI"/>
                <a:cs typeface="Segoe UI"/>
              </a:defRPr>
            </a:pPr>
            <a:r>
              <a:rPr sz="1650" b="0">
                <a:solidFill>
                  <a:srgbClr val="816C59"/>
                </a:solidFill>
                <a:latin typeface="Segoe UI"/>
                <a:ea typeface="Segoe UI"/>
                <a:cs typeface="Segoe UI"/>
              </a:rPr>
              <a:t>Match within the same verified institution. Original complaints stay separate.</a:t>
            </a:r>
          </a:p>
        </p:txBody>
      </p:sp>
      <p:sp>
        <p:nvSpPr>
          <p:cNvPr id="40" name="">
            <a:extLst xmlns:a="http://schemas.openxmlformats.org/drawingml/2006/main">
              <a:ext uri="{FF2B5EF4-FFF2-40B4-BE49-F238E27FC236}">
                <a16:creationId xmlns:a16="http://schemas.microsoft.com/office/drawing/2014/main" id="{E55E01CA-737E-44AF-87EB-18B2A8246E72}"/>
              </a:ext>
            </a:extLst>
          </p:cNvPr>
          <p:cNvSpPr>
            <a:spLocks xmlns:a="http://schemas.openxmlformats.org/drawingml/2006/main" noGrp="1"/>
          </p:cNvSpPr>
          <p:nvPr/>
        </p:nvSpPr>
        <p:spPr>
          <a:xfrm xmlns:a="http://schemas.openxmlformats.org/drawingml/2006/main">
            <a:off x="3638550" y="4562475"/>
            <a:ext cx="3790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352C24"/>
                </a:solidFill>
                <a:latin typeface="Segoe UI"/>
                <a:ea typeface="Segoe UI"/>
                <a:cs typeface="Segoe UI"/>
              </a:defRPr>
            </a:defPPr>
            <a:lvl1pPr algn="l">
              <a:defRPr sz="1800" b="1">
                <a:solidFill>
                  <a:srgbClr val="352C24"/>
                </a:solidFill>
                <a:latin typeface="Segoe UI"/>
                <a:ea typeface="Segoe UI"/>
                <a:cs typeface="Segoe UI"/>
              </a:defRPr>
            </a:lvl1pPr>
            <a:lvl2pPr algn="l">
              <a:defRPr sz="1800" b="1">
                <a:solidFill>
                  <a:srgbClr val="352C24"/>
                </a:solidFill>
                <a:latin typeface="Segoe UI"/>
                <a:ea typeface="Segoe UI"/>
                <a:cs typeface="Segoe UI"/>
              </a:defRPr>
            </a:lvl2pPr>
            <a:lvl3pPr algn="l">
              <a:defRPr sz="1800" b="1">
                <a:solidFill>
                  <a:srgbClr val="352C24"/>
                </a:solidFill>
                <a:latin typeface="Segoe UI"/>
                <a:ea typeface="Segoe UI"/>
                <a:cs typeface="Segoe UI"/>
              </a:defRPr>
            </a:lvl3pPr>
            <a:lvl4pPr algn="l">
              <a:defRPr sz="1800" b="1">
                <a:solidFill>
                  <a:srgbClr val="352C24"/>
                </a:solidFill>
                <a:latin typeface="Segoe UI"/>
                <a:ea typeface="Segoe UI"/>
                <a:cs typeface="Segoe UI"/>
              </a:defRPr>
            </a:lvl4pPr>
            <a:lvl5pPr algn="l">
              <a:defRPr sz="1800" b="1">
                <a:solidFill>
                  <a:srgbClr val="352C24"/>
                </a:solidFill>
                <a:latin typeface="Segoe UI"/>
                <a:ea typeface="Segoe UI"/>
                <a:cs typeface="Segoe UI"/>
              </a:defRPr>
            </a:lvl5pPr>
            <a:lvl6pPr algn="l">
              <a:defRPr sz="1800" b="1">
                <a:solidFill>
                  <a:srgbClr val="352C24"/>
                </a:solidFill>
                <a:latin typeface="Segoe UI"/>
                <a:ea typeface="Segoe UI"/>
                <a:cs typeface="Segoe UI"/>
              </a:defRPr>
            </a:lvl6pPr>
            <a:lvl7pPr algn="l">
              <a:defRPr sz="1800" b="1">
                <a:solidFill>
                  <a:srgbClr val="352C24"/>
                </a:solidFill>
                <a:latin typeface="Segoe UI"/>
                <a:ea typeface="Segoe UI"/>
                <a:cs typeface="Segoe UI"/>
              </a:defRPr>
            </a:lvl7pPr>
            <a:lvl8pPr algn="l">
              <a:defRPr sz="1800" b="1">
                <a:solidFill>
                  <a:srgbClr val="352C24"/>
                </a:solidFill>
                <a:latin typeface="Segoe UI"/>
                <a:ea typeface="Segoe UI"/>
                <a:cs typeface="Segoe UI"/>
              </a:defRPr>
            </a:lvl8pPr>
            <a:lvl9pPr algn="l">
              <a:defRPr sz="1800" b="1">
                <a:solidFill>
                  <a:srgbClr val="352C24"/>
                </a:solidFill>
                <a:latin typeface="Segoe UI"/>
                <a:ea typeface="Segoe UI"/>
                <a:cs typeface="Segoe UI"/>
              </a:defRPr>
            </a:lvl9pPr>
          </a:lstStyle>
          <a:p xmlns:a="http://schemas.openxmlformats.org/drawingml/2006/main">
            <a:pPr algn="l">
              <a:defRPr sz="1800" b="1">
                <a:solidFill>
                  <a:srgbClr val="352C24"/>
                </a:solidFill>
                <a:latin typeface="Segoe UI"/>
                <a:ea typeface="Segoe UI"/>
                <a:cs typeface="Segoe UI"/>
              </a:defRPr>
            </a:pPr>
            <a:r>
              <a:rPr sz="1800" b="1">
                <a:solidFill>
                  <a:srgbClr val="352C24"/>
                </a:solidFill>
                <a:latin typeface="Segoe UI"/>
                <a:ea typeface="Segoe UI"/>
                <a:cs typeface="Segoe UI"/>
              </a:rPr>
              <a:t>Signals, not decisions</a:t>
            </a:r>
          </a:p>
        </p:txBody>
      </p:sp>
      <p:sp>
        <p:nvSpPr>
          <p:cNvPr id="41" name="">
            <a:extLst xmlns:a="http://schemas.openxmlformats.org/drawingml/2006/main">
              <a:ext uri="{FF2B5EF4-FFF2-40B4-BE49-F238E27FC236}">
                <a16:creationId xmlns:a16="http://schemas.microsoft.com/office/drawing/2014/main" id="{6C6FDD6B-CECA-44A1-8E6A-BADE17115F34}"/>
              </a:ext>
            </a:extLst>
          </p:cNvPr>
          <p:cNvSpPr>
            <a:spLocks xmlns:a="http://schemas.openxmlformats.org/drawingml/2006/main" noGrp="1"/>
          </p:cNvSpPr>
          <p:nvPr/>
        </p:nvSpPr>
        <p:spPr>
          <a:xfrm xmlns:a="http://schemas.openxmlformats.org/drawingml/2006/main">
            <a:off x="3638550" y="4914900"/>
            <a:ext cx="3790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816C59"/>
                </a:solidFill>
                <a:latin typeface="Segoe UI"/>
                <a:ea typeface="Segoe UI"/>
                <a:cs typeface="Segoe UI"/>
              </a:defRPr>
            </a:defPPr>
            <a:lvl1pPr algn="l">
              <a:defRPr sz="1650" b="0">
                <a:solidFill>
                  <a:srgbClr val="816C59"/>
                </a:solidFill>
                <a:latin typeface="Segoe UI"/>
                <a:ea typeface="Segoe UI"/>
                <a:cs typeface="Segoe UI"/>
              </a:defRPr>
            </a:lvl1pPr>
            <a:lvl2pPr algn="l">
              <a:defRPr sz="1650" b="0">
                <a:solidFill>
                  <a:srgbClr val="816C59"/>
                </a:solidFill>
                <a:latin typeface="Segoe UI"/>
                <a:ea typeface="Segoe UI"/>
                <a:cs typeface="Segoe UI"/>
              </a:defRPr>
            </a:lvl2pPr>
            <a:lvl3pPr algn="l">
              <a:defRPr sz="1650" b="0">
                <a:solidFill>
                  <a:srgbClr val="816C59"/>
                </a:solidFill>
                <a:latin typeface="Segoe UI"/>
                <a:ea typeface="Segoe UI"/>
                <a:cs typeface="Segoe UI"/>
              </a:defRPr>
            </a:lvl3pPr>
            <a:lvl4pPr algn="l">
              <a:defRPr sz="1650" b="0">
                <a:solidFill>
                  <a:srgbClr val="816C59"/>
                </a:solidFill>
                <a:latin typeface="Segoe UI"/>
                <a:ea typeface="Segoe UI"/>
                <a:cs typeface="Segoe UI"/>
              </a:defRPr>
            </a:lvl4pPr>
            <a:lvl5pPr algn="l">
              <a:defRPr sz="1650" b="0">
                <a:solidFill>
                  <a:srgbClr val="816C59"/>
                </a:solidFill>
                <a:latin typeface="Segoe UI"/>
                <a:ea typeface="Segoe UI"/>
                <a:cs typeface="Segoe UI"/>
              </a:defRPr>
            </a:lvl5pPr>
            <a:lvl6pPr algn="l">
              <a:defRPr sz="1650" b="0">
                <a:solidFill>
                  <a:srgbClr val="816C59"/>
                </a:solidFill>
                <a:latin typeface="Segoe UI"/>
                <a:ea typeface="Segoe UI"/>
                <a:cs typeface="Segoe UI"/>
              </a:defRPr>
            </a:lvl6pPr>
            <a:lvl7pPr algn="l">
              <a:defRPr sz="1650" b="0">
                <a:solidFill>
                  <a:srgbClr val="816C59"/>
                </a:solidFill>
                <a:latin typeface="Segoe UI"/>
                <a:ea typeface="Segoe UI"/>
                <a:cs typeface="Segoe UI"/>
              </a:defRPr>
            </a:lvl7pPr>
            <a:lvl8pPr algn="l">
              <a:defRPr sz="1650" b="0">
                <a:solidFill>
                  <a:srgbClr val="816C59"/>
                </a:solidFill>
                <a:latin typeface="Segoe UI"/>
                <a:ea typeface="Segoe UI"/>
                <a:cs typeface="Segoe UI"/>
              </a:defRPr>
            </a:lvl8pPr>
            <a:lvl9pPr algn="l">
              <a:defRPr sz="1650" b="0">
                <a:solidFill>
                  <a:srgbClr val="816C59"/>
                </a:solidFill>
                <a:latin typeface="Segoe UI"/>
                <a:ea typeface="Segoe UI"/>
                <a:cs typeface="Segoe UI"/>
              </a:defRPr>
            </a:lvl9pPr>
          </a:lstStyle>
          <a:p xmlns:a="http://schemas.openxmlformats.org/drawingml/2006/main">
            <a:pPr algn="l">
              <a:defRPr sz="1650" b="0">
                <a:solidFill>
                  <a:srgbClr val="816C59"/>
                </a:solidFill>
                <a:latin typeface="Segoe UI"/>
                <a:ea typeface="Segoe UI"/>
                <a:cs typeface="Segoe UI"/>
              </a:defRPr>
            </a:pPr>
            <a:r>
              <a:rPr sz="1650" b="0">
                <a:solidFill>
                  <a:srgbClr val="816C59"/>
                </a:solidFill>
                <a:latin typeface="Segoe UI"/>
                <a:ea typeface="Segoe UI"/>
                <a:cs typeface="Segoe UI"/>
              </a:rPr>
              <a:t>Similarity, reranker output and category support triage; scores are not probabilities.</a:t>
            </a:r>
          </a:p>
        </p:txBody>
      </p:sp>
      <p:sp>
        <p:nvSpPr>
          <p:cNvPr id="42" name="">
            <a:extLst xmlns:a="http://schemas.openxmlformats.org/drawingml/2006/main">
              <a:ext uri="{FF2B5EF4-FFF2-40B4-BE49-F238E27FC236}">
                <a16:creationId xmlns:a16="http://schemas.microsoft.com/office/drawing/2014/main" id="{DBF3E830-229A-49DB-8C83-D99AF09995EA}"/>
              </a:ext>
            </a:extLst>
          </p:cNvPr>
          <p:cNvSpPr>
            <a:spLocks xmlns:a="http://schemas.openxmlformats.org/drawingml/2006/main" noGrp="1"/>
          </p:cNvSpPr>
          <p:nvPr/>
        </p:nvSpPr>
        <p:spPr>
          <a:xfrm xmlns:a="http://schemas.openxmlformats.org/drawingml/2006/main">
            <a:off x="3638550" y="5781675"/>
            <a:ext cx="3790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816C59"/>
                </a:solidFill>
                <a:latin typeface="Segoe UI"/>
                <a:ea typeface="Segoe UI"/>
                <a:cs typeface="Segoe UI"/>
              </a:defRPr>
            </a:defPPr>
            <a:lvl1pPr algn="l">
              <a:defRPr sz="1500" b="0">
                <a:solidFill>
                  <a:srgbClr val="816C59"/>
                </a:solidFill>
                <a:latin typeface="Segoe UI"/>
                <a:ea typeface="Segoe UI"/>
                <a:cs typeface="Segoe UI"/>
              </a:defRPr>
            </a:lvl1pPr>
            <a:lvl2pPr algn="l">
              <a:defRPr sz="1500" b="0">
                <a:solidFill>
                  <a:srgbClr val="816C59"/>
                </a:solidFill>
                <a:latin typeface="Segoe UI"/>
                <a:ea typeface="Segoe UI"/>
                <a:cs typeface="Segoe UI"/>
              </a:defRPr>
            </a:lvl2pPr>
            <a:lvl3pPr algn="l">
              <a:defRPr sz="1500" b="0">
                <a:solidFill>
                  <a:srgbClr val="816C59"/>
                </a:solidFill>
                <a:latin typeface="Segoe UI"/>
                <a:ea typeface="Segoe UI"/>
                <a:cs typeface="Segoe UI"/>
              </a:defRPr>
            </a:lvl3pPr>
            <a:lvl4pPr algn="l">
              <a:defRPr sz="1500" b="0">
                <a:solidFill>
                  <a:srgbClr val="816C59"/>
                </a:solidFill>
                <a:latin typeface="Segoe UI"/>
                <a:ea typeface="Segoe UI"/>
                <a:cs typeface="Segoe UI"/>
              </a:defRPr>
            </a:lvl4pPr>
            <a:lvl5pPr algn="l">
              <a:defRPr sz="1500" b="0">
                <a:solidFill>
                  <a:srgbClr val="816C59"/>
                </a:solidFill>
                <a:latin typeface="Segoe UI"/>
                <a:ea typeface="Segoe UI"/>
                <a:cs typeface="Segoe UI"/>
              </a:defRPr>
            </a:lvl5pPr>
            <a:lvl6pPr algn="l">
              <a:defRPr sz="1500" b="0">
                <a:solidFill>
                  <a:srgbClr val="816C59"/>
                </a:solidFill>
                <a:latin typeface="Segoe UI"/>
                <a:ea typeface="Segoe UI"/>
                <a:cs typeface="Segoe UI"/>
              </a:defRPr>
            </a:lvl6pPr>
            <a:lvl7pPr algn="l">
              <a:defRPr sz="1500" b="0">
                <a:solidFill>
                  <a:srgbClr val="816C59"/>
                </a:solidFill>
                <a:latin typeface="Segoe UI"/>
                <a:ea typeface="Segoe UI"/>
                <a:cs typeface="Segoe UI"/>
              </a:defRPr>
            </a:lvl7pPr>
            <a:lvl8pPr algn="l">
              <a:defRPr sz="1500" b="0">
                <a:solidFill>
                  <a:srgbClr val="816C59"/>
                </a:solidFill>
                <a:latin typeface="Segoe UI"/>
                <a:ea typeface="Segoe UI"/>
                <a:cs typeface="Segoe UI"/>
              </a:defRPr>
            </a:lvl8pPr>
            <a:lvl9pPr algn="l">
              <a:defRPr sz="1500" b="0">
                <a:solidFill>
                  <a:srgbClr val="816C59"/>
                </a:solidFill>
                <a:latin typeface="Segoe UI"/>
                <a:ea typeface="Segoe UI"/>
                <a:cs typeface="Segoe UI"/>
              </a:defRPr>
            </a:lvl9pPr>
          </a:lstStyle>
          <a:p xmlns:a="http://schemas.openxmlformats.org/drawingml/2006/main">
            <a:pPr algn="l">
              <a:defRPr sz="1500" b="0">
                <a:solidFill>
                  <a:srgbClr val="816C59"/>
                </a:solidFill>
                <a:latin typeface="Segoe UI"/>
                <a:ea typeface="Segoe UI"/>
                <a:cs typeface="Segoe UI"/>
              </a:defRPr>
            </a:pPr>
            <a:r>
              <a:rPr sz="1500" b="0">
                <a:solidFill>
                  <a:srgbClr val="816C59"/>
                </a:solidFill>
                <a:latin typeface="Segoe UI"/>
                <a:ea typeface="Segoe UI"/>
                <a:cs typeface="Segoe UI"/>
              </a:rPr>
              <a:t>Pinned models run locally. Revision changes invalidate stale decisions.</a:t>
            </a:r>
          </a:p>
        </p:txBody>
      </p:sp>
      <p:pic>
        <p:nvPicPr>
          <p:cNvPr id="43" name="">
            <a:extLst xmlns:a="http://schemas.openxmlformats.org/drawingml/2006/main">
              <a:ext uri="{FF2B5EF4-FFF2-40B4-BE49-F238E27FC236}">
                <a16:creationId xmlns:a16="http://schemas.microsoft.com/office/drawing/2014/main" id="{BF326187-8879-4459-BADD-CCF9627655A8}"/>
              </a:ext>
            </a:extLst>
          </p:cNvPr>
          <p:cNvPicPr>
            <a:picLocks xmlns:a="http://schemas.openxmlformats.org/drawingml/2006/main" noChangeAspect="1"/>
          </p:cNvPicPr>
          <p:nvPr/>
        </p:nvPicPr>
        <p:blipFill>
          <a:blip xmlns:r="http://schemas.openxmlformats.org/officeDocument/2006/relationships" xmlns:a="http://schemas.openxmlformats.org/drawingml/2006/main" r:embed="R08dc9d9aa3874ea2"/>
          <a:stretch xmlns:a="http://schemas.openxmlformats.org/drawingml/2006/main"/>
        </p:blipFill>
        <p:spPr>
          <a:xfrm xmlns:a="http://schemas.openxmlformats.org/drawingml/2006/main">
            <a:off x="7713792" y="3362325"/>
            <a:ext cx="3974841" cy="2705100"/>
          </a:xfrm>
          <a:prstGeom xmlns:a="http://schemas.openxmlformats.org/drawingml/2006/main" prst="rect">
            <a:avLst/>
          </a:prstGeom>
        </p:spPr>
      </p:pic>
      <p:sp>
        <p:nvSpPr>
          <p:cNvPr id="44" name="">
            <a:extLst xmlns:a="http://schemas.openxmlformats.org/drawingml/2006/main">
              <a:ext uri="{FF2B5EF4-FFF2-40B4-BE49-F238E27FC236}">
                <a16:creationId xmlns:a16="http://schemas.microsoft.com/office/drawing/2014/main" id="{C42DBE2F-CCB0-47E8-BBE9-5058652DAD44}"/>
              </a:ext>
            </a:extLst>
          </p:cNvPr>
          <p:cNvSpPr>
            <a:spLocks xmlns:a="http://schemas.openxmlformats.org/drawingml/2006/main" noGrp="1"/>
          </p:cNvSpPr>
          <p:nvPr/>
        </p:nvSpPr>
        <p:spPr>
          <a:xfrm xmlns:a="http://schemas.openxmlformats.org/drawingml/2006/main">
            <a:off x="7705725" y="6134100"/>
            <a:ext cx="39909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816C59"/>
                </a:solidFill>
                <a:latin typeface="Segoe UI"/>
                <a:ea typeface="Segoe UI"/>
                <a:cs typeface="Segoe UI"/>
              </a:defRPr>
            </a:defPPr>
            <a:lvl1pPr algn="l">
              <a:defRPr sz="1125" b="0">
                <a:solidFill>
                  <a:srgbClr val="816C59"/>
                </a:solidFill>
                <a:latin typeface="Segoe UI"/>
                <a:ea typeface="Segoe UI"/>
                <a:cs typeface="Segoe UI"/>
              </a:defRPr>
            </a:lvl1pPr>
            <a:lvl2pPr algn="l">
              <a:defRPr sz="1125" b="0">
                <a:solidFill>
                  <a:srgbClr val="816C59"/>
                </a:solidFill>
                <a:latin typeface="Segoe UI"/>
                <a:ea typeface="Segoe UI"/>
                <a:cs typeface="Segoe UI"/>
              </a:defRPr>
            </a:lvl2pPr>
            <a:lvl3pPr algn="l">
              <a:defRPr sz="1125" b="0">
                <a:solidFill>
                  <a:srgbClr val="816C59"/>
                </a:solidFill>
                <a:latin typeface="Segoe UI"/>
                <a:ea typeface="Segoe UI"/>
                <a:cs typeface="Segoe UI"/>
              </a:defRPr>
            </a:lvl3pPr>
            <a:lvl4pPr algn="l">
              <a:defRPr sz="1125" b="0">
                <a:solidFill>
                  <a:srgbClr val="816C59"/>
                </a:solidFill>
                <a:latin typeface="Segoe UI"/>
                <a:ea typeface="Segoe UI"/>
                <a:cs typeface="Segoe UI"/>
              </a:defRPr>
            </a:lvl4pPr>
            <a:lvl5pPr algn="l">
              <a:defRPr sz="1125" b="0">
                <a:solidFill>
                  <a:srgbClr val="816C59"/>
                </a:solidFill>
                <a:latin typeface="Segoe UI"/>
                <a:ea typeface="Segoe UI"/>
                <a:cs typeface="Segoe UI"/>
              </a:defRPr>
            </a:lvl5pPr>
            <a:lvl6pPr algn="l">
              <a:defRPr sz="1125" b="0">
                <a:solidFill>
                  <a:srgbClr val="816C59"/>
                </a:solidFill>
                <a:latin typeface="Segoe UI"/>
                <a:ea typeface="Segoe UI"/>
                <a:cs typeface="Segoe UI"/>
              </a:defRPr>
            </a:lvl6pPr>
            <a:lvl7pPr algn="l">
              <a:defRPr sz="1125" b="0">
                <a:solidFill>
                  <a:srgbClr val="816C59"/>
                </a:solidFill>
                <a:latin typeface="Segoe UI"/>
                <a:ea typeface="Segoe UI"/>
                <a:cs typeface="Segoe UI"/>
              </a:defRPr>
            </a:lvl7pPr>
            <a:lvl8pPr algn="l">
              <a:defRPr sz="1125" b="0">
                <a:solidFill>
                  <a:srgbClr val="816C59"/>
                </a:solidFill>
                <a:latin typeface="Segoe UI"/>
                <a:ea typeface="Segoe UI"/>
                <a:cs typeface="Segoe UI"/>
              </a:defRPr>
            </a:lvl8pPr>
            <a:lvl9pPr algn="l">
              <a:defRPr sz="1125" b="0">
                <a:solidFill>
                  <a:srgbClr val="816C59"/>
                </a:solidFill>
                <a:latin typeface="Segoe UI"/>
                <a:ea typeface="Segoe UI"/>
                <a:cs typeface="Segoe UI"/>
              </a:defRPr>
            </a:lvl9pPr>
          </a:lstStyle>
          <a:p xmlns:a="http://schemas.openxmlformats.org/drawingml/2006/main">
            <a:pPr algn="l">
              <a:defRPr sz="1125" b="0">
                <a:solidFill>
                  <a:srgbClr val="816C59"/>
                </a:solidFill>
                <a:latin typeface="Segoe UI"/>
                <a:ea typeface="Segoe UI"/>
                <a:cs typeface="Segoe UI"/>
              </a:defRPr>
            </a:pPr>
            <a:r>
              <a:rPr sz="1125" b="0">
                <a:solidFill>
                  <a:srgbClr val="816C59"/>
                </a:solidFill>
                <a:latin typeface="Segoe UI"/>
                <a:ea typeface="Segoe UI"/>
                <a:cs typeface="Segoe UI"/>
              </a:rPr>
              <a:t>Actual model output; synthetic complaints</a:t>
            </a:r>
          </a:p>
        </p:txBody>
      </p:sp>
      <p:sp>
        <p:nvSpPr>
          <p:cNvPr id="45" name="">
            <a:extLst xmlns:a="http://schemas.openxmlformats.org/drawingml/2006/main">
              <a:ext uri="{FF2B5EF4-FFF2-40B4-BE49-F238E27FC236}">
                <a16:creationId xmlns:a16="http://schemas.microsoft.com/office/drawing/2014/main" id="{B1BBF4E9-4329-447F-BDC9-3C35A39FC175}"/>
              </a:ext>
            </a:extLst>
          </p:cNvPr>
          <p:cNvSpPr>
            <a:spLocks xmlns:a="http://schemas.openxmlformats.org/drawingml/2006/main" noGrp="1"/>
          </p:cNvSpPr>
          <p:nvPr/>
        </p:nvSpPr>
        <p:spPr>
          <a:xfrm xmlns:a="http://schemas.openxmlformats.org/drawingml/2006/main">
            <a:off x="514350" y="6315075"/>
            <a:ext cx="11144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9C482E"/>
                </a:solidFill>
                <a:latin typeface="Segoe UI"/>
                <a:ea typeface="Segoe UI"/>
                <a:cs typeface="Segoe UI"/>
              </a:defRPr>
            </a:defPPr>
            <a:lvl1pPr algn="l">
              <a:defRPr sz="1350" b="1">
                <a:solidFill>
                  <a:srgbClr val="9C482E"/>
                </a:solidFill>
                <a:latin typeface="Segoe UI"/>
                <a:ea typeface="Segoe UI"/>
                <a:cs typeface="Segoe UI"/>
              </a:defRPr>
            </a:lvl1pPr>
            <a:lvl2pPr algn="l">
              <a:defRPr sz="1350" b="1">
                <a:solidFill>
                  <a:srgbClr val="9C482E"/>
                </a:solidFill>
                <a:latin typeface="Segoe UI"/>
                <a:ea typeface="Segoe UI"/>
                <a:cs typeface="Segoe UI"/>
              </a:defRPr>
            </a:lvl2pPr>
            <a:lvl3pPr algn="l">
              <a:defRPr sz="1350" b="1">
                <a:solidFill>
                  <a:srgbClr val="9C482E"/>
                </a:solidFill>
                <a:latin typeface="Segoe UI"/>
                <a:ea typeface="Segoe UI"/>
                <a:cs typeface="Segoe UI"/>
              </a:defRPr>
            </a:lvl3pPr>
            <a:lvl4pPr algn="l">
              <a:defRPr sz="1350" b="1">
                <a:solidFill>
                  <a:srgbClr val="9C482E"/>
                </a:solidFill>
                <a:latin typeface="Segoe UI"/>
                <a:ea typeface="Segoe UI"/>
                <a:cs typeface="Segoe UI"/>
              </a:defRPr>
            </a:lvl4pPr>
            <a:lvl5pPr algn="l">
              <a:defRPr sz="1350" b="1">
                <a:solidFill>
                  <a:srgbClr val="9C482E"/>
                </a:solidFill>
                <a:latin typeface="Segoe UI"/>
                <a:ea typeface="Segoe UI"/>
                <a:cs typeface="Segoe UI"/>
              </a:defRPr>
            </a:lvl5pPr>
            <a:lvl6pPr algn="l">
              <a:defRPr sz="1350" b="1">
                <a:solidFill>
                  <a:srgbClr val="9C482E"/>
                </a:solidFill>
                <a:latin typeface="Segoe UI"/>
                <a:ea typeface="Segoe UI"/>
                <a:cs typeface="Segoe UI"/>
              </a:defRPr>
            </a:lvl6pPr>
            <a:lvl7pPr algn="l">
              <a:defRPr sz="1350" b="1">
                <a:solidFill>
                  <a:srgbClr val="9C482E"/>
                </a:solidFill>
                <a:latin typeface="Segoe UI"/>
                <a:ea typeface="Segoe UI"/>
                <a:cs typeface="Segoe UI"/>
              </a:defRPr>
            </a:lvl7pPr>
            <a:lvl8pPr algn="l">
              <a:defRPr sz="1350" b="1">
                <a:solidFill>
                  <a:srgbClr val="9C482E"/>
                </a:solidFill>
                <a:latin typeface="Segoe UI"/>
                <a:ea typeface="Segoe UI"/>
                <a:cs typeface="Segoe UI"/>
              </a:defRPr>
            </a:lvl8pPr>
            <a:lvl9pPr algn="l">
              <a:defRPr sz="1350" b="1">
                <a:solidFill>
                  <a:srgbClr val="9C482E"/>
                </a:solidFill>
                <a:latin typeface="Segoe UI"/>
                <a:ea typeface="Segoe UI"/>
                <a:cs typeface="Segoe UI"/>
              </a:defRPr>
            </a:lvl9pPr>
          </a:lstStyle>
          <a:p xmlns:a="http://schemas.openxmlformats.org/drawingml/2006/main">
            <a:pPr algn="l">
              <a:defRPr sz="1350" b="1">
                <a:solidFill>
                  <a:srgbClr val="9C482E"/>
                </a:solidFill>
                <a:latin typeface="Segoe UI"/>
                <a:ea typeface="Segoe UI"/>
                <a:cs typeface="Segoe UI"/>
              </a:defRPr>
            </a:pPr>
            <a:r>
              <a:rPr sz="1350" b="1">
                <a:solidFill>
                  <a:srgbClr val="9C482E"/>
                </a:solidFill>
                <a:latin typeface="Segoe UI"/>
                <a:ea typeface="Segoe UI"/>
                <a:cs typeface="Segoe UI"/>
              </a:rPr>
              <a:t>API and worker share database/private storage; service credentials stay server-side.</a:t>
            </a:r>
          </a:p>
        </p:txBody>
      </p:sp>
    </p:spTree>
    <p:extLst>
      <p:ext uri="{BB962C8B-B14F-4D97-AF65-F5344CB8AC3E}">
        <p14:creationId xmlns:p14="http://schemas.microsoft.com/office/powerpoint/2010/main" val="340272007"/>
      </p:ext>
    </p:extLst>
  </p:cSld>
</p:sld>
</file>

<file path=ppt/slides/slide3.xml><?xml version="1.0" encoding="utf-8"?>
<p:sld xmlns:p="http://schemas.openxmlformats.org/presentationml/2006/main">
  <p:cSld>
    <p:bg>
      <p:bgPr>
        <a:solidFill xmlns:a="http://schemas.openxmlformats.org/drawingml/2006/main">
          <a:srgbClr val="F8F4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0042AC7-53EE-42C3-AAFB-3B8FD4133EE3}"/>
              </a:ext>
            </a:extLst>
          </p:cNvPr>
          <p:cNvSpPr>
            <a:spLocks xmlns:a="http://schemas.openxmlformats.org/drawingml/2006/main" noGrp="1"/>
          </p:cNvSpPr>
          <p:nvPr/>
        </p:nvSpPr>
        <p:spPr>
          <a:xfrm xmlns:a="http://schemas.openxmlformats.org/drawingml/2006/main">
            <a:off x="432435" y="266700"/>
            <a:ext cx="1428750" cy="590550"/>
          </a:xfrm>
          <a:prstGeom xmlns:a="http://schemas.openxmlformats.org/drawingml/2006/main" prst="rect">
            <a:avLst/>
          </a:prstGeom>
          <a:solidFill xmlns:a="http://schemas.openxmlformats.org/drawingml/2006/main">
            <a:srgbClr val="FFFDF9"/>
          </a:solidFill>
          <a:ln xmlns:a="http://schemas.openxmlformats.org/drawingml/2006/main" w="9525">
            <a:solidFill>
              <a:srgbClr val="9C482E"/>
            </a:solidFill>
          </a:ln>
        </p:spPr>
      </p:sp>
      <p:sp>
        <p:nvSpPr>
          <p:cNvPr id="3" name="">
            <a:extLst xmlns:a="http://schemas.openxmlformats.org/drawingml/2006/main">
              <a:ext uri="{FF2B5EF4-FFF2-40B4-BE49-F238E27FC236}">
                <a16:creationId xmlns:a16="http://schemas.microsoft.com/office/drawing/2014/main" id="{9E288BC4-CA76-4108-BD44-696E52551ADF}"/>
              </a:ext>
            </a:extLst>
          </p:cNvPr>
          <p:cNvSpPr>
            <a:spLocks xmlns:a="http://schemas.openxmlformats.org/drawingml/2006/main" noGrp="1"/>
          </p:cNvSpPr>
          <p:nvPr/>
        </p:nvSpPr>
        <p:spPr>
          <a:xfrm xmlns:a="http://schemas.openxmlformats.org/drawingml/2006/main">
            <a:off x="518160" y="447675"/>
            <a:ext cx="1257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275" b="1">
                <a:solidFill>
                  <a:srgbClr val="9C482E"/>
                </a:solidFill>
                <a:latin typeface="Segoe UI"/>
                <a:ea typeface="Segoe UI"/>
                <a:cs typeface="Segoe UI"/>
              </a:defRPr>
            </a:defPPr>
            <a:lvl1pPr algn="ctr">
              <a:defRPr sz="1275" b="1">
                <a:solidFill>
                  <a:srgbClr val="9C482E"/>
                </a:solidFill>
                <a:latin typeface="Segoe UI"/>
                <a:ea typeface="Segoe UI"/>
                <a:cs typeface="Segoe UI"/>
              </a:defRPr>
            </a:lvl1pPr>
            <a:lvl2pPr algn="ctr">
              <a:defRPr sz="1275" b="1">
                <a:solidFill>
                  <a:srgbClr val="9C482E"/>
                </a:solidFill>
                <a:latin typeface="Segoe UI"/>
                <a:ea typeface="Segoe UI"/>
                <a:cs typeface="Segoe UI"/>
              </a:defRPr>
            </a:lvl2pPr>
            <a:lvl3pPr algn="ctr">
              <a:defRPr sz="1275" b="1">
                <a:solidFill>
                  <a:srgbClr val="9C482E"/>
                </a:solidFill>
                <a:latin typeface="Segoe UI"/>
                <a:ea typeface="Segoe UI"/>
                <a:cs typeface="Segoe UI"/>
              </a:defRPr>
            </a:lvl3pPr>
            <a:lvl4pPr algn="ctr">
              <a:defRPr sz="1275" b="1">
                <a:solidFill>
                  <a:srgbClr val="9C482E"/>
                </a:solidFill>
                <a:latin typeface="Segoe UI"/>
                <a:ea typeface="Segoe UI"/>
                <a:cs typeface="Segoe UI"/>
              </a:defRPr>
            </a:lvl4pPr>
            <a:lvl5pPr algn="ctr">
              <a:defRPr sz="1275" b="1">
                <a:solidFill>
                  <a:srgbClr val="9C482E"/>
                </a:solidFill>
                <a:latin typeface="Segoe UI"/>
                <a:ea typeface="Segoe UI"/>
                <a:cs typeface="Segoe UI"/>
              </a:defRPr>
            </a:lvl5pPr>
            <a:lvl6pPr algn="ctr">
              <a:defRPr sz="1275" b="1">
                <a:solidFill>
                  <a:srgbClr val="9C482E"/>
                </a:solidFill>
                <a:latin typeface="Segoe UI"/>
                <a:ea typeface="Segoe UI"/>
                <a:cs typeface="Segoe UI"/>
              </a:defRPr>
            </a:lvl6pPr>
            <a:lvl7pPr algn="ctr">
              <a:defRPr sz="1275" b="1">
                <a:solidFill>
                  <a:srgbClr val="9C482E"/>
                </a:solidFill>
                <a:latin typeface="Segoe UI"/>
                <a:ea typeface="Segoe UI"/>
                <a:cs typeface="Segoe UI"/>
              </a:defRPr>
            </a:lvl7pPr>
            <a:lvl8pPr algn="ctr">
              <a:defRPr sz="1275" b="1">
                <a:solidFill>
                  <a:srgbClr val="9C482E"/>
                </a:solidFill>
                <a:latin typeface="Segoe UI"/>
                <a:ea typeface="Segoe UI"/>
                <a:cs typeface="Segoe UI"/>
              </a:defRPr>
            </a:lvl8pPr>
            <a:lvl9pPr algn="ctr">
              <a:defRPr sz="1275" b="1">
                <a:solidFill>
                  <a:srgbClr val="9C482E"/>
                </a:solidFill>
                <a:latin typeface="Segoe UI"/>
                <a:ea typeface="Segoe UI"/>
                <a:cs typeface="Segoe UI"/>
              </a:defRPr>
            </a:lvl9pPr>
          </a:lstStyle>
          <a:p xmlns:a="http://schemas.openxmlformats.org/drawingml/2006/main">
            <a:pPr algn="ctr">
              <a:defRPr sz="1425" b="1">
                <a:solidFill>
                  <a:srgbClr val="9C482E"/>
                </a:solidFill>
                <a:latin typeface="Segoe UI"/>
                <a:ea typeface="Segoe UI"/>
                <a:cs typeface="Segoe UI"/>
              </a:defRPr>
            </a:pPr>
            <a:r>
              <a:rPr sz="1275" b="1">
                <a:solidFill>
                  <a:srgbClr val="9C482E"/>
                </a:solidFill>
                <a:latin typeface="Segoe UI"/>
                <a:ea typeface="Segoe UI"/>
                <a:cs typeface="Segoe UI"/>
              </a:rPr>
              <a:t>TEAM MODEST</a:t>
            </a:r>
          </a:p>
        </p:txBody>
      </p:sp>
      <p:sp>
        <p:nvSpPr>
          <p:cNvPr id="4" name="">
            <a:extLst xmlns:a="http://schemas.openxmlformats.org/drawingml/2006/main">
              <a:ext uri="{FF2B5EF4-FFF2-40B4-BE49-F238E27FC236}">
                <a16:creationId xmlns:a16="http://schemas.microsoft.com/office/drawing/2014/main" id="{70FBDEDB-6E64-4CB4-BD3D-F4978DC2F496}"/>
              </a:ext>
            </a:extLst>
          </p:cNvPr>
          <p:cNvSpPr>
            <a:spLocks xmlns:a="http://schemas.openxmlformats.org/drawingml/2006/main" noGrp="1"/>
          </p:cNvSpPr>
          <p:nvPr/>
        </p:nvSpPr>
        <p:spPr>
          <a:xfrm xmlns:a="http://schemas.openxmlformats.org/drawingml/2006/main">
            <a:off x="2143125" y="295275"/>
            <a:ext cx="8286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3225" b="1">
                <a:solidFill>
                  <a:srgbClr val="352C24"/>
                </a:solidFill>
                <a:latin typeface="Georgia"/>
                <a:ea typeface="Georgia"/>
                <a:cs typeface="Georgia"/>
              </a:defRPr>
            </a:defPPr>
            <a:lvl1pPr algn="ctr">
              <a:defRPr sz="3225" b="1">
                <a:solidFill>
                  <a:srgbClr val="352C24"/>
                </a:solidFill>
                <a:latin typeface="Georgia"/>
                <a:ea typeface="Georgia"/>
                <a:cs typeface="Georgia"/>
              </a:defRPr>
            </a:lvl1pPr>
            <a:lvl2pPr algn="ctr">
              <a:defRPr sz="3225" b="1">
                <a:solidFill>
                  <a:srgbClr val="352C24"/>
                </a:solidFill>
                <a:latin typeface="Georgia"/>
                <a:ea typeface="Georgia"/>
                <a:cs typeface="Georgia"/>
              </a:defRPr>
            </a:lvl2pPr>
            <a:lvl3pPr algn="ctr">
              <a:defRPr sz="3225" b="1">
                <a:solidFill>
                  <a:srgbClr val="352C24"/>
                </a:solidFill>
                <a:latin typeface="Georgia"/>
                <a:ea typeface="Georgia"/>
                <a:cs typeface="Georgia"/>
              </a:defRPr>
            </a:lvl3pPr>
            <a:lvl4pPr algn="ctr">
              <a:defRPr sz="3225" b="1">
                <a:solidFill>
                  <a:srgbClr val="352C24"/>
                </a:solidFill>
                <a:latin typeface="Georgia"/>
                <a:ea typeface="Georgia"/>
                <a:cs typeface="Georgia"/>
              </a:defRPr>
            </a:lvl4pPr>
            <a:lvl5pPr algn="ctr">
              <a:defRPr sz="3225" b="1">
                <a:solidFill>
                  <a:srgbClr val="352C24"/>
                </a:solidFill>
                <a:latin typeface="Georgia"/>
                <a:ea typeface="Georgia"/>
                <a:cs typeface="Georgia"/>
              </a:defRPr>
            </a:lvl5pPr>
            <a:lvl6pPr algn="ctr">
              <a:defRPr sz="3225" b="1">
                <a:solidFill>
                  <a:srgbClr val="352C24"/>
                </a:solidFill>
                <a:latin typeface="Georgia"/>
                <a:ea typeface="Georgia"/>
                <a:cs typeface="Georgia"/>
              </a:defRPr>
            </a:lvl6pPr>
            <a:lvl7pPr algn="ctr">
              <a:defRPr sz="3225" b="1">
                <a:solidFill>
                  <a:srgbClr val="352C24"/>
                </a:solidFill>
                <a:latin typeface="Georgia"/>
                <a:ea typeface="Georgia"/>
                <a:cs typeface="Georgia"/>
              </a:defRPr>
            </a:lvl7pPr>
            <a:lvl8pPr algn="ctr">
              <a:defRPr sz="3225" b="1">
                <a:solidFill>
                  <a:srgbClr val="352C24"/>
                </a:solidFill>
                <a:latin typeface="Georgia"/>
                <a:ea typeface="Georgia"/>
                <a:cs typeface="Georgia"/>
              </a:defRPr>
            </a:lvl8pPr>
            <a:lvl9pPr algn="ctr">
              <a:defRPr sz="3225" b="1">
                <a:solidFill>
                  <a:srgbClr val="352C24"/>
                </a:solidFill>
                <a:latin typeface="Georgia"/>
                <a:ea typeface="Georgia"/>
                <a:cs typeface="Georgia"/>
              </a:defRPr>
            </a:lvl9pPr>
          </a:lstStyle>
          <a:p xmlns:a="http://schemas.openxmlformats.org/drawingml/2006/main">
            <a:pPr algn="ctr">
              <a:defRPr sz="3225" b="1">
                <a:solidFill>
                  <a:srgbClr val="352C24"/>
                </a:solidFill>
                <a:latin typeface="Georgia"/>
                <a:ea typeface="Georgia"/>
                <a:cs typeface="Georgia"/>
              </a:defRPr>
            </a:pPr>
            <a:r>
              <a:rPr sz="3225" b="1">
                <a:solidFill>
                  <a:srgbClr val="352C24"/>
                </a:solidFill>
                <a:latin typeface="Georgia"/>
                <a:ea typeface="Georgia"/>
                <a:cs typeface="Georgia"/>
              </a:rPr>
              <a:t>FEASIBILITY AND VIABILITY</a:t>
            </a:r>
          </a:p>
        </p:txBody>
      </p:sp>
      <p:pic>
        <p:nvPicPr>
          <p:cNvPr id="5" name="">
            <a:extLst xmlns:a="http://schemas.openxmlformats.org/drawingml/2006/main">
              <a:ext uri="{FF2B5EF4-FFF2-40B4-BE49-F238E27FC236}">
                <a16:creationId xmlns:a16="http://schemas.microsoft.com/office/drawing/2014/main" id="{8C690239-6A76-43E5-A225-828F5581B4C9}"/>
              </a:ext>
            </a:extLst>
          </p:cNvPr>
          <p:cNvPicPr>
            <a:picLocks xmlns:a="http://schemas.openxmlformats.org/drawingml/2006/main" noChangeAspect="1"/>
          </p:cNvPicPr>
          <p:nvPr/>
        </p:nvPicPr>
        <p:blipFill>
          <a:blip xmlns:r="http://schemas.openxmlformats.org/officeDocument/2006/relationships" xmlns:a="http://schemas.openxmlformats.org/drawingml/2006/main" r:embed="Rb2b1fce00c2842c9"/>
          <a:stretch xmlns:a="http://schemas.openxmlformats.org/drawingml/2006/main"/>
        </p:blipFill>
        <p:spPr>
          <a:xfrm xmlns:a="http://schemas.openxmlformats.org/drawingml/2006/main">
            <a:off x="10814685" y="142875"/>
            <a:ext cx="952500" cy="952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34C977D-BFB4-49C0-BA07-B55AE61F100C}"/>
              </a:ext>
            </a:extLst>
          </p:cNvPr>
          <p:cNvSpPr>
            <a:spLocks xmlns:a="http://schemas.openxmlformats.org/drawingml/2006/main" noGrp="1"/>
          </p:cNvSpPr>
          <p:nvPr/>
        </p:nvSpPr>
        <p:spPr>
          <a:xfrm xmlns:a="http://schemas.openxmlformats.org/drawingml/2006/main">
            <a:off x="432435" y="1066800"/>
            <a:ext cx="11353800" cy="28575"/>
          </a:xfrm>
          <a:prstGeom xmlns:a="http://schemas.openxmlformats.org/drawingml/2006/main" prst="rect">
            <a:avLst/>
          </a:prstGeom>
          <a:solidFill xmlns:a="http://schemas.openxmlformats.org/drawingml/2006/main">
            <a:srgbClr val="9C482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53AA81D-4FD5-4AC6-B333-0D6A80DF35E3}"/>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9C482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98326A1-9590-4E42-914C-B20BCE8097BA}"/>
              </a:ext>
            </a:extLst>
          </p:cNvPr>
          <p:cNvSpPr>
            <a:spLocks xmlns:a="http://schemas.openxmlformats.org/drawingml/2006/main" noGrp="1"/>
          </p:cNvSpPr>
          <p:nvPr/>
        </p:nvSpPr>
        <p:spPr>
          <a:xfrm xmlns:a="http://schemas.openxmlformats.org/drawingml/2006/main">
            <a:off x="470535" y="66579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975" b="1">
                <a:solidFill>
                  <a:srgbClr val="FFFDF9"/>
                </a:solidFill>
                <a:latin typeface="Segoe UI"/>
                <a:ea typeface="Segoe UI"/>
                <a:cs typeface="Segoe UI"/>
              </a:defRPr>
            </a:defPPr>
            <a:lvl1pPr algn="l">
              <a:defRPr sz="975" b="1">
                <a:solidFill>
                  <a:srgbClr val="FFFDF9"/>
                </a:solidFill>
                <a:latin typeface="Segoe UI"/>
                <a:ea typeface="Segoe UI"/>
                <a:cs typeface="Segoe UI"/>
              </a:defRPr>
            </a:lvl1pPr>
            <a:lvl2pPr algn="l">
              <a:defRPr sz="975" b="1">
                <a:solidFill>
                  <a:srgbClr val="FFFDF9"/>
                </a:solidFill>
                <a:latin typeface="Segoe UI"/>
                <a:ea typeface="Segoe UI"/>
                <a:cs typeface="Segoe UI"/>
              </a:defRPr>
            </a:lvl2pPr>
            <a:lvl3pPr algn="l">
              <a:defRPr sz="975" b="1">
                <a:solidFill>
                  <a:srgbClr val="FFFDF9"/>
                </a:solidFill>
                <a:latin typeface="Segoe UI"/>
                <a:ea typeface="Segoe UI"/>
                <a:cs typeface="Segoe UI"/>
              </a:defRPr>
            </a:lvl3pPr>
            <a:lvl4pPr algn="l">
              <a:defRPr sz="975" b="1">
                <a:solidFill>
                  <a:srgbClr val="FFFDF9"/>
                </a:solidFill>
                <a:latin typeface="Segoe UI"/>
                <a:ea typeface="Segoe UI"/>
                <a:cs typeface="Segoe UI"/>
              </a:defRPr>
            </a:lvl4pPr>
            <a:lvl5pPr algn="l">
              <a:defRPr sz="975" b="1">
                <a:solidFill>
                  <a:srgbClr val="FFFDF9"/>
                </a:solidFill>
                <a:latin typeface="Segoe UI"/>
                <a:ea typeface="Segoe UI"/>
                <a:cs typeface="Segoe UI"/>
              </a:defRPr>
            </a:lvl5pPr>
            <a:lvl6pPr algn="l">
              <a:defRPr sz="975" b="1">
                <a:solidFill>
                  <a:srgbClr val="FFFDF9"/>
                </a:solidFill>
                <a:latin typeface="Segoe UI"/>
                <a:ea typeface="Segoe UI"/>
                <a:cs typeface="Segoe UI"/>
              </a:defRPr>
            </a:lvl6pPr>
            <a:lvl7pPr algn="l">
              <a:defRPr sz="975" b="1">
                <a:solidFill>
                  <a:srgbClr val="FFFDF9"/>
                </a:solidFill>
                <a:latin typeface="Segoe UI"/>
                <a:ea typeface="Segoe UI"/>
                <a:cs typeface="Segoe UI"/>
              </a:defRPr>
            </a:lvl7pPr>
            <a:lvl8pPr algn="l">
              <a:defRPr sz="975" b="1">
                <a:solidFill>
                  <a:srgbClr val="FFFDF9"/>
                </a:solidFill>
                <a:latin typeface="Segoe UI"/>
                <a:ea typeface="Segoe UI"/>
                <a:cs typeface="Segoe UI"/>
              </a:defRPr>
            </a:lvl8pPr>
            <a:lvl9pPr algn="l">
              <a:defRPr sz="975" b="1">
                <a:solidFill>
                  <a:srgbClr val="FFFDF9"/>
                </a:solidFill>
                <a:latin typeface="Segoe UI"/>
                <a:ea typeface="Segoe UI"/>
                <a:cs typeface="Segoe UI"/>
              </a:defRPr>
            </a:lvl9pPr>
          </a:lstStyle>
          <a:p xmlns:a="http://schemas.openxmlformats.org/drawingml/2006/main">
            <a:pPr algn="l">
              <a:defRPr sz="975" b="1">
                <a:solidFill>
                  <a:srgbClr val="FFFDF9"/>
                </a:solidFill>
                <a:latin typeface="Segoe UI"/>
                <a:ea typeface="Segoe UI"/>
                <a:cs typeface="Segoe UI"/>
              </a:defRPr>
            </a:pPr>
            <a:r>
              <a:rPr sz="975" b="1">
                <a:solidFill>
                  <a:srgbClr val="FFFDF9"/>
                </a:solidFill>
                <a:latin typeface="Segoe UI"/>
                <a:ea typeface="Segoe UI"/>
                <a:cs typeface="Segoe UI"/>
              </a:rPr>
              <a:t>MODEST  |  ONECASE  |  SIH26264</a:t>
            </a:r>
          </a:p>
        </p:txBody>
      </p:sp>
      <p:sp>
        <p:nvSpPr>
          <p:cNvPr id="9" name="">
            <a:extLst xmlns:a="http://schemas.openxmlformats.org/drawingml/2006/main">
              <a:ext uri="{FF2B5EF4-FFF2-40B4-BE49-F238E27FC236}">
                <a16:creationId xmlns:a16="http://schemas.microsoft.com/office/drawing/2014/main" id="{5E486F77-5907-419B-9600-22F0D386DE7D}"/>
              </a:ext>
            </a:extLst>
          </p:cNvPr>
          <p:cNvSpPr>
            <a:spLocks xmlns:a="http://schemas.openxmlformats.org/drawingml/2006/main" noGrp="1"/>
          </p:cNvSpPr>
          <p:nvPr/>
        </p:nvSpPr>
        <p:spPr>
          <a:xfrm xmlns:a="http://schemas.openxmlformats.org/drawingml/2006/main">
            <a:off x="11363325" y="66579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975" b="1">
                <a:solidFill>
                  <a:srgbClr val="FFFDF9"/>
                </a:solidFill>
                <a:latin typeface="Segoe UI"/>
                <a:ea typeface="Segoe UI"/>
                <a:cs typeface="Segoe UI"/>
              </a:defRPr>
            </a:defPPr>
            <a:lvl1pPr algn="r">
              <a:defRPr sz="975" b="1">
                <a:solidFill>
                  <a:srgbClr val="FFFDF9"/>
                </a:solidFill>
                <a:latin typeface="Segoe UI"/>
                <a:ea typeface="Segoe UI"/>
                <a:cs typeface="Segoe UI"/>
              </a:defRPr>
            </a:lvl1pPr>
            <a:lvl2pPr algn="r">
              <a:defRPr sz="975" b="1">
                <a:solidFill>
                  <a:srgbClr val="FFFDF9"/>
                </a:solidFill>
                <a:latin typeface="Segoe UI"/>
                <a:ea typeface="Segoe UI"/>
                <a:cs typeface="Segoe UI"/>
              </a:defRPr>
            </a:lvl2pPr>
            <a:lvl3pPr algn="r">
              <a:defRPr sz="975" b="1">
                <a:solidFill>
                  <a:srgbClr val="FFFDF9"/>
                </a:solidFill>
                <a:latin typeface="Segoe UI"/>
                <a:ea typeface="Segoe UI"/>
                <a:cs typeface="Segoe UI"/>
              </a:defRPr>
            </a:lvl3pPr>
            <a:lvl4pPr algn="r">
              <a:defRPr sz="975" b="1">
                <a:solidFill>
                  <a:srgbClr val="FFFDF9"/>
                </a:solidFill>
                <a:latin typeface="Segoe UI"/>
                <a:ea typeface="Segoe UI"/>
                <a:cs typeface="Segoe UI"/>
              </a:defRPr>
            </a:lvl4pPr>
            <a:lvl5pPr algn="r">
              <a:defRPr sz="975" b="1">
                <a:solidFill>
                  <a:srgbClr val="FFFDF9"/>
                </a:solidFill>
                <a:latin typeface="Segoe UI"/>
                <a:ea typeface="Segoe UI"/>
                <a:cs typeface="Segoe UI"/>
              </a:defRPr>
            </a:lvl5pPr>
            <a:lvl6pPr algn="r">
              <a:defRPr sz="975" b="1">
                <a:solidFill>
                  <a:srgbClr val="FFFDF9"/>
                </a:solidFill>
                <a:latin typeface="Segoe UI"/>
                <a:ea typeface="Segoe UI"/>
                <a:cs typeface="Segoe UI"/>
              </a:defRPr>
            </a:lvl6pPr>
            <a:lvl7pPr algn="r">
              <a:defRPr sz="975" b="1">
                <a:solidFill>
                  <a:srgbClr val="FFFDF9"/>
                </a:solidFill>
                <a:latin typeface="Segoe UI"/>
                <a:ea typeface="Segoe UI"/>
                <a:cs typeface="Segoe UI"/>
              </a:defRPr>
            </a:lvl7pPr>
            <a:lvl8pPr algn="r">
              <a:defRPr sz="975" b="1">
                <a:solidFill>
                  <a:srgbClr val="FFFDF9"/>
                </a:solidFill>
                <a:latin typeface="Segoe UI"/>
                <a:ea typeface="Segoe UI"/>
                <a:cs typeface="Segoe UI"/>
              </a:defRPr>
            </a:lvl8pPr>
            <a:lvl9pPr algn="r">
              <a:defRPr sz="975" b="1">
                <a:solidFill>
                  <a:srgbClr val="FFFDF9"/>
                </a:solidFill>
                <a:latin typeface="Segoe UI"/>
                <a:ea typeface="Segoe UI"/>
                <a:cs typeface="Segoe UI"/>
              </a:defRPr>
            </a:lvl9pPr>
          </a:lstStyle>
          <a:p xmlns:a="http://schemas.openxmlformats.org/drawingml/2006/main">
            <a:pPr algn="r">
              <a:defRPr sz="975" b="1">
                <a:solidFill>
                  <a:srgbClr val="FFFDF9"/>
                </a:solidFill>
                <a:latin typeface="Segoe UI"/>
                <a:ea typeface="Segoe UI"/>
                <a:cs typeface="Segoe UI"/>
              </a:defRPr>
            </a:pPr>
            <a:r>
              <a:rPr sz="975" b="1">
                <a:solidFill>
                  <a:srgbClr val="FFFDF9"/>
                </a:solidFill>
                <a:latin typeface="Segoe UI"/>
                <a:ea typeface="Segoe UI"/>
                <a:cs typeface="Segoe UI"/>
              </a:rPr>
              <a:t>03</a:t>
            </a:r>
          </a:p>
        </p:txBody>
      </p:sp>
      <p:sp>
        <p:nvSpPr>
          <p:cNvPr id="10" name="">
            <a:extLst xmlns:a="http://schemas.openxmlformats.org/drawingml/2006/main">
              <a:ext uri="{FF2B5EF4-FFF2-40B4-BE49-F238E27FC236}">
                <a16:creationId xmlns:a16="http://schemas.microsoft.com/office/drawing/2014/main" id="{86DE1150-CF9D-43AE-97D9-917935126AC7}"/>
              </a:ext>
            </a:extLst>
          </p:cNvPr>
          <p:cNvSpPr>
            <a:spLocks xmlns:a="http://schemas.openxmlformats.org/drawingml/2006/main" noGrp="1"/>
          </p:cNvSpPr>
          <p:nvPr/>
        </p:nvSpPr>
        <p:spPr>
          <a:xfrm xmlns:a="http://schemas.openxmlformats.org/drawingml/2006/main">
            <a:off x="495300" y="1438275"/>
            <a:ext cx="7105650" cy="1304925"/>
          </a:xfrm>
          <a:prstGeom xmlns:a="http://schemas.openxmlformats.org/drawingml/2006/main" prst="rect">
            <a:avLst/>
          </a:prstGeom>
          <a:solidFill xmlns:a="http://schemas.openxmlformats.org/drawingml/2006/main">
            <a:srgbClr val="EADBC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6484EC9-B3DA-485B-B359-E77007D92832}"/>
              </a:ext>
            </a:extLst>
          </p:cNvPr>
          <p:cNvSpPr>
            <a:spLocks xmlns:a="http://schemas.openxmlformats.org/drawingml/2006/main" noGrp="1"/>
          </p:cNvSpPr>
          <p:nvPr/>
        </p:nvSpPr>
        <p:spPr>
          <a:xfrm xmlns:a="http://schemas.openxmlformats.org/drawingml/2006/main">
            <a:off x="657225" y="1562100"/>
            <a:ext cx="6781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9C482E"/>
                </a:solidFill>
                <a:latin typeface="Segoe UI"/>
                <a:ea typeface="Segoe UI"/>
                <a:cs typeface="Segoe UI"/>
              </a:defRPr>
            </a:defPPr>
            <a:lvl1pPr algn="l">
              <a:defRPr sz="1725" b="1">
                <a:solidFill>
                  <a:srgbClr val="9C482E"/>
                </a:solidFill>
                <a:latin typeface="Segoe UI"/>
                <a:ea typeface="Segoe UI"/>
                <a:cs typeface="Segoe UI"/>
              </a:defRPr>
            </a:lvl1pPr>
            <a:lvl2pPr algn="l">
              <a:defRPr sz="1725" b="1">
                <a:solidFill>
                  <a:srgbClr val="9C482E"/>
                </a:solidFill>
                <a:latin typeface="Segoe UI"/>
                <a:ea typeface="Segoe UI"/>
                <a:cs typeface="Segoe UI"/>
              </a:defRPr>
            </a:lvl2pPr>
            <a:lvl3pPr algn="l">
              <a:defRPr sz="1725" b="1">
                <a:solidFill>
                  <a:srgbClr val="9C482E"/>
                </a:solidFill>
                <a:latin typeface="Segoe UI"/>
                <a:ea typeface="Segoe UI"/>
                <a:cs typeface="Segoe UI"/>
              </a:defRPr>
            </a:lvl3pPr>
            <a:lvl4pPr algn="l">
              <a:defRPr sz="1725" b="1">
                <a:solidFill>
                  <a:srgbClr val="9C482E"/>
                </a:solidFill>
                <a:latin typeface="Segoe UI"/>
                <a:ea typeface="Segoe UI"/>
                <a:cs typeface="Segoe UI"/>
              </a:defRPr>
            </a:lvl4pPr>
            <a:lvl5pPr algn="l">
              <a:defRPr sz="1725" b="1">
                <a:solidFill>
                  <a:srgbClr val="9C482E"/>
                </a:solidFill>
                <a:latin typeface="Segoe UI"/>
                <a:ea typeface="Segoe UI"/>
                <a:cs typeface="Segoe UI"/>
              </a:defRPr>
            </a:lvl5pPr>
            <a:lvl6pPr algn="l">
              <a:defRPr sz="1725" b="1">
                <a:solidFill>
                  <a:srgbClr val="9C482E"/>
                </a:solidFill>
                <a:latin typeface="Segoe UI"/>
                <a:ea typeface="Segoe UI"/>
                <a:cs typeface="Segoe UI"/>
              </a:defRPr>
            </a:lvl6pPr>
            <a:lvl7pPr algn="l">
              <a:defRPr sz="1725" b="1">
                <a:solidFill>
                  <a:srgbClr val="9C482E"/>
                </a:solidFill>
                <a:latin typeface="Segoe UI"/>
                <a:ea typeface="Segoe UI"/>
                <a:cs typeface="Segoe UI"/>
              </a:defRPr>
            </a:lvl7pPr>
            <a:lvl8pPr algn="l">
              <a:defRPr sz="1725" b="1">
                <a:solidFill>
                  <a:srgbClr val="9C482E"/>
                </a:solidFill>
                <a:latin typeface="Segoe UI"/>
                <a:ea typeface="Segoe UI"/>
                <a:cs typeface="Segoe UI"/>
              </a:defRPr>
            </a:lvl8pPr>
            <a:lvl9pPr algn="l">
              <a:defRPr sz="1725" b="1">
                <a:solidFill>
                  <a:srgbClr val="9C482E"/>
                </a:solidFill>
                <a:latin typeface="Segoe UI"/>
                <a:ea typeface="Segoe UI"/>
                <a:cs typeface="Segoe UI"/>
              </a:defRPr>
            </a:lvl9pPr>
          </a:lstStyle>
          <a:p xmlns:a="http://schemas.openxmlformats.org/drawingml/2006/main">
            <a:pPr algn="l">
              <a:defRPr sz="1725" b="1">
                <a:solidFill>
                  <a:srgbClr val="9C482E"/>
                </a:solidFill>
                <a:latin typeface="Segoe UI"/>
                <a:ea typeface="Segoe UI"/>
                <a:cs typeface="Segoe UI"/>
              </a:defRPr>
            </a:pPr>
            <a:r>
              <a:rPr sz="1725" b="1">
                <a:solidFill>
                  <a:srgbClr val="9C482E"/>
                </a:solidFill>
                <a:latin typeface="Segoe UI"/>
                <a:ea typeface="Segoe UI"/>
                <a:cs typeface="Segoe UI"/>
              </a:rPr>
              <a:t>IMPLEMENTED WORKFLOWS</a:t>
            </a:r>
          </a:p>
        </p:txBody>
      </p:sp>
      <p:sp>
        <p:nvSpPr>
          <p:cNvPr id="12" name="">
            <a:extLst xmlns:a="http://schemas.openxmlformats.org/drawingml/2006/main">
              <a:ext uri="{FF2B5EF4-FFF2-40B4-BE49-F238E27FC236}">
                <a16:creationId xmlns:a16="http://schemas.microsoft.com/office/drawing/2014/main" id="{298E793B-CF7D-4D6B-B3E2-4B61A9182034}"/>
              </a:ext>
            </a:extLst>
          </p:cNvPr>
          <p:cNvSpPr>
            <a:spLocks xmlns:a="http://schemas.openxmlformats.org/drawingml/2006/main" noGrp="1"/>
          </p:cNvSpPr>
          <p:nvPr/>
        </p:nvSpPr>
        <p:spPr>
          <a:xfrm xmlns:a="http://schemas.openxmlformats.org/drawingml/2006/main">
            <a:off x="657225" y="1943100"/>
            <a:ext cx="6781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352C24"/>
                </a:solidFill>
                <a:latin typeface="Segoe UI"/>
                <a:ea typeface="Segoe UI"/>
                <a:cs typeface="Segoe UI"/>
              </a:defRPr>
            </a:defPPr>
            <a:lvl1pPr algn="l">
              <a:defRPr sz="1650" b="0">
                <a:solidFill>
                  <a:srgbClr val="352C24"/>
                </a:solidFill>
                <a:latin typeface="Segoe UI"/>
                <a:ea typeface="Segoe UI"/>
                <a:cs typeface="Segoe UI"/>
              </a:defRPr>
            </a:lvl1pPr>
            <a:lvl2pPr algn="l">
              <a:defRPr sz="1650" b="0">
                <a:solidFill>
                  <a:srgbClr val="352C24"/>
                </a:solidFill>
                <a:latin typeface="Segoe UI"/>
                <a:ea typeface="Segoe UI"/>
                <a:cs typeface="Segoe UI"/>
              </a:defRPr>
            </a:lvl2pPr>
            <a:lvl3pPr algn="l">
              <a:defRPr sz="1650" b="0">
                <a:solidFill>
                  <a:srgbClr val="352C24"/>
                </a:solidFill>
                <a:latin typeface="Segoe UI"/>
                <a:ea typeface="Segoe UI"/>
                <a:cs typeface="Segoe UI"/>
              </a:defRPr>
            </a:lvl3pPr>
            <a:lvl4pPr algn="l">
              <a:defRPr sz="1650" b="0">
                <a:solidFill>
                  <a:srgbClr val="352C24"/>
                </a:solidFill>
                <a:latin typeface="Segoe UI"/>
                <a:ea typeface="Segoe UI"/>
                <a:cs typeface="Segoe UI"/>
              </a:defRPr>
            </a:lvl4pPr>
            <a:lvl5pPr algn="l">
              <a:defRPr sz="1650" b="0">
                <a:solidFill>
                  <a:srgbClr val="352C24"/>
                </a:solidFill>
                <a:latin typeface="Segoe UI"/>
                <a:ea typeface="Segoe UI"/>
                <a:cs typeface="Segoe UI"/>
              </a:defRPr>
            </a:lvl5pPr>
            <a:lvl6pPr algn="l">
              <a:defRPr sz="1650" b="0">
                <a:solidFill>
                  <a:srgbClr val="352C24"/>
                </a:solidFill>
                <a:latin typeface="Segoe UI"/>
                <a:ea typeface="Segoe UI"/>
                <a:cs typeface="Segoe UI"/>
              </a:defRPr>
            </a:lvl6pPr>
            <a:lvl7pPr algn="l">
              <a:defRPr sz="1650" b="0">
                <a:solidFill>
                  <a:srgbClr val="352C24"/>
                </a:solidFill>
                <a:latin typeface="Segoe UI"/>
                <a:ea typeface="Segoe UI"/>
                <a:cs typeface="Segoe UI"/>
              </a:defRPr>
            </a:lvl7pPr>
            <a:lvl8pPr algn="l">
              <a:defRPr sz="1650" b="0">
                <a:solidFill>
                  <a:srgbClr val="352C24"/>
                </a:solidFill>
                <a:latin typeface="Segoe UI"/>
                <a:ea typeface="Segoe UI"/>
                <a:cs typeface="Segoe UI"/>
              </a:defRPr>
            </a:lvl8pPr>
            <a:lvl9pPr algn="l">
              <a:defRPr sz="1650" b="0">
                <a:solidFill>
                  <a:srgbClr val="352C24"/>
                </a:solidFill>
                <a:latin typeface="Segoe UI"/>
                <a:ea typeface="Segoe UI"/>
                <a:cs typeface="Segoe UI"/>
              </a:defRPr>
            </a:lvl9pPr>
          </a:lstStyle>
          <a:p xmlns:a="http://schemas.openxmlformats.org/drawingml/2006/main">
            <a:pPr algn="l">
              <a:defRPr sz="1650" b="0">
                <a:solidFill>
                  <a:srgbClr val="352C24"/>
                </a:solidFill>
                <a:latin typeface="Segoe UI"/>
                <a:ea typeface="Segoe UI"/>
                <a:cs typeface="Segoe UI"/>
              </a:defRPr>
            </a:pPr>
            <a:r>
              <a:rPr sz="1650" b="0">
                <a:solidFill>
                  <a:srgbClr val="352C24"/>
                </a:solidFill>
                <a:latin typeface="Segoe UI"/>
                <a:ea typeface="Segoe UI"/>
                <a:cs typeface="Segoe UI"/>
              </a:rPr>
              <a:t>Public intake, ownership/transfers, action history, deadline policies, proceeding records, institution review and closure reports.</a:t>
            </a:r>
          </a:p>
        </p:txBody>
      </p:sp>
      <p:sp>
        <p:nvSpPr>
          <p:cNvPr id="13" name="">
            <a:extLst xmlns:a="http://schemas.openxmlformats.org/drawingml/2006/main">
              <a:ext uri="{FF2B5EF4-FFF2-40B4-BE49-F238E27FC236}">
                <a16:creationId xmlns:a16="http://schemas.microsoft.com/office/drawing/2014/main" id="{94DB24BF-A34C-4D5E-9470-C9EE7D41166B}"/>
              </a:ext>
            </a:extLst>
          </p:cNvPr>
          <p:cNvSpPr>
            <a:spLocks xmlns:a="http://schemas.openxmlformats.org/drawingml/2006/main" noGrp="1"/>
          </p:cNvSpPr>
          <p:nvPr/>
        </p:nvSpPr>
        <p:spPr>
          <a:xfrm xmlns:a="http://schemas.openxmlformats.org/drawingml/2006/main">
            <a:off x="495300" y="2914650"/>
            <a:ext cx="7105650" cy="1304925"/>
          </a:xfrm>
          <a:prstGeom xmlns:a="http://schemas.openxmlformats.org/drawingml/2006/main" prst="rect">
            <a:avLst/>
          </a:prstGeom>
          <a:solidFill xmlns:a="http://schemas.openxmlformats.org/drawingml/2006/main">
            <a:srgbClr val="FFFDF9"/>
          </a:solidFill>
          <a:ln xmlns:a="http://schemas.openxmlformats.org/drawingml/2006/main" w="9525">
            <a:solidFill>
              <a:srgbClr val="CFBDA6"/>
            </a:solidFill>
          </a:ln>
        </p:spPr>
      </p:sp>
      <p:sp>
        <p:nvSpPr>
          <p:cNvPr id="14" name="">
            <a:extLst xmlns:a="http://schemas.openxmlformats.org/drawingml/2006/main">
              <a:ext uri="{FF2B5EF4-FFF2-40B4-BE49-F238E27FC236}">
                <a16:creationId xmlns:a16="http://schemas.microsoft.com/office/drawing/2014/main" id="{B58BE31A-EF02-4C55-9A61-108F8EF05C48}"/>
              </a:ext>
            </a:extLst>
          </p:cNvPr>
          <p:cNvSpPr>
            <a:spLocks xmlns:a="http://schemas.openxmlformats.org/drawingml/2006/main" noGrp="1"/>
          </p:cNvSpPr>
          <p:nvPr/>
        </p:nvSpPr>
        <p:spPr>
          <a:xfrm xmlns:a="http://schemas.openxmlformats.org/drawingml/2006/main">
            <a:off x="657225" y="3038475"/>
            <a:ext cx="6781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9C482E"/>
                </a:solidFill>
                <a:latin typeface="Segoe UI"/>
                <a:ea typeface="Segoe UI"/>
                <a:cs typeface="Segoe UI"/>
              </a:defRPr>
            </a:defPPr>
            <a:lvl1pPr algn="l">
              <a:defRPr sz="1725" b="1">
                <a:solidFill>
                  <a:srgbClr val="9C482E"/>
                </a:solidFill>
                <a:latin typeface="Segoe UI"/>
                <a:ea typeface="Segoe UI"/>
                <a:cs typeface="Segoe UI"/>
              </a:defRPr>
            </a:lvl1pPr>
            <a:lvl2pPr algn="l">
              <a:defRPr sz="1725" b="1">
                <a:solidFill>
                  <a:srgbClr val="9C482E"/>
                </a:solidFill>
                <a:latin typeface="Segoe UI"/>
                <a:ea typeface="Segoe UI"/>
                <a:cs typeface="Segoe UI"/>
              </a:defRPr>
            </a:lvl2pPr>
            <a:lvl3pPr algn="l">
              <a:defRPr sz="1725" b="1">
                <a:solidFill>
                  <a:srgbClr val="9C482E"/>
                </a:solidFill>
                <a:latin typeface="Segoe UI"/>
                <a:ea typeface="Segoe UI"/>
                <a:cs typeface="Segoe UI"/>
              </a:defRPr>
            </a:lvl3pPr>
            <a:lvl4pPr algn="l">
              <a:defRPr sz="1725" b="1">
                <a:solidFill>
                  <a:srgbClr val="9C482E"/>
                </a:solidFill>
                <a:latin typeface="Segoe UI"/>
                <a:ea typeface="Segoe UI"/>
                <a:cs typeface="Segoe UI"/>
              </a:defRPr>
            </a:lvl4pPr>
            <a:lvl5pPr algn="l">
              <a:defRPr sz="1725" b="1">
                <a:solidFill>
                  <a:srgbClr val="9C482E"/>
                </a:solidFill>
                <a:latin typeface="Segoe UI"/>
                <a:ea typeface="Segoe UI"/>
                <a:cs typeface="Segoe UI"/>
              </a:defRPr>
            </a:lvl5pPr>
            <a:lvl6pPr algn="l">
              <a:defRPr sz="1725" b="1">
                <a:solidFill>
                  <a:srgbClr val="9C482E"/>
                </a:solidFill>
                <a:latin typeface="Segoe UI"/>
                <a:ea typeface="Segoe UI"/>
                <a:cs typeface="Segoe UI"/>
              </a:defRPr>
            </a:lvl6pPr>
            <a:lvl7pPr algn="l">
              <a:defRPr sz="1725" b="1">
                <a:solidFill>
                  <a:srgbClr val="9C482E"/>
                </a:solidFill>
                <a:latin typeface="Segoe UI"/>
                <a:ea typeface="Segoe UI"/>
                <a:cs typeface="Segoe UI"/>
              </a:defRPr>
            </a:lvl7pPr>
            <a:lvl8pPr algn="l">
              <a:defRPr sz="1725" b="1">
                <a:solidFill>
                  <a:srgbClr val="9C482E"/>
                </a:solidFill>
                <a:latin typeface="Segoe UI"/>
                <a:ea typeface="Segoe UI"/>
                <a:cs typeface="Segoe UI"/>
              </a:defRPr>
            </a:lvl8pPr>
            <a:lvl9pPr algn="l">
              <a:defRPr sz="1725" b="1">
                <a:solidFill>
                  <a:srgbClr val="9C482E"/>
                </a:solidFill>
                <a:latin typeface="Segoe UI"/>
                <a:ea typeface="Segoe UI"/>
                <a:cs typeface="Segoe UI"/>
              </a:defRPr>
            </a:lvl9pPr>
          </a:lstStyle>
          <a:p xmlns:a="http://schemas.openxmlformats.org/drawingml/2006/main">
            <a:pPr algn="l">
              <a:defRPr sz="1725" b="1">
                <a:solidFill>
                  <a:srgbClr val="9C482E"/>
                </a:solidFill>
                <a:latin typeface="Segoe UI"/>
                <a:ea typeface="Segoe UI"/>
                <a:cs typeface="Segoe UI"/>
              </a:defRPr>
            </a:pPr>
            <a:r>
              <a:rPr sz="1725" b="1">
                <a:solidFill>
                  <a:srgbClr val="9C482E"/>
                </a:solidFill>
                <a:latin typeface="Segoe UI"/>
                <a:ea typeface="Segoe UI"/>
                <a:cs typeface="Segoe UI"/>
              </a:rPr>
              <a:t>DEPLOYMENT REALITY</a:t>
            </a:r>
          </a:p>
        </p:txBody>
      </p:sp>
      <p:sp>
        <p:nvSpPr>
          <p:cNvPr id="15" name="">
            <a:extLst xmlns:a="http://schemas.openxmlformats.org/drawingml/2006/main">
              <a:ext uri="{FF2B5EF4-FFF2-40B4-BE49-F238E27FC236}">
                <a16:creationId xmlns:a16="http://schemas.microsoft.com/office/drawing/2014/main" id="{44C75847-F6AF-40AD-9857-F004BAB47FBA}"/>
              </a:ext>
            </a:extLst>
          </p:cNvPr>
          <p:cNvSpPr>
            <a:spLocks xmlns:a="http://schemas.openxmlformats.org/drawingml/2006/main" noGrp="1"/>
          </p:cNvSpPr>
          <p:nvPr/>
        </p:nvSpPr>
        <p:spPr>
          <a:xfrm xmlns:a="http://schemas.openxmlformats.org/drawingml/2006/main">
            <a:off x="657225" y="3419475"/>
            <a:ext cx="6781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352C24"/>
                </a:solidFill>
                <a:latin typeface="Segoe UI"/>
                <a:ea typeface="Segoe UI"/>
                <a:cs typeface="Segoe UI"/>
              </a:defRPr>
            </a:defPPr>
            <a:lvl1pPr algn="l">
              <a:defRPr sz="1650" b="0">
                <a:solidFill>
                  <a:srgbClr val="352C24"/>
                </a:solidFill>
                <a:latin typeface="Segoe UI"/>
                <a:ea typeface="Segoe UI"/>
                <a:cs typeface="Segoe UI"/>
              </a:defRPr>
            </a:lvl1pPr>
            <a:lvl2pPr algn="l">
              <a:defRPr sz="1650" b="0">
                <a:solidFill>
                  <a:srgbClr val="352C24"/>
                </a:solidFill>
                <a:latin typeface="Segoe UI"/>
                <a:ea typeface="Segoe UI"/>
                <a:cs typeface="Segoe UI"/>
              </a:defRPr>
            </a:lvl2pPr>
            <a:lvl3pPr algn="l">
              <a:defRPr sz="1650" b="0">
                <a:solidFill>
                  <a:srgbClr val="352C24"/>
                </a:solidFill>
                <a:latin typeface="Segoe UI"/>
                <a:ea typeface="Segoe UI"/>
                <a:cs typeface="Segoe UI"/>
              </a:defRPr>
            </a:lvl3pPr>
            <a:lvl4pPr algn="l">
              <a:defRPr sz="1650" b="0">
                <a:solidFill>
                  <a:srgbClr val="352C24"/>
                </a:solidFill>
                <a:latin typeface="Segoe UI"/>
                <a:ea typeface="Segoe UI"/>
                <a:cs typeface="Segoe UI"/>
              </a:defRPr>
            </a:lvl4pPr>
            <a:lvl5pPr algn="l">
              <a:defRPr sz="1650" b="0">
                <a:solidFill>
                  <a:srgbClr val="352C24"/>
                </a:solidFill>
                <a:latin typeface="Segoe UI"/>
                <a:ea typeface="Segoe UI"/>
                <a:cs typeface="Segoe UI"/>
              </a:defRPr>
            </a:lvl5pPr>
            <a:lvl6pPr algn="l">
              <a:defRPr sz="1650" b="0">
                <a:solidFill>
                  <a:srgbClr val="352C24"/>
                </a:solidFill>
                <a:latin typeface="Segoe UI"/>
                <a:ea typeface="Segoe UI"/>
                <a:cs typeface="Segoe UI"/>
              </a:defRPr>
            </a:lvl6pPr>
            <a:lvl7pPr algn="l">
              <a:defRPr sz="1650" b="0">
                <a:solidFill>
                  <a:srgbClr val="352C24"/>
                </a:solidFill>
                <a:latin typeface="Segoe UI"/>
                <a:ea typeface="Segoe UI"/>
                <a:cs typeface="Segoe UI"/>
              </a:defRPr>
            </a:lvl7pPr>
            <a:lvl8pPr algn="l">
              <a:defRPr sz="1650" b="0">
                <a:solidFill>
                  <a:srgbClr val="352C24"/>
                </a:solidFill>
                <a:latin typeface="Segoe UI"/>
                <a:ea typeface="Segoe UI"/>
                <a:cs typeface="Segoe UI"/>
              </a:defRPr>
            </a:lvl8pPr>
            <a:lvl9pPr algn="l">
              <a:defRPr sz="1650" b="0">
                <a:solidFill>
                  <a:srgbClr val="352C24"/>
                </a:solidFill>
                <a:latin typeface="Segoe UI"/>
                <a:ea typeface="Segoe UI"/>
                <a:cs typeface="Segoe UI"/>
              </a:defRPr>
            </a:lvl9pPr>
          </a:lstStyle>
          <a:p xmlns:a="http://schemas.openxmlformats.org/drawingml/2006/main">
            <a:pPr algn="l">
              <a:defRPr sz="1650" b="0">
                <a:solidFill>
                  <a:srgbClr val="352C24"/>
                </a:solidFill>
                <a:latin typeface="Segoe UI"/>
                <a:ea typeface="Segoe UI"/>
                <a:cs typeface="Segoe UI"/>
              </a:defRPr>
            </a:pPr>
            <a:r>
              <a:rPr sz="1650" b="0">
                <a:solidFill>
                  <a:srgbClr val="352C24"/>
                </a:solidFill>
                <a:latin typeface="Segoe UI"/>
                <a:ea typeface="Segoe UI"/>
                <a:cs typeface="Segoe UI"/>
              </a:rPr>
              <a:t>Vercel frontend; Render API and separate worker. Free API can sleep; the wake flow waits up to 90 seconds. Worker/model compute needs separate resources.</a:t>
            </a:r>
          </a:p>
        </p:txBody>
      </p:sp>
      <p:sp>
        <p:nvSpPr>
          <p:cNvPr id="16" name="">
            <a:extLst xmlns:a="http://schemas.openxmlformats.org/drawingml/2006/main">
              <a:ext uri="{FF2B5EF4-FFF2-40B4-BE49-F238E27FC236}">
                <a16:creationId xmlns:a16="http://schemas.microsoft.com/office/drawing/2014/main" id="{B7700907-8B9B-4904-A73E-7F1664095AC0}"/>
              </a:ext>
            </a:extLst>
          </p:cNvPr>
          <p:cNvSpPr>
            <a:spLocks xmlns:a="http://schemas.openxmlformats.org/drawingml/2006/main" noGrp="1"/>
          </p:cNvSpPr>
          <p:nvPr/>
        </p:nvSpPr>
        <p:spPr>
          <a:xfrm xmlns:a="http://schemas.openxmlformats.org/drawingml/2006/main">
            <a:off x="495300" y="4391025"/>
            <a:ext cx="7105650" cy="1304925"/>
          </a:xfrm>
          <a:prstGeom xmlns:a="http://schemas.openxmlformats.org/drawingml/2006/main" prst="rect">
            <a:avLst/>
          </a:prstGeom>
          <a:solidFill xmlns:a="http://schemas.openxmlformats.org/drawingml/2006/main">
            <a:srgbClr val="EADBC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35FD5C4-0268-4729-9057-4CB39871B9B8}"/>
              </a:ext>
            </a:extLst>
          </p:cNvPr>
          <p:cNvSpPr>
            <a:spLocks xmlns:a="http://schemas.openxmlformats.org/drawingml/2006/main" noGrp="1"/>
          </p:cNvSpPr>
          <p:nvPr/>
        </p:nvSpPr>
        <p:spPr>
          <a:xfrm xmlns:a="http://schemas.openxmlformats.org/drawingml/2006/main">
            <a:off x="657225" y="4514850"/>
            <a:ext cx="6781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9C482E"/>
                </a:solidFill>
                <a:latin typeface="Segoe UI"/>
                <a:ea typeface="Segoe UI"/>
                <a:cs typeface="Segoe UI"/>
              </a:defRPr>
            </a:defPPr>
            <a:lvl1pPr algn="l">
              <a:defRPr sz="1725" b="1">
                <a:solidFill>
                  <a:srgbClr val="9C482E"/>
                </a:solidFill>
                <a:latin typeface="Segoe UI"/>
                <a:ea typeface="Segoe UI"/>
                <a:cs typeface="Segoe UI"/>
              </a:defRPr>
            </a:lvl1pPr>
            <a:lvl2pPr algn="l">
              <a:defRPr sz="1725" b="1">
                <a:solidFill>
                  <a:srgbClr val="9C482E"/>
                </a:solidFill>
                <a:latin typeface="Segoe UI"/>
                <a:ea typeface="Segoe UI"/>
                <a:cs typeface="Segoe UI"/>
              </a:defRPr>
            </a:lvl2pPr>
            <a:lvl3pPr algn="l">
              <a:defRPr sz="1725" b="1">
                <a:solidFill>
                  <a:srgbClr val="9C482E"/>
                </a:solidFill>
                <a:latin typeface="Segoe UI"/>
                <a:ea typeface="Segoe UI"/>
                <a:cs typeface="Segoe UI"/>
              </a:defRPr>
            </a:lvl3pPr>
            <a:lvl4pPr algn="l">
              <a:defRPr sz="1725" b="1">
                <a:solidFill>
                  <a:srgbClr val="9C482E"/>
                </a:solidFill>
                <a:latin typeface="Segoe UI"/>
                <a:ea typeface="Segoe UI"/>
                <a:cs typeface="Segoe UI"/>
              </a:defRPr>
            </a:lvl4pPr>
            <a:lvl5pPr algn="l">
              <a:defRPr sz="1725" b="1">
                <a:solidFill>
                  <a:srgbClr val="9C482E"/>
                </a:solidFill>
                <a:latin typeface="Segoe UI"/>
                <a:ea typeface="Segoe UI"/>
                <a:cs typeface="Segoe UI"/>
              </a:defRPr>
            </a:lvl5pPr>
            <a:lvl6pPr algn="l">
              <a:defRPr sz="1725" b="1">
                <a:solidFill>
                  <a:srgbClr val="9C482E"/>
                </a:solidFill>
                <a:latin typeface="Segoe UI"/>
                <a:ea typeface="Segoe UI"/>
                <a:cs typeface="Segoe UI"/>
              </a:defRPr>
            </a:lvl6pPr>
            <a:lvl7pPr algn="l">
              <a:defRPr sz="1725" b="1">
                <a:solidFill>
                  <a:srgbClr val="9C482E"/>
                </a:solidFill>
                <a:latin typeface="Segoe UI"/>
                <a:ea typeface="Segoe UI"/>
                <a:cs typeface="Segoe UI"/>
              </a:defRPr>
            </a:lvl7pPr>
            <a:lvl8pPr algn="l">
              <a:defRPr sz="1725" b="1">
                <a:solidFill>
                  <a:srgbClr val="9C482E"/>
                </a:solidFill>
                <a:latin typeface="Segoe UI"/>
                <a:ea typeface="Segoe UI"/>
                <a:cs typeface="Segoe UI"/>
              </a:defRPr>
            </a:lvl8pPr>
            <a:lvl9pPr algn="l">
              <a:defRPr sz="1725" b="1">
                <a:solidFill>
                  <a:srgbClr val="9C482E"/>
                </a:solidFill>
                <a:latin typeface="Segoe UI"/>
                <a:ea typeface="Segoe UI"/>
                <a:cs typeface="Segoe UI"/>
              </a:defRPr>
            </a:lvl9pPr>
          </a:lstStyle>
          <a:p xmlns:a="http://schemas.openxmlformats.org/drawingml/2006/main">
            <a:pPr algn="l">
              <a:defRPr sz="1725" b="1">
                <a:solidFill>
                  <a:srgbClr val="9C482E"/>
                </a:solidFill>
                <a:latin typeface="Segoe UI"/>
                <a:ea typeface="Segoe UI"/>
                <a:cs typeface="Segoe UI"/>
              </a:defRPr>
            </a:pPr>
            <a:r>
              <a:rPr sz="1725" b="1">
                <a:solidFill>
                  <a:srgbClr val="9C482E"/>
                </a:solidFill>
                <a:latin typeface="Segoe UI"/>
                <a:ea typeface="Segoe UI"/>
                <a:cs typeface="Segoe UI"/>
              </a:rPr>
              <a:t>VALIDATION STILL REQUIRED</a:t>
            </a:r>
          </a:p>
        </p:txBody>
      </p:sp>
      <p:sp>
        <p:nvSpPr>
          <p:cNvPr id="18" name="">
            <a:extLst xmlns:a="http://schemas.openxmlformats.org/drawingml/2006/main">
              <a:ext uri="{FF2B5EF4-FFF2-40B4-BE49-F238E27FC236}">
                <a16:creationId xmlns:a16="http://schemas.microsoft.com/office/drawing/2014/main" id="{FE3631A2-D794-48A5-8D33-CF692FB0BC6F}"/>
              </a:ext>
            </a:extLst>
          </p:cNvPr>
          <p:cNvSpPr>
            <a:spLocks xmlns:a="http://schemas.openxmlformats.org/drawingml/2006/main" noGrp="1"/>
          </p:cNvSpPr>
          <p:nvPr/>
        </p:nvSpPr>
        <p:spPr>
          <a:xfrm xmlns:a="http://schemas.openxmlformats.org/drawingml/2006/main">
            <a:off x="657225" y="4895850"/>
            <a:ext cx="6781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352C24"/>
                </a:solidFill>
                <a:latin typeface="Segoe UI"/>
                <a:ea typeface="Segoe UI"/>
                <a:cs typeface="Segoe UI"/>
              </a:defRPr>
            </a:defPPr>
            <a:lvl1pPr algn="l">
              <a:defRPr sz="1650" b="0">
                <a:solidFill>
                  <a:srgbClr val="352C24"/>
                </a:solidFill>
                <a:latin typeface="Segoe UI"/>
                <a:ea typeface="Segoe UI"/>
                <a:cs typeface="Segoe UI"/>
              </a:defRPr>
            </a:lvl1pPr>
            <a:lvl2pPr algn="l">
              <a:defRPr sz="1650" b="0">
                <a:solidFill>
                  <a:srgbClr val="352C24"/>
                </a:solidFill>
                <a:latin typeface="Segoe UI"/>
                <a:ea typeface="Segoe UI"/>
                <a:cs typeface="Segoe UI"/>
              </a:defRPr>
            </a:lvl2pPr>
            <a:lvl3pPr algn="l">
              <a:defRPr sz="1650" b="0">
                <a:solidFill>
                  <a:srgbClr val="352C24"/>
                </a:solidFill>
                <a:latin typeface="Segoe UI"/>
                <a:ea typeface="Segoe UI"/>
                <a:cs typeface="Segoe UI"/>
              </a:defRPr>
            </a:lvl3pPr>
            <a:lvl4pPr algn="l">
              <a:defRPr sz="1650" b="0">
                <a:solidFill>
                  <a:srgbClr val="352C24"/>
                </a:solidFill>
                <a:latin typeface="Segoe UI"/>
                <a:ea typeface="Segoe UI"/>
                <a:cs typeface="Segoe UI"/>
              </a:defRPr>
            </a:lvl4pPr>
            <a:lvl5pPr algn="l">
              <a:defRPr sz="1650" b="0">
                <a:solidFill>
                  <a:srgbClr val="352C24"/>
                </a:solidFill>
                <a:latin typeface="Segoe UI"/>
                <a:ea typeface="Segoe UI"/>
                <a:cs typeface="Segoe UI"/>
              </a:defRPr>
            </a:lvl5pPr>
            <a:lvl6pPr algn="l">
              <a:defRPr sz="1650" b="0">
                <a:solidFill>
                  <a:srgbClr val="352C24"/>
                </a:solidFill>
                <a:latin typeface="Segoe UI"/>
                <a:ea typeface="Segoe UI"/>
                <a:cs typeface="Segoe UI"/>
              </a:defRPr>
            </a:lvl6pPr>
            <a:lvl7pPr algn="l">
              <a:defRPr sz="1650" b="0">
                <a:solidFill>
                  <a:srgbClr val="352C24"/>
                </a:solidFill>
                <a:latin typeface="Segoe UI"/>
                <a:ea typeface="Segoe UI"/>
                <a:cs typeface="Segoe UI"/>
              </a:defRPr>
            </a:lvl7pPr>
            <a:lvl8pPr algn="l">
              <a:defRPr sz="1650" b="0">
                <a:solidFill>
                  <a:srgbClr val="352C24"/>
                </a:solidFill>
                <a:latin typeface="Segoe UI"/>
                <a:ea typeface="Segoe UI"/>
                <a:cs typeface="Segoe UI"/>
              </a:defRPr>
            </a:lvl8pPr>
            <a:lvl9pPr algn="l">
              <a:defRPr sz="1650" b="0">
                <a:solidFill>
                  <a:srgbClr val="352C24"/>
                </a:solidFill>
                <a:latin typeface="Segoe UI"/>
                <a:ea typeface="Segoe UI"/>
                <a:cs typeface="Segoe UI"/>
              </a:defRPr>
            </a:lvl9pPr>
          </a:lstStyle>
          <a:p xmlns:a="http://schemas.openxmlformats.org/drawingml/2006/main">
            <a:pPr algn="l">
              <a:defRPr sz="1650" b="0">
                <a:solidFill>
                  <a:srgbClr val="352C24"/>
                </a:solidFill>
                <a:latin typeface="Segoe UI"/>
                <a:ea typeface="Segoe UI"/>
                <a:cs typeface="Segoe UI"/>
              </a:defRPr>
            </a:pPr>
            <a:r>
              <a:rPr sz="1650" b="0">
                <a:solidFill>
                  <a:srgbClr val="352C24"/>
                </a:solidFill>
                <a:latin typeface="Segoe UI"/>
                <a:ea typeface="Segoe UI"/>
                <a:cs typeface="Segoe UI"/>
              </a:rPr>
              <a:t>Domain accuracy, multilingual performance, load/uptime benchmarks and live configuration. No measured savings or certification is claimed.</a:t>
            </a:r>
          </a:p>
        </p:txBody>
      </p:sp>
      <p:sp>
        <p:nvSpPr>
          <p:cNvPr id="19" name="">
            <a:extLst xmlns:a="http://schemas.openxmlformats.org/drawingml/2006/main">
              <a:ext uri="{FF2B5EF4-FFF2-40B4-BE49-F238E27FC236}">
                <a16:creationId xmlns:a16="http://schemas.microsoft.com/office/drawing/2014/main" id="{D6FB446F-D11B-4FA5-9BBC-D3CB9D5C1C7C}"/>
              </a:ext>
            </a:extLst>
          </p:cNvPr>
          <p:cNvSpPr>
            <a:spLocks xmlns:a="http://schemas.openxmlformats.org/drawingml/2006/main" noGrp="1"/>
          </p:cNvSpPr>
          <p:nvPr/>
        </p:nvSpPr>
        <p:spPr>
          <a:xfrm xmlns:a="http://schemas.openxmlformats.org/drawingml/2006/main">
            <a:off x="7943850" y="1438275"/>
            <a:ext cx="37528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9C482E"/>
                </a:solidFill>
                <a:latin typeface="Segoe UI"/>
                <a:ea typeface="Segoe UI"/>
                <a:cs typeface="Segoe UI"/>
              </a:defRPr>
            </a:defPPr>
            <a:lvl1pPr algn="l">
              <a:defRPr sz="1800" b="1">
                <a:solidFill>
                  <a:srgbClr val="9C482E"/>
                </a:solidFill>
                <a:latin typeface="Segoe UI"/>
                <a:ea typeface="Segoe UI"/>
                <a:cs typeface="Segoe UI"/>
              </a:defRPr>
            </a:lvl1pPr>
            <a:lvl2pPr algn="l">
              <a:defRPr sz="1800" b="1">
                <a:solidFill>
                  <a:srgbClr val="9C482E"/>
                </a:solidFill>
                <a:latin typeface="Segoe UI"/>
                <a:ea typeface="Segoe UI"/>
                <a:cs typeface="Segoe UI"/>
              </a:defRPr>
            </a:lvl2pPr>
            <a:lvl3pPr algn="l">
              <a:defRPr sz="1800" b="1">
                <a:solidFill>
                  <a:srgbClr val="9C482E"/>
                </a:solidFill>
                <a:latin typeface="Segoe UI"/>
                <a:ea typeface="Segoe UI"/>
                <a:cs typeface="Segoe UI"/>
              </a:defRPr>
            </a:lvl3pPr>
            <a:lvl4pPr algn="l">
              <a:defRPr sz="1800" b="1">
                <a:solidFill>
                  <a:srgbClr val="9C482E"/>
                </a:solidFill>
                <a:latin typeface="Segoe UI"/>
                <a:ea typeface="Segoe UI"/>
                <a:cs typeface="Segoe UI"/>
              </a:defRPr>
            </a:lvl4pPr>
            <a:lvl5pPr algn="l">
              <a:defRPr sz="1800" b="1">
                <a:solidFill>
                  <a:srgbClr val="9C482E"/>
                </a:solidFill>
                <a:latin typeface="Segoe UI"/>
                <a:ea typeface="Segoe UI"/>
                <a:cs typeface="Segoe UI"/>
              </a:defRPr>
            </a:lvl5pPr>
            <a:lvl6pPr algn="l">
              <a:defRPr sz="1800" b="1">
                <a:solidFill>
                  <a:srgbClr val="9C482E"/>
                </a:solidFill>
                <a:latin typeface="Segoe UI"/>
                <a:ea typeface="Segoe UI"/>
                <a:cs typeface="Segoe UI"/>
              </a:defRPr>
            </a:lvl6pPr>
            <a:lvl7pPr algn="l">
              <a:defRPr sz="1800" b="1">
                <a:solidFill>
                  <a:srgbClr val="9C482E"/>
                </a:solidFill>
                <a:latin typeface="Segoe UI"/>
                <a:ea typeface="Segoe UI"/>
                <a:cs typeface="Segoe UI"/>
              </a:defRPr>
            </a:lvl7pPr>
            <a:lvl8pPr algn="l">
              <a:defRPr sz="1800" b="1">
                <a:solidFill>
                  <a:srgbClr val="9C482E"/>
                </a:solidFill>
                <a:latin typeface="Segoe UI"/>
                <a:ea typeface="Segoe UI"/>
                <a:cs typeface="Segoe UI"/>
              </a:defRPr>
            </a:lvl8pPr>
            <a:lvl9pPr algn="l">
              <a:defRPr sz="1800" b="1">
                <a:solidFill>
                  <a:srgbClr val="9C482E"/>
                </a:solidFill>
                <a:latin typeface="Segoe UI"/>
                <a:ea typeface="Segoe UI"/>
                <a:cs typeface="Segoe UI"/>
              </a:defRPr>
            </a:lvl9pPr>
          </a:lstStyle>
          <a:p xmlns:a="http://schemas.openxmlformats.org/drawingml/2006/main">
            <a:pPr algn="l">
              <a:defRPr sz="1800" b="1">
                <a:solidFill>
                  <a:srgbClr val="9C482E"/>
                </a:solidFill>
                <a:latin typeface="Segoe UI"/>
                <a:ea typeface="Segoe UI"/>
                <a:cs typeface="Segoe UI"/>
              </a:defRPr>
            </a:pPr>
            <a:r>
              <a:rPr sz="1800" b="1">
                <a:solidFill>
                  <a:srgbClr val="9C482E"/>
                </a:solidFill>
                <a:latin typeface="Segoe UI"/>
                <a:ea typeface="Segoe UI"/>
                <a:cs typeface="Segoe UI"/>
              </a:rPr>
              <a:t>SECURITY IN THE CODE</a:t>
            </a:r>
          </a:p>
        </p:txBody>
      </p:sp>
      <p:sp>
        <p:nvSpPr>
          <p:cNvPr id="20" name="">
            <a:extLst xmlns:a="http://schemas.openxmlformats.org/drawingml/2006/main">
              <a:ext uri="{FF2B5EF4-FFF2-40B4-BE49-F238E27FC236}">
                <a16:creationId xmlns:a16="http://schemas.microsoft.com/office/drawing/2014/main" id="{8A0C4024-C7F4-4EE1-A471-26E80699A679}"/>
              </a:ext>
            </a:extLst>
          </p:cNvPr>
          <p:cNvSpPr>
            <a:spLocks xmlns:a="http://schemas.openxmlformats.org/drawingml/2006/main" noGrp="1"/>
          </p:cNvSpPr>
          <p:nvPr/>
        </p:nvSpPr>
        <p:spPr>
          <a:xfrm xmlns:a="http://schemas.openxmlformats.org/drawingml/2006/main">
            <a:off x="7943850" y="1895475"/>
            <a:ext cx="3752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1">
                <a:solidFill>
                  <a:srgbClr val="352C24"/>
                </a:solidFill>
                <a:latin typeface="Segoe UI"/>
                <a:ea typeface="Segoe UI"/>
                <a:cs typeface="Segoe UI"/>
              </a:defRPr>
            </a:defPPr>
            <a:lvl1pPr algn="l">
              <a:defRPr sz="1650" b="1">
                <a:solidFill>
                  <a:srgbClr val="352C24"/>
                </a:solidFill>
                <a:latin typeface="Segoe UI"/>
                <a:ea typeface="Segoe UI"/>
                <a:cs typeface="Segoe UI"/>
              </a:defRPr>
            </a:lvl1pPr>
            <a:lvl2pPr algn="l">
              <a:defRPr sz="1650" b="1">
                <a:solidFill>
                  <a:srgbClr val="352C24"/>
                </a:solidFill>
                <a:latin typeface="Segoe UI"/>
                <a:ea typeface="Segoe UI"/>
                <a:cs typeface="Segoe UI"/>
              </a:defRPr>
            </a:lvl2pPr>
            <a:lvl3pPr algn="l">
              <a:defRPr sz="1650" b="1">
                <a:solidFill>
                  <a:srgbClr val="352C24"/>
                </a:solidFill>
                <a:latin typeface="Segoe UI"/>
                <a:ea typeface="Segoe UI"/>
                <a:cs typeface="Segoe UI"/>
              </a:defRPr>
            </a:lvl3pPr>
            <a:lvl4pPr algn="l">
              <a:defRPr sz="1650" b="1">
                <a:solidFill>
                  <a:srgbClr val="352C24"/>
                </a:solidFill>
                <a:latin typeface="Segoe UI"/>
                <a:ea typeface="Segoe UI"/>
                <a:cs typeface="Segoe UI"/>
              </a:defRPr>
            </a:lvl4pPr>
            <a:lvl5pPr algn="l">
              <a:defRPr sz="1650" b="1">
                <a:solidFill>
                  <a:srgbClr val="352C24"/>
                </a:solidFill>
                <a:latin typeface="Segoe UI"/>
                <a:ea typeface="Segoe UI"/>
                <a:cs typeface="Segoe UI"/>
              </a:defRPr>
            </a:lvl5pPr>
            <a:lvl6pPr algn="l">
              <a:defRPr sz="1650" b="1">
                <a:solidFill>
                  <a:srgbClr val="352C24"/>
                </a:solidFill>
                <a:latin typeface="Segoe UI"/>
                <a:ea typeface="Segoe UI"/>
                <a:cs typeface="Segoe UI"/>
              </a:defRPr>
            </a:lvl6pPr>
            <a:lvl7pPr algn="l">
              <a:defRPr sz="1650" b="1">
                <a:solidFill>
                  <a:srgbClr val="352C24"/>
                </a:solidFill>
                <a:latin typeface="Segoe UI"/>
                <a:ea typeface="Segoe UI"/>
                <a:cs typeface="Segoe UI"/>
              </a:defRPr>
            </a:lvl7pPr>
            <a:lvl8pPr algn="l">
              <a:defRPr sz="1650" b="1">
                <a:solidFill>
                  <a:srgbClr val="352C24"/>
                </a:solidFill>
                <a:latin typeface="Segoe UI"/>
                <a:ea typeface="Segoe UI"/>
                <a:cs typeface="Segoe UI"/>
              </a:defRPr>
            </a:lvl8pPr>
            <a:lvl9pPr algn="l">
              <a:defRPr sz="1650" b="1">
                <a:solidFill>
                  <a:srgbClr val="352C24"/>
                </a:solidFill>
                <a:latin typeface="Segoe UI"/>
                <a:ea typeface="Segoe UI"/>
                <a:cs typeface="Segoe UI"/>
              </a:defRPr>
            </a:lvl9pPr>
          </a:lstStyle>
          <a:p xmlns:a="http://schemas.openxmlformats.org/drawingml/2006/main">
            <a:pPr algn="l">
              <a:defRPr sz="1650" b="1">
                <a:solidFill>
                  <a:srgbClr val="352C24"/>
                </a:solidFill>
                <a:latin typeface="Segoe UI"/>
                <a:ea typeface="Segoe UI"/>
                <a:cs typeface="Segoe UI"/>
              </a:defRPr>
            </a:pPr>
            <a:r>
              <a:rPr sz="1650" b="1">
                <a:solidFill>
                  <a:srgbClr val="352C24"/>
                </a:solidFill>
                <a:latin typeface="Segoe UI"/>
                <a:ea typeface="Segoe UI"/>
                <a:cs typeface="Segoe UI"/>
              </a:rPr>
              <a:t>Authentication</a:t>
            </a:r>
          </a:p>
        </p:txBody>
      </p:sp>
      <p:sp>
        <p:nvSpPr>
          <p:cNvPr id="21" name="">
            <a:extLst xmlns:a="http://schemas.openxmlformats.org/drawingml/2006/main">
              <a:ext uri="{FF2B5EF4-FFF2-40B4-BE49-F238E27FC236}">
                <a16:creationId xmlns:a16="http://schemas.microsoft.com/office/drawing/2014/main" id="{EC95EC20-F788-4302-852F-2673A39CED02}"/>
              </a:ext>
            </a:extLst>
          </p:cNvPr>
          <p:cNvSpPr>
            <a:spLocks xmlns:a="http://schemas.openxmlformats.org/drawingml/2006/main" noGrp="1"/>
          </p:cNvSpPr>
          <p:nvPr/>
        </p:nvSpPr>
        <p:spPr>
          <a:xfrm xmlns:a="http://schemas.openxmlformats.org/drawingml/2006/main">
            <a:off x="7943850" y="2190750"/>
            <a:ext cx="3752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816C59"/>
                </a:solidFill>
                <a:latin typeface="Segoe UI"/>
                <a:ea typeface="Segoe UI"/>
                <a:cs typeface="Segoe UI"/>
              </a:defRPr>
            </a:defPPr>
            <a:lvl1pPr algn="l">
              <a:defRPr sz="1500" b="0">
                <a:solidFill>
                  <a:srgbClr val="816C59"/>
                </a:solidFill>
                <a:latin typeface="Segoe UI"/>
                <a:ea typeface="Segoe UI"/>
                <a:cs typeface="Segoe UI"/>
              </a:defRPr>
            </a:lvl1pPr>
            <a:lvl2pPr algn="l">
              <a:defRPr sz="1500" b="0">
                <a:solidFill>
                  <a:srgbClr val="816C59"/>
                </a:solidFill>
                <a:latin typeface="Segoe UI"/>
                <a:ea typeface="Segoe UI"/>
                <a:cs typeface="Segoe UI"/>
              </a:defRPr>
            </a:lvl2pPr>
            <a:lvl3pPr algn="l">
              <a:defRPr sz="1500" b="0">
                <a:solidFill>
                  <a:srgbClr val="816C59"/>
                </a:solidFill>
                <a:latin typeface="Segoe UI"/>
                <a:ea typeface="Segoe UI"/>
                <a:cs typeface="Segoe UI"/>
              </a:defRPr>
            </a:lvl3pPr>
            <a:lvl4pPr algn="l">
              <a:defRPr sz="1500" b="0">
                <a:solidFill>
                  <a:srgbClr val="816C59"/>
                </a:solidFill>
                <a:latin typeface="Segoe UI"/>
                <a:ea typeface="Segoe UI"/>
                <a:cs typeface="Segoe UI"/>
              </a:defRPr>
            </a:lvl4pPr>
            <a:lvl5pPr algn="l">
              <a:defRPr sz="1500" b="0">
                <a:solidFill>
                  <a:srgbClr val="816C59"/>
                </a:solidFill>
                <a:latin typeface="Segoe UI"/>
                <a:ea typeface="Segoe UI"/>
                <a:cs typeface="Segoe UI"/>
              </a:defRPr>
            </a:lvl5pPr>
            <a:lvl6pPr algn="l">
              <a:defRPr sz="1500" b="0">
                <a:solidFill>
                  <a:srgbClr val="816C59"/>
                </a:solidFill>
                <a:latin typeface="Segoe UI"/>
                <a:ea typeface="Segoe UI"/>
                <a:cs typeface="Segoe UI"/>
              </a:defRPr>
            </a:lvl6pPr>
            <a:lvl7pPr algn="l">
              <a:defRPr sz="1500" b="0">
                <a:solidFill>
                  <a:srgbClr val="816C59"/>
                </a:solidFill>
                <a:latin typeface="Segoe UI"/>
                <a:ea typeface="Segoe UI"/>
                <a:cs typeface="Segoe UI"/>
              </a:defRPr>
            </a:lvl7pPr>
            <a:lvl8pPr algn="l">
              <a:defRPr sz="1500" b="0">
                <a:solidFill>
                  <a:srgbClr val="816C59"/>
                </a:solidFill>
                <a:latin typeface="Segoe UI"/>
                <a:ea typeface="Segoe UI"/>
                <a:cs typeface="Segoe UI"/>
              </a:defRPr>
            </a:lvl8pPr>
            <a:lvl9pPr algn="l">
              <a:defRPr sz="1500" b="0">
                <a:solidFill>
                  <a:srgbClr val="816C59"/>
                </a:solidFill>
                <a:latin typeface="Segoe UI"/>
                <a:ea typeface="Segoe UI"/>
                <a:cs typeface="Segoe UI"/>
              </a:defRPr>
            </a:lvl9pPr>
          </a:lstStyle>
          <a:p xmlns:a="http://schemas.openxmlformats.org/drawingml/2006/main">
            <a:pPr algn="l">
              <a:defRPr sz="1500" b="0">
                <a:solidFill>
                  <a:srgbClr val="816C59"/>
                </a:solidFill>
                <a:latin typeface="Segoe UI"/>
                <a:ea typeface="Segoe UI"/>
                <a:cs typeface="Segoe UI"/>
              </a:defRPr>
            </a:pPr>
            <a:r>
              <a:rPr sz="1500" b="0">
                <a:solidFill>
                  <a:srgbClr val="816C59"/>
                </a:solidFill>
                <a:latin typeface="Segoe UI"/>
                <a:ea typeface="Segoe UI"/>
                <a:cs typeface="Segoe UI"/>
              </a:rPr>
              <a:t>Argon2, hashed sessions, MFA and one-time recovery codes.</a:t>
            </a:r>
          </a:p>
        </p:txBody>
      </p:sp>
      <p:sp>
        <p:nvSpPr>
          <p:cNvPr id="22" name="">
            <a:extLst xmlns:a="http://schemas.openxmlformats.org/drawingml/2006/main">
              <a:ext uri="{FF2B5EF4-FFF2-40B4-BE49-F238E27FC236}">
                <a16:creationId xmlns:a16="http://schemas.microsoft.com/office/drawing/2014/main" id="{8E69FE19-5355-4FA9-89E6-A2E0B2B25FDB}"/>
              </a:ext>
            </a:extLst>
          </p:cNvPr>
          <p:cNvSpPr>
            <a:spLocks xmlns:a="http://schemas.openxmlformats.org/drawingml/2006/main" noGrp="1"/>
          </p:cNvSpPr>
          <p:nvPr/>
        </p:nvSpPr>
        <p:spPr>
          <a:xfrm xmlns:a="http://schemas.openxmlformats.org/drawingml/2006/main">
            <a:off x="7943850" y="2733675"/>
            <a:ext cx="3752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1">
                <a:solidFill>
                  <a:srgbClr val="352C24"/>
                </a:solidFill>
                <a:latin typeface="Segoe UI"/>
                <a:ea typeface="Segoe UI"/>
                <a:cs typeface="Segoe UI"/>
              </a:defRPr>
            </a:defPPr>
            <a:lvl1pPr algn="l">
              <a:defRPr sz="1650" b="1">
                <a:solidFill>
                  <a:srgbClr val="352C24"/>
                </a:solidFill>
                <a:latin typeface="Segoe UI"/>
                <a:ea typeface="Segoe UI"/>
                <a:cs typeface="Segoe UI"/>
              </a:defRPr>
            </a:lvl1pPr>
            <a:lvl2pPr algn="l">
              <a:defRPr sz="1650" b="1">
                <a:solidFill>
                  <a:srgbClr val="352C24"/>
                </a:solidFill>
                <a:latin typeface="Segoe UI"/>
                <a:ea typeface="Segoe UI"/>
                <a:cs typeface="Segoe UI"/>
              </a:defRPr>
            </a:lvl2pPr>
            <a:lvl3pPr algn="l">
              <a:defRPr sz="1650" b="1">
                <a:solidFill>
                  <a:srgbClr val="352C24"/>
                </a:solidFill>
                <a:latin typeface="Segoe UI"/>
                <a:ea typeface="Segoe UI"/>
                <a:cs typeface="Segoe UI"/>
              </a:defRPr>
            </a:lvl3pPr>
            <a:lvl4pPr algn="l">
              <a:defRPr sz="1650" b="1">
                <a:solidFill>
                  <a:srgbClr val="352C24"/>
                </a:solidFill>
                <a:latin typeface="Segoe UI"/>
                <a:ea typeface="Segoe UI"/>
                <a:cs typeface="Segoe UI"/>
              </a:defRPr>
            </a:lvl4pPr>
            <a:lvl5pPr algn="l">
              <a:defRPr sz="1650" b="1">
                <a:solidFill>
                  <a:srgbClr val="352C24"/>
                </a:solidFill>
                <a:latin typeface="Segoe UI"/>
                <a:ea typeface="Segoe UI"/>
                <a:cs typeface="Segoe UI"/>
              </a:defRPr>
            </a:lvl5pPr>
            <a:lvl6pPr algn="l">
              <a:defRPr sz="1650" b="1">
                <a:solidFill>
                  <a:srgbClr val="352C24"/>
                </a:solidFill>
                <a:latin typeface="Segoe UI"/>
                <a:ea typeface="Segoe UI"/>
                <a:cs typeface="Segoe UI"/>
              </a:defRPr>
            </a:lvl6pPr>
            <a:lvl7pPr algn="l">
              <a:defRPr sz="1650" b="1">
                <a:solidFill>
                  <a:srgbClr val="352C24"/>
                </a:solidFill>
                <a:latin typeface="Segoe UI"/>
                <a:ea typeface="Segoe UI"/>
                <a:cs typeface="Segoe UI"/>
              </a:defRPr>
            </a:lvl7pPr>
            <a:lvl8pPr algn="l">
              <a:defRPr sz="1650" b="1">
                <a:solidFill>
                  <a:srgbClr val="352C24"/>
                </a:solidFill>
                <a:latin typeface="Segoe UI"/>
                <a:ea typeface="Segoe UI"/>
                <a:cs typeface="Segoe UI"/>
              </a:defRPr>
            </a:lvl8pPr>
            <a:lvl9pPr algn="l">
              <a:defRPr sz="1650" b="1">
                <a:solidFill>
                  <a:srgbClr val="352C24"/>
                </a:solidFill>
                <a:latin typeface="Segoe UI"/>
                <a:ea typeface="Segoe UI"/>
                <a:cs typeface="Segoe UI"/>
              </a:defRPr>
            </a:lvl9pPr>
          </a:lstStyle>
          <a:p xmlns:a="http://schemas.openxmlformats.org/drawingml/2006/main">
            <a:pPr algn="l">
              <a:defRPr sz="1650" b="1">
                <a:solidFill>
                  <a:srgbClr val="352C24"/>
                </a:solidFill>
                <a:latin typeface="Segoe UI"/>
                <a:ea typeface="Segoe UI"/>
                <a:cs typeface="Segoe UI"/>
              </a:defRPr>
            </a:pPr>
            <a:r>
              <a:rPr sz="1650" b="1">
                <a:solidFill>
                  <a:srgbClr val="352C24"/>
                </a:solidFill>
                <a:latin typeface="Segoe UI"/>
                <a:ea typeface="Segoe UI"/>
                <a:cs typeface="Segoe UI"/>
              </a:rPr>
              <a:t>Authorization</a:t>
            </a:r>
          </a:p>
        </p:txBody>
      </p:sp>
      <p:sp>
        <p:nvSpPr>
          <p:cNvPr id="23" name="">
            <a:extLst xmlns:a="http://schemas.openxmlformats.org/drawingml/2006/main">
              <a:ext uri="{FF2B5EF4-FFF2-40B4-BE49-F238E27FC236}">
                <a16:creationId xmlns:a16="http://schemas.microsoft.com/office/drawing/2014/main" id="{74E22E14-CD68-403F-B2D2-8F66E5D9C3B0}"/>
              </a:ext>
            </a:extLst>
          </p:cNvPr>
          <p:cNvSpPr>
            <a:spLocks xmlns:a="http://schemas.openxmlformats.org/drawingml/2006/main" noGrp="1"/>
          </p:cNvSpPr>
          <p:nvPr/>
        </p:nvSpPr>
        <p:spPr>
          <a:xfrm xmlns:a="http://schemas.openxmlformats.org/drawingml/2006/main">
            <a:off x="7943850" y="3028950"/>
            <a:ext cx="3752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816C59"/>
                </a:solidFill>
                <a:latin typeface="Segoe UI"/>
                <a:ea typeface="Segoe UI"/>
                <a:cs typeface="Segoe UI"/>
              </a:defRPr>
            </a:defPPr>
            <a:lvl1pPr algn="l">
              <a:defRPr sz="1500" b="0">
                <a:solidFill>
                  <a:srgbClr val="816C59"/>
                </a:solidFill>
                <a:latin typeface="Segoe UI"/>
                <a:ea typeface="Segoe UI"/>
                <a:cs typeface="Segoe UI"/>
              </a:defRPr>
            </a:lvl1pPr>
            <a:lvl2pPr algn="l">
              <a:defRPr sz="1500" b="0">
                <a:solidFill>
                  <a:srgbClr val="816C59"/>
                </a:solidFill>
                <a:latin typeface="Segoe UI"/>
                <a:ea typeface="Segoe UI"/>
                <a:cs typeface="Segoe UI"/>
              </a:defRPr>
            </a:lvl2pPr>
            <a:lvl3pPr algn="l">
              <a:defRPr sz="1500" b="0">
                <a:solidFill>
                  <a:srgbClr val="816C59"/>
                </a:solidFill>
                <a:latin typeface="Segoe UI"/>
                <a:ea typeface="Segoe UI"/>
                <a:cs typeface="Segoe UI"/>
              </a:defRPr>
            </a:lvl3pPr>
            <a:lvl4pPr algn="l">
              <a:defRPr sz="1500" b="0">
                <a:solidFill>
                  <a:srgbClr val="816C59"/>
                </a:solidFill>
                <a:latin typeface="Segoe UI"/>
                <a:ea typeface="Segoe UI"/>
                <a:cs typeface="Segoe UI"/>
              </a:defRPr>
            </a:lvl4pPr>
            <a:lvl5pPr algn="l">
              <a:defRPr sz="1500" b="0">
                <a:solidFill>
                  <a:srgbClr val="816C59"/>
                </a:solidFill>
                <a:latin typeface="Segoe UI"/>
                <a:ea typeface="Segoe UI"/>
                <a:cs typeface="Segoe UI"/>
              </a:defRPr>
            </a:lvl5pPr>
            <a:lvl6pPr algn="l">
              <a:defRPr sz="1500" b="0">
                <a:solidFill>
                  <a:srgbClr val="816C59"/>
                </a:solidFill>
                <a:latin typeface="Segoe UI"/>
                <a:ea typeface="Segoe UI"/>
                <a:cs typeface="Segoe UI"/>
              </a:defRPr>
            </a:lvl6pPr>
            <a:lvl7pPr algn="l">
              <a:defRPr sz="1500" b="0">
                <a:solidFill>
                  <a:srgbClr val="816C59"/>
                </a:solidFill>
                <a:latin typeface="Segoe UI"/>
                <a:ea typeface="Segoe UI"/>
                <a:cs typeface="Segoe UI"/>
              </a:defRPr>
            </a:lvl7pPr>
            <a:lvl8pPr algn="l">
              <a:defRPr sz="1500" b="0">
                <a:solidFill>
                  <a:srgbClr val="816C59"/>
                </a:solidFill>
                <a:latin typeface="Segoe UI"/>
                <a:ea typeface="Segoe UI"/>
                <a:cs typeface="Segoe UI"/>
              </a:defRPr>
            </a:lvl8pPr>
            <a:lvl9pPr algn="l">
              <a:defRPr sz="1500" b="0">
                <a:solidFill>
                  <a:srgbClr val="816C59"/>
                </a:solidFill>
                <a:latin typeface="Segoe UI"/>
                <a:ea typeface="Segoe UI"/>
                <a:cs typeface="Segoe UI"/>
              </a:defRPr>
            </a:lvl9pPr>
          </a:lstStyle>
          <a:p xmlns:a="http://schemas.openxmlformats.org/drawingml/2006/main">
            <a:pPr algn="l">
              <a:defRPr sz="1500" b="0">
                <a:solidFill>
                  <a:srgbClr val="816C59"/>
                </a:solidFill>
                <a:latin typeface="Segoe UI"/>
                <a:ea typeface="Segoe UI"/>
                <a:cs typeface="Segoe UI"/>
              </a:defRPr>
            </a:pPr>
            <a:r>
              <a:rPr sz="1500" b="0">
                <a:solidFill>
                  <a:srgbClr val="816C59"/>
                </a:solidFill>
                <a:latin typeface="Segoe UI"/>
                <a:ea typeface="Segoe UI"/>
                <a:cs typeface="Segoe UI"/>
              </a:rPr>
              <a:t>Case/document/field scope, expiring grants and conflict denial.</a:t>
            </a:r>
          </a:p>
        </p:txBody>
      </p:sp>
      <p:sp>
        <p:nvSpPr>
          <p:cNvPr id="24" name="">
            <a:extLst xmlns:a="http://schemas.openxmlformats.org/drawingml/2006/main">
              <a:ext uri="{FF2B5EF4-FFF2-40B4-BE49-F238E27FC236}">
                <a16:creationId xmlns:a16="http://schemas.microsoft.com/office/drawing/2014/main" id="{835DF48E-E87B-4396-BFCD-FAF307D85A19}"/>
              </a:ext>
            </a:extLst>
          </p:cNvPr>
          <p:cNvSpPr>
            <a:spLocks xmlns:a="http://schemas.openxmlformats.org/drawingml/2006/main" noGrp="1"/>
          </p:cNvSpPr>
          <p:nvPr/>
        </p:nvSpPr>
        <p:spPr>
          <a:xfrm xmlns:a="http://schemas.openxmlformats.org/drawingml/2006/main">
            <a:off x="7943850" y="3571875"/>
            <a:ext cx="3752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1">
                <a:solidFill>
                  <a:srgbClr val="352C24"/>
                </a:solidFill>
                <a:latin typeface="Segoe UI"/>
                <a:ea typeface="Segoe UI"/>
                <a:cs typeface="Segoe UI"/>
              </a:defRPr>
            </a:defPPr>
            <a:lvl1pPr algn="l">
              <a:defRPr sz="1650" b="1">
                <a:solidFill>
                  <a:srgbClr val="352C24"/>
                </a:solidFill>
                <a:latin typeface="Segoe UI"/>
                <a:ea typeface="Segoe UI"/>
                <a:cs typeface="Segoe UI"/>
              </a:defRPr>
            </a:lvl1pPr>
            <a:lvl2pPr algn="l">
              <a:defRPr sz="1650" b="1">
                <a:solidFill>
                  <a:srgbClr val="352C24"/>
                </a:solidFill>
                <a:latin typeface="Segoe UI"/>
                <a:ea typeface="Segoe UI"/>
                <a:cs typeface="Segoe UI"/>
              </a:defRPr>
            </a:lvl2pPr>
            <a:lvl3pPr algn="l">
              <a:defRPr sz="1650" b="1">
                <a:solidFill>
                  <a:srgbClr val="352C24"/>
                </a:solidFill>
                <a:latin typeface="Segoe UI"/>
                <a:ea typeface="Segoe UI"/>
                <a:cs typeface="Segoe UI"/>
              </a:defRPr>
            </a:lvl3pPr>
            <a:lvl4pPr algn="l">
              <a:defRPr sz="1650" b="1">
                <a:solidFill>
                  <a:srgbClr val="352C24"/>
                </a:solidFill>
                <a:latin typeface="Segoe UI"/>
                <a:ea typeface="Segoe UI"/>
                <a:cs typeface="Segoe UI"/>
              </a:defRPr>
            </a:lvl4pPr>
            <a:lvl5pPr algn="l">
              <a:defRPr sz="1650" b="1">
                <a:solidFill>
                  <a:srgbClr val="352C24"/>
                </a:solidFill>
                <a:latin typeface="Segoe UI"/>
                <a:ea typeface="Segoe UI"/>
                <a:cs typeface="Segoe UI"/>
              </a:defRPr>
            </a:lvl5pPr>
            <a:lvl6pPr algn="l">
              <a:defRPr sz="1650" b="1">
                <a:solidFill>
                  <a:srgbClr val="352C24"/>
                </a:solidFill>
                <a:latin typeface="Segoe UI"/>
                <a:ea typeface="Segoe UI"/>
                <a:cs typeface="Segoe UI"/>
              </a:defRPr>
            </a:lvl6pPr>
            <a:lvl7pPr algn="l">
              <a:defRPr sz="1650" b="1">
                <a:solidFill>
                  <a:srgbClr val="352C24"/>
                </a:solidFill>
                <a:latin typeface="Segoe UI"/>
                <a:ea typeface="Segoe UI"/>
                <a:cs typeface="Segoe UI"/>
              </a:defRPr>
            </a:lvl7pPr>
            <a:lvl8pPr algn="l">
              <a:defRPr sz="1650" b="1">
                <a:solidFill>
                  <a:srgbClr val="352C24"/>
                </a:solidFill>
                <a:latin typeface="Segoe UI"/>
                <a:ea typeface="Segoe UI"/>
                <a:cs typeface="Segoe UI"/>
              </a:defRPr>
            </a:lvl8pPr>
            <a:lvl9pPr algn="l">
              <a:defRPr sz="1650" b="1">
                <a:solidFill>
                  <a:srgbClr val="352C24"/>
                </a:solidFill>
                <a:latin typeface="Segoe UI"/>
                <a:ea typeface="Segoe UI"/>
                <a:cs typeface="Segoe UI"/>
              </a:defRPr>
            </a:lvl9pPr>
          </a:lstStyle>
          <a:p xmlns:a="http://schemas.openxmlformats.org/drawingml/2006/main">
            <a:pPr algn="l">
              <a:defRPr sz="1650" b="1">
                <a:solidFill>
                  <a:srgbClr val="352C24"/>
                </a:solidFill>
                <a:latin typeface="Segoe UI"/>
                <a:ea typeface="Segoe UI"/>
                <a:cs typeface="Segoe UI"/>
              </a:defRPr>
            </a:pPr>
            <a:r>
              <a:rPr sz="1650" b="1">
                <a:solidFill>
                  <a:srgbClr val="352C24"/>
                </a:solidFill>
                <a:latin typeface="Segoe UI"/>
                <a:ea typeface="Segoe UI"/>
                <a:cs typeface="Segoe UI"/>
              </a:rPr>
              <a:t>Request protection</a:t>
            </a:r>
          </a:p>
        </p:txBody>
      </p:sp>
      <p:sp>
        <p:nvSpPr>
          <p:cNvPr id="25" name="">
            <a:extLst xmlns:a="http://schemas.openxmlformats.org/drawingml/2006/main">
              <a:ext uri="{FF2B5EF4-FFF2-40B4-BE49-F238E27FC236}">
                <a16:creationId xmlns:a16="http://schemas.microsoft.com/office/drawing/2014/main" id="{C3EABFFE-287A-4F60-8B40-E0CF785B4719}"/>
              </a:ext>
            </a:extLst>
          </p:cNvPr>
          <p:cNvSpPr>
            <a:spLocks xmlns:a="http://schemas.openxmlformats.org/drawingml/2006/main" noGrp="1"/>
          </p:cNvSpPr>
          <p:nvPr/>
        </p:nvSpPr>
        <p:spPr>
          <a:xfrm xmlns:a="http://schemas.openxmlformats.org/drawingml/2006/main">
            <a:off x="7943850" y="3867150"/>
            <a:ext cx="3752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816C59"/>
                </a:solidFill>
                <a:latin typeface="Segoe UI"/>
                <a:ea typeface="Segoe UI"/>
                <a:cs typeface="Segoe UI"/>
              </a:defRPr>
            </a:defPPr>
            <a:lvl1pPr algn="l">
              <a:defRPr sz="1500" b="0">
                <a:solidFill>
                  <a:srgbClr val="816C59"/>
                </a:solidFill>
                <a:latin typeface="Segoe UI"/>
                <a:ea typeface="Segoe UI"/>
                <a:cs typeface="Segoe UI"/>
              </a:defRPr>
            </a:lvl1pPr>
            <a:lvl2pPr algn="l">
              <a:defRPr sz="1500" b="0">
                <a:solidFill>
                  <a:srgbClr val="816C59"/>
                </a:solidFill>
                <a:latin typeface="Segoe UI"/>
                <a:ea typeface="Segoe UI"/>
                <a:cs typeface="Segoe UI"/>
              </a:defRPr>
            </a:lvl2pPr>
            <a:lvl3pPr algn="l">
              <a:defRPr sz="1500" b="0">
                <a:solidFill>
                  <a:srgbClr val="816C59"/>
                </a:solidFill>
                <a:latin typeface="Segoe UI"/>
                <a:ea typeface="Segoe UI"/>
                <a:cs typeface="Segoe UI"/>
              </a:defRPr>
            </a:lvl3pPr>
            <a:lvl4pPr algn="l">
              <a:defRPr sz="1500" b="0">
                <a:solidFill>
                  <a:srgbClr val="816C59"/>
                </a:solidFill>
                <a:latin typeface="Segoe UI"/>
                <a:ea typeface="Segoe UI"/>
                <a:cs typeface="Segoe UI"/>
              </a:defRPr>
            </a:lvl4pPr>
            <a:lvl5pPr algn="l">
              <a:defRPr sz="1500" b="0">
                <a:solidFill>
                  <a:srgbClr val="816C59"/>
                </a:solidFill>
                <a:latin typeface="Segoe UI"/>
                <a:ea typeface="Segoe UI"/>
                <a:cs typeface="Segoe UI"/>
              </a:defRPr>
            </a:lvl5pPr>
            <a:lvl6pPr algn="l">
              <a:defRPr sz="1500" b="0">
                <a:solidFill>
                  <a:srgbClr val="816C59"/>
                </a:solidFill>
                <a:latin typeface="Segoe UI"/>
                <a:ea typeface="Segoe UI"/>
                <a:cs typeface="Segoe UI"/>
              </a:defRPr>
            </a:lvl6pPr>
            <a:lvl7pPr algn="l">
              <a:defRPr sz="1500" b="0">
                <a:solidFill>
                  <a:srgbClr val="816C59"/>
                </a:solidFill>
                <a:latin typeface="Segoe UI"/>
                <a:ea typeface="Segoe UI"/>
                <a:cs typeface="Segoe UI"/>
              </a:defRPr>
            </a:lvl7pPr>
            <a:lvl8pPr algn="l">
              <a:defRPr sz="1500" b="0">
                <a:solidFill>
                  <a:srgbClr val="816C59"/>
                </a:solidFill>
                <a:latin typeface="Segoe UI"/>
                <a:ea typeface="Segoe UI"/>
                <a:cs typeface="Segoe UI"/>
              </a:defRPr>
            </a:lvl8pPr>
            <a:lvl9pPr algn="l">
              <a:defRPr sz="1500" b="0">
                <a:solidFill>
                  <a:srgbClr val="816C59"/>
                </a:solidFill>
                <a:latin typeface="Segoe UI"/>
                <a:ea typeface="Segoe UI"/>
                <a:cs typeface="Segoe UI"/>
              </a:defRPr>
            </a:lvl9pPr>
          </a:lstStyle>
          <a:p xmlns:a="http://schemas.openxmlformats.org/drawingml/2006/main">
            <a:pPr algn="l">
              <a:defRPr sz="1500" b="0">
                <a:solidFill>
                  <a:srgbClr val="816C59"/>
                </a:solidFill>
                <a:latin typeface="Segoe UI"/>
                <a:ea typeface="Segoe UI"/>
                <a:cs typeface="Segoe UI"/>
              </a:defRPr>
            </a:pPr>
            <a:r>
              <a:rPr sz="1500" b="0">
                <a:solidFill>
                  <a:srgbClr val="816C59"/>
                </a:solidFill>
                <a:latin typeface="Segoe UI"/>
                <a:ea typeface="Segoe UI"/>
                <a:cs typeface="Segoe UI"/>
              </a:rPr>
              <a:t>CSRF, shared proxy secret and rate limits.</a:t>
            </a:r>
          </a:p>
        </p:txBody>
      </p:sp>
      <p:sp>
        <p:nvSpPr>
          <p:cNvPr id="26" name="">
            <a:extLst xmlns:a="http://schemas.openxmlformats.org/drawingml/2006/main">
              <a:ext uri="{FF2B5EF4-FFF2-40B4-BE49-F238E27FC236}">
                <a16:creationId xmlns:a16="http://schemas.microsoft.com/office/drawing/2014/main" id="{71901859-ACDE-463A-8A04-BED73B8EC181}"/>
              </a:ext>
            </a:extLst>
          </p:cNvPr>
          <p:cNvSpPr>
            <a:spLocks xmlns:a="http://schemas.openxmlformats.org/drawingml/2006/main" noGrp="1"/>
          </p:cNvSpPr>
          <p:nvPr/>
        </p:nvSpPr>
        <p:spPr>
          <a:xfrm xmlns:a="http://schemas.openxmlformats.org/drawingml/2006/main">
            <a:off x="7943850" y="4410075"/>
            <a:ext cx="3752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1">
                <a:solidFill>
                  <a:srgbClr val="352C24"/>
                </a:solidFill>
                <a:latin typeface="Segoe UI"/>
                <a:ea typeface="Segoe UI"/>
                <a:cs typeface="Segoe UI"/>
              </a:defRPr>
            </a:defPPr>
            <a:lvl1pPr algn="l">
              <a:defRPr sz="1650" b="1">
                <a:solidFill>
                  <a:srgbClr val="352C24"/>
                </a:solidFill>
                <a:latin typeface="Segoe UI"/>
                <a:ea typeface="Segoe UI"/>
                <a:cs typeface="Segoe UI"/>
              </a:defRPr>
            </a:lvl1pPr>
            <a:lvl2pPr algn="l">
              <a:defRPr sz="1650" b="1">
                <a:solidFill>
                  <a:srgbClr val="352C24"/>
                </a:solidFill>
                <a:latin typeface="Segoe UI"/>
                <a:ea typeface="Segoe UI"/>
                <a:cs typeface="Segoe UI"/>
              </a:defRPr>
            </a:lvl2pPr>
            <a:lvl3pPr algn="l">
              <a:defRPr sz="1650" b="1">
                <a:solidFill>
                  <a:srgbClr val="352C24"/>
                </a:solidFill>
                <a:latin typeface="Segoe UI"/>
                <a:ea typeface="Segoe UI"/>
                <a:cs typeface="Segoe UI"/>
              </a:defRPr>
            </a:lvl3pPr>
            <a:lvl4pPr algn="l">
              <a:defRPr sz="1650" b="1">
                <a:solidFill>
                  <a:srgbClr val="352C24"/>
                </a:solidFill>
                <a:latin typeface="Segoe UI"/>
                <a:ea typeface="Segoe UI"/>
                <a:cs typeface="Segoe UI"/>
              </a:defRPr>
            </a:lvl4pPr>
            <a:lvl5pPr algn="l">
              <a:defRPr sz="1650" b="1">
                <a:solidFill>
                  <a:srgbClr val="352C24"/>
                </a:solidFill>
                <a:latin typeface="Segoe UI"/>
                <a:ea typeface="Segoe UI"/>
                <a:cs typeface="Segoe UI"/>
              </a:defRPr>
            </a:lvl5pPr>
            <a:lvl6pPr algn="l">
              <a:defRPr sz="1650" b="1">
                <a:solidFill>
                  <a:srgbClr val="352C24"/>
                </a:solidFill>
                <a:latin typeface="Segoe UI"/>
                <a:ea typeface="Segoe UI"/>
                <a:cs typeface="Segoe UI"/>
              </a:defRPr>
            </a:lvl6pPr>
            <a:lvl7pPr algn="l">
              <a:defRPr sz="1650" b="1">
                <a:solidFill>
                  <a:srgbClr val="352C24"/>
                </a:solidFill>
                <a:latin typeface="Segoe UI"/>
                <a:ea typeface="Segoe UI"/>
                <a:cs typeface="Segoe UI"/>
              </a:defRPr>
            </a:lvl7pPr>
            <a:lvl8pPr algn="l">
              <a:defRPr sz="1650" b="1">
                <a:solidFill>
                  <a:srgbClr val="352C24"/>
                </a:solidFill>
                <a:latin typeface="Segoe UI"/>
                <a:ea typeface="Segoe UI"/>
                <a:cs typeface="Segoe UI"/>
              </a:defRPr>
            </a:lvl8pPr>
            <a:lvl9pPr algn="l">
              <a:defRPr sz="1650" b="1">
                <a:solidFill>
                  <a:srgbClr val="352C24"/>
                </a:solidFill>
                <a:latin typeface="Segoe UI"/>
                <a:ea typeface="Segoe UI"/>
                <a:cs typeface="Segoe UI"/>
              </a:defRPr>
            </a:lvl9pPr>
          </a:lstStyle>
          <a:p xmlns:a="http://schemas.openxmlformats.org/drawingml/2006/main">
            <a:pPr algn="l">
              <a:defRPr sz="1650" b="1">
                <a:solidFill>
                  <a:srgbClr val="352C24"/>
                </a:solidFill>
                <a:latin typeface="Segoe UI"/>
                <a:ea typeface="Segoe UI"/>
                <a:cs typeface="Segoe UI"/>
              </a:defRPr>
            </a:pPr>
            <a:r>
              <a:rPr sz="1650" b="1">
                <a:solidFill>
                  <a:srgbClr val="352C24"/>
                </a:solidFill>
                <a:latin typeface="Segoe UI"/>
                <a:ea typeface="Segoe UI"/>
                <a:cs typeface="Segoe UI"/>
              </a:rPr>
              <a:t>Private evidence</a:t>
            </a:r>
          </a:p>
        </p:txBody>
      </p:sp>
      <p:sp>
        <p:nvSpPr>
          <p:cNvPr id="27" name="">
            <a:extLst xmlns:a="http://schemas.openxmlformats.org/drawingml/2006/main">
              <a:ext uri="{FF2B5EF4-FFF2-40B4-BE49-F238E27FC236}">
                <a16:creationId xmlns:a16="http://schemas.microsoft.com/office/drawing/2014/main" id="{5233C055-27A8-4258-8706-DB7D07B03BDA}"/>
              </a:ext>
            </a:extLst>
          </p:cNvPr>
          <p:cNvSpPr>
            <a:spLocks xmlns:a="http://schemas.openxmlformats.org/drawingml/2006/main" noGrp="1"/>
          </p:cNvSpPr>
          <p:nvPr/>
        </p:nvSpPr>
        <p:spPr>
          <a:xfrm xmlns:a="http://schemas.openxmlformats.org/drawingml/2006/main">
            <a:off x="7943850" y="4705350"/>
            <a:ext cx="3752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816C59"/>
                </a:solidFill>
                <a:latin typeface="Segoe UI"/>
                <a:ea typeface="Segoe UI"/>
                <a:cs typeface="Segoe UI"/>
              </a:defRPr>
            </a:defPPr>
            <a:lvl1pPr algn="l">
              <a:defRPr sz="1500" b="0">
                <a:solidFill>
                  <a:srgbClr val="816C59"/>
                </a:solidFill>
                <a:latin typeface="Segoe UI"/>
                <a:ea typeface="Segoe UI"/>
                <a:cs typeface="Segoe UI"/>
              </a:defRPr>
            </a:lvl1pPr>
            <a:lvl2pPr algn="l">
              <a:defRPr sz="1500" b="0">
                <a:solidFill>
                  <a:srgbClr val="816C59"/>
                </a:solidFill>
                <a:latin typeface="Segoe UI"/>
                <a:ea typeface="Segoe UI"/>
                <a:cs typeface="Segoe UI"/>
              </a:defRPr>
            </a:lvl2pPr>
            <a:lvl3pPr algn="l">
              <a:defRPr sz="1500" b="0">
                <a:solidFill>
                  <a:srgbClr val="816C59"/>
                </a:solidFill>
                <a:latin typeface="Segoe UI"/>
                <a:ea typeface="Segoe UI"/>
                <a:cs typeface="Segoe UI"/>
              </a:defRPr>
            </a:lvl3pPr>
            <a:lvl4pPr algn="l">
              <a:defRPr sz="1500" b="0">
                <a:solidFill>
                  <a:srgbClr val="816C59"/>
                </a:solidFill>
                <a:latin typeface="Segoe UI"/>
                <a:ea typeface="Segoe UI"/>
                <a:cs typeface="Segoe UI"/>
              </a:defRPr>
            </a:lvl4pPr>
            <a:lvl5pPr algn="l">
              <a:defRPr sz="1500" b="0">
                <a:solidFill>
                  <a:srgbClr val="816C59"/>
                </a:solidFill>
                <a:latin typeface="Segoe UI"/>
                <a:ea typeface="Segoe UI"/>
                <a:cs typeface="Segoe UI"/>
              </a:defRPr>
            </a:lvl5pPr>
            <a:lvl6pPr algn="l">
              <a:defRPr sz="1500" b="0">
                <a:solidFill>
                  <a:srgbClr val="816C59"/>
                </a:solidFill>
                <a:latin typeface="Segoe UI"/>
                <a:ea typeface="Segoe UI"/>
                <a:cs typeface="Segoe UI"/>
              </a:defRPr>
            </a:lvl6pPr>
            <a:lvl7pPr algn="l">
              <a:defRPr sz="1500" b="0">
                <a:solidFill>
                  <a:srgbClr val="816C59"/>
                </a:solidFill>
                <a:latin typeface="Segoe UI"/>
                <a:ea typeface="Segoe UI"/>
                <a:cs typeface="Segoe UI"/>
              </a:defRPr>
            </a:lvl7pPr>
            <a:lvl8pPr algn="l">
              <a:defRPr sz="1500" b="0">
                <a:solidFill>
                  <a:srgbClr val="816C59"/>
                </a:solidFill>
                <a:latin typeface="Segoe UI"/>
                <a:ea typeface="Segoe UI"/>
                <a:cs typeface="Segoe UI"/>
              </a:defRPr>
            </a:lvl8pPr>
            <a:lvl9pPr algn="l">
              <a:defRPr sz="1500" b="0">
                <a:solidFill>
                  <a:srgbClr val="816C59"/>
                </a:solidFill>
                <a:latin typeface="Segoe UI"/>
                <a:ea typeface="Segoe UI"/>
                <a:cs typeface="Segoe UI"/>
              </a:defRPr>
            </a:lvl9pPr>
          </a:lstStyle>
          <a:p xmlns:a="http://schemas.openxmlformats.org/drawingml/2006/main">
            <a:pPr algn="l">
              <a:defRPr sz="1500" b="0">
                <a:solidFill>
                  <a:srgbClr val="816C59"/>
                </a:solidFill>
                <a:latin typeface="Segoe UI"/>
                <a:ea typeface="Segoe UI"/>
                <a:cs typeface="Segoe UI"/>
              </a:defRPr>
            </a:pPr>
            <a:r>
              <a:rPr sz="1500" b="0">
                <a:solidFill>
                  <a:srgbClr val="816C59"/>
                </a:solidFill>
                <a:latin typeface="Segoe UI"/>
                <a:ea typeface="Segoe UI"/>
                <a:cs typeface="Segoe UI"/>
              </a:rPr>
              <a:t>Neon storage, SHA-256 checksums, file limits and bounded parsing.</a:t>
            </a:r>
          </a:p>
        </p:txBody>
      </p:sp>
      <p:sp>
        <p:nvSpPr>
          <p:cNvPr id="28" name="">
            <a:extLst xmlns:a="http://schemas.openxmlformats.org/drawingml/2006/main">
              <a:ext uri="{FF2B5EF4-FFF2-40B4-BE49-F238E27FC236}">
                <a16:creationId xmlns:a16="http://schemas.microsoft.com/office/drawing/2014/main" id="{6C5B33B1-D8D9-477B-80EA-071BA125B641}"/>
              </a:ext>
            </a:extLst>
          </p:cNvPr>
          <p:cNvSpPr>
            <a:spLocks xmlns:a="http://schemas.openxmlformats.org/drawingml/2006/main" noGrp="1"/>
          </p:cNvSpPr>
          <p:nvPr/>
        </p:nvSpPr>
        <p:spPr>
          <a:xfrm xmlns:a="http://schemas.openxmlformats.org/drawingml/2006/main">
            <a:off x="7943850" y="5334000"/>
            <a:ext cx="3752850" cy="942975"/>
          </a:xfrm>
          <a:prstGeom xmlns:a="http://schemas.openxmlformats.org/drawingml/2006/main" prst="rect">
            <a:avLst/>
          </a:prstGeom>
          <a:solidFill xmlns:a="http://schemas.openxmlformats.org/drawingml/2006/main">
            <a:srgbClr val="EADBC5"/>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E84D6D2-B533-445C-9668-E8049B323D0F}"/>
              </a:ext>
            </a:extLst>
          </p:cNvPr>
          <p:cNvSpPr>
            <a:spLocks xmlns:a="http://schemas.openxmlformats.org/drawingml/2006/main" noGrp="1"/>
          </p:cNvSpPr>
          <p:nvPr/>
        </p:nvSpPr>
        <p:spPr>
          <a:xfrm xmlns:a="http://schemas.openxmlformats.org/drawingml/2006/main">
            <a:off x="8077200" y="5429250"/>
            <a:ext cx="3486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9C482E"/>
                </a:solidFill>
                <a:latin typeface="Segoe UI"/>
                <a:ea typeface="Segoe UI"/>
                <a:cs typeface="Segoe UI"/>
              </a:defRPr>
            </a:defPPr>
            <a:lvl1pPr algn="l">
              <a:defRPr sz="1725" b="1">
                <a:solidFill>
                  <a:srgbClr val="9C482E"/>
                </a:solidFill>
                <a:latin typeface="Segoe UI"/>
                <a:ea typeface="Segoe UI"/>
                <a:cs typeface="Segoe UI"/>
              </a:defRPr>
            </a:lvl1pPr>
            <a:lvl2pPr algn="l">
              <a:defRPr sz="1725" b="1">
                <a:solidFill>
                  <a:srgbClr val="9C482E"/>
                </a:solidFill>
                <a:latin typeface="Segoe UI"/>
                <a:ea typeface="Segoe UI"/>
                <a:cs typeface="Segoe UI"/>
              </a:defRPr>
            </a:lvl2pPr>
            <a:lvl3pPr algn="l">
              <a:defRPr sz="1725" b="1">
                <a:solidFill>
                  <a:srgbClr val="9C482E"/>
                </a:solidFill>
                <a:latin typeface="Segoe UI"/>
                <a:ea typeface="Segoe UI"/>
                <a:cs typeface="Segoe UI"/>
              </a:defRPr>
            </a:lvl3pPr>
            <a:lvl4pPr algn="l">
              <a:defRPr sz="1725" b="1">
                <a:solidFill>
                  <a:srgbClr val="9C482E"/>
                </a:solidFill>
                <a:latin typeface="Segoe UI"/>
                <a:ea typeface="Segoe UI"/>
                <a:cs typeface="Segoe UI"/>
              </a:defRPr>
            </a:lvl4pPr>
            <a:lvl5pPr algn="l">
              <a:defRPr sz="1725" b="1">
                <a:solidFill>
                  <a:srgbClr val="9C482E"/>
                </a:solidFill>
                <a:latin typeface="Segoe UI"/>
                <a:ea typeface="Segoe UI"/>
                <a:cs typeface="Segoe UI"/>
              </a:defRPr>
            </a:lvl5pPr>
            <a:lvl6pPr algn="l">
              <a:defRPr sz="1725" b="1">
                <a:solidFill>
                  <a:srgbClr val="9C482E"/>
                </a:solidFill>
                <a:latin typeface="Segoe UI"/>
                <a:ea typeface="Segoe UI"/>
                <a:cs typeface="Segoe UI"/>
              </a:defRPr>
            </a:lvl6pPr>
            <a:lvl7pPr algn="l">
              <a:defRPr sz="1725" b="1">
                <a:solidFill>
                  <a:srgbClr val="9C482E"/>
                </a:solidFill>
                <a:latin typeface="Segoe UI"/>
                <a:ea typeface="Segoe UI"/>
                <a:cs typeface="Segoe UI"/>
              </a:defRPr>
            </a:lvl7pPr>
            <a:lvl8pPr algn="l">
              <a:defRPr sz="1725" b="1">
                <a:solidFill>
                  <a:srgbClr val="9C482E"/>
                </a:solidFill>
                <a:latin typeface="Segoe UI"/>
                <a:ea typeface="Segoe UI"/>
                <a:cs typeface="Segoe UI"/>
              </a:defRPr>
            </a:lvl8pPr>
            <a:lvl9pPr algn="l">
              <a:defRPr sz="1725" b="1">
                <a:solidFill>
                  <a:srgbClr val="9C482E"/>
                </a:solidFill>
                <a:latin typeface="Segoe UI"/>
                <a:ea typeface="Segoe UI"/>
                <a:cs typeface="Segoe UI"/>
              </a:defRPr>
            </a:lvl9pPr>
          </a:lstStyle>
          <a:p xmlns:a="http://schemas.openxmlformats.org/drawingml/2006/main">
            <a:pPr algn="l">
              <a:defRPr sz="1725" b="1">
                <a:solidFill>
                  <a:srgbClr val="9C482E"/>
                </a:solidFill>
                <a:latin typeface="Segoe UI"/>
                <a:ea typeface="Segoe UI"/>
                <a:cs typeface="Segoe UI"/>
              </a:defRPr>
            </a:pPr>
            <a:r>
              <a:rPr sz="1725" b="1">
                <a:solidFill>
                  <a:srgbClr val="9C482E"/>
                </a:solidFill>
                <a:latin typeface="Segoe UI"/>
                <a:ea typeface="Segoe UI"/>
                <a:cs typeface="Segoe UI"/>
              </a:rPr>
              <a:t>Antivirus bypass active</a:t>
            </a:r>
          </a:p>
        </p:txBody>
      </p:sp>
      <p:sp>
        <p:nvSpPr>
          <p:cNvPr id="30" name="">
            <a:extLst xmlns:a="http://schemas.openxmlformats.org/drawingml/2006/main">
              <a:ext uri="{FF2B5EF4-FFF2-40B4-BE49-F238E27FC236}">
                <a16:creationId xmlns:a16="http://schemas.microsoft.com/office/drawing/2014/main" id="{E76B853B-5098-4AA8-9ABD-7079B041A13D}"/>
              </a:ext>
            </a:extLst>
          </p:cNvPr>
          <p:cNvSpPr>
            <a:spLocks xmlns:a="http://schemas.openxmlformats.org/drawingml/2006/main" noGrp="1"/>
          </p:cNvSpPr>
          <p:nvPr/>
        </p:nvSpPr>
        <p:spPr>
          <a:xfrm xmlns:a="http://schemas.openxmlformats.org/drawingml/2006/main">
            <a:off x="8077200" y="5781675"/>
            <a:ext cx="3486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352C24"/>
                </a:solidFill>
                <a:latin typeface="Segoe UI"/>
                <a:ea typeface="Segoe UI"/>
                <a:cs typeface="Segoe UI"/>
              </a:defRPr>
            </a:defPPr>
            <a:lvl1pPr algn="l">
              <a:defRPr sz="1425" b="0">
                <a:solidFill>
                  <a:srgbClr val="352C24"/>
                </a:solidFill>
                <a:latin typeface="Segoe UI"/>
                <a:ea typeface="Segoe UI"/>
                <a:cs typeface="Segoe UI"/>
              </a:defRPr>
            </a:lvl1pPr>
            <a:lvl2pPr algn="l">
              <a:defRPr sz="1425" b="0">
                <a:solidFill>
                  <a:srgbClr val="352C24"/>
                </a:solidFill>
                <a:latin typeface="Segoe UI"/>
                <a:ea typeface="Segoe UI"/>
                <a:cs typeface="Segoe UI"/>
              </a:defRPr>
            </a:lvl2pPr>
            <a:lvl3pPr algn="l">
              <a:defRPr sz="1425" b="0">
                <a:solidFill>
                  <a:srgbClr val="352C24"/>
                </a:solidFill>
                <a:latin typeface="Segoe UI"/>
                <a:ea typeface="Segoe UI"/>
                <a:cs typeface="Segoe UI"/>
              </a:defRPr>
            </a:lvl3pPr>
            <a:lvl4pPr algn="l">
              <a:defRPr sz="1425" b="0">
                <a:solidFill>
                  <a:srgbClr val="352C24"/>
                </a:solidFill>
                <a:latin typeface="Segoe UI"/>
                <a:ea typeface="Segoe UI"/>
                <a:cs typeface="Segoe UI"/>
              </a:defRPr>
            </a:lvl4pPr>
            <a:lvl5pPr algn="l">
              <a:defRPr sz="1425" b="0">
                <a:solidFill>
                  <a:srgbClr val="352C24"/>
                </a:solidFill>
                <a:latin typeface="Segoe UI"/>
                <a:ea typeface="Segoe UI"/>
                <a:cs typeface="Segoe UI"/>
              </a:defRPr>
            </a:lvl5pPr>
            <a:lvl6pPr algn="l">
              <a:defRPr sz="1425" b="0">
                <a:solidFill>
                  <a:srgbClr val="352C24"/>
                </a:solidFill>
                <a:latin typeface="Segoe UI"/>
                <a:ea typeface="Segoe UI"/>
                <a:cs typeface="Segoe UI"/>
              </a:defRPr>
            </a:lvl6pPr>
            <a:lvl7pPr algn="l">
              <a:defRPr sz="1425" b="0">
                <a:solidFill>
                  <a:srgbClr val="352C24"/>
                </a:solidFill>
                <a:latin typeface="Segoe UI"/>
                <a:ea typeface="Segoe UI"/>
                <a:cs typeface="Segoe UI"/>
              </a:defRPr>
            </a:lvl7pPr>
            <a:lvl8pPr algn="l">
              <a:defRPr sz="1425" b="0">
                <a:solidFill>
                  <a:srgbClr val="352C24"/>
                </a:solidFill>
                <a:latin typeface="Segoe UI"/>
                <a:ea typeface="Segoe UI"/>
                <a:cs typeface="Segoe UI"/>
              </a:defRPr>
            </a:lvl8pPr>
            <a:lvl9pPr algn="l">
              <a:defRPr sz="1425" b="0">
                <a:solidFill>
                  <a:srgbClr val="352C24"/>
                </a:solidFill>
                <a:latin typeface="Segoe UI"/>
                <a:ea typeface="Segoe UI"/>
                <a:cs typeface="Segoe UI"/>
              </a:defRPr>
            </a:lvl9pPr>
          </a:lstStyle>
          <a:p xmlns:a="http://schemas.openxmlformats.org/drawingml/2006/main">
            <a:pPr algn="l">
              <a:defRPr sz="1425" b="0">
                <a:solidFill>
                  <a:srgbClr val="352C24"/>
                </a:solidFill>
                <a:latin typeface="Segoe UI"/>
                <a:ea typeface="Segoe UI"/>
                <a:cs typeface="Segoe UI"/>
              </a:defRPr>
            </a:pPr>
            <a:r>
              <a:rPr sz="1425" b="0">
                <a:solidFill>
                  <a:srgbClr val="352C24"/>
                </a:solidFill>
                <a:latin typeface="Segoe UI"/>
                <a:ea typeface="Segoe UI"/>
                <a:cs typeface="Segoe UI"/>
              </a:rPr>
              <a:t>Unscanned files; parser and access checks remain. Malware protection is reduced.</a:t>
            </a:r>
          </a:p>
        </p:txBody>
      </p:sp>
      <p:sp>
        <p:nvSpPr>
          <p:cNvPr id="31" name="">
            <a:extLst xmlns:a="http://schemas.openxmlformats.org/drawingml/2006/main">
              <a:ext uri="{FF2B5EF4-FFF2-40B4-BE49-F238E27FC236}">
                <a16:creationId xmlns:a16="http://schemas.microsoft.com/office/drawing/2014/main" id="{A767BA90-EE2B-4253-A1C4-9B4B0A0886EB}"/>
              </a:ext>
            </a:extLst>
          </p:cNvPr>
          <p:cNvSpPr>
            <a:spLocks xmlns:a="http://schemas.openxmlformats.org/drawingml/2006/main" noGrp="1"/>
          </p:cNvSpPr>
          <p:nvPr/>
        </p:nvSpPr>
        <p:spPr>
          <a:xfrm xmlns:a="http://schemas.openxmlformats.org/drawingml/2006/main">
            <a:off x="514350" y="6191250"/>
            <a:ext cx="7067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9C482E"/>
                </a:solidFill>
                <a:latin typeface="Segoe UI"/>
                <a:ea typeface="Segoe UI"/>
                <a:cs typeface="Segoe UI"/>
              </a:defRPr>
            </a:defPPr>
            <a:lvl1pPr algn="l">
              <a:defRPr sz="1350" b="1">
                <a:solidFill>
                  <a:srgbClr val="9C482E"/>
                </a:solidFill>
                <a:latin typeface="Segoe UI"/>
                <a:ea typeface="Segoe UI"/>
                <a:cs typeface="Segoe UI"/>
              </a:defRPr>
            </a:lvl1pPr>
            <a:lvl2pPr algn="l">
              <a:defRPr sz="1350" b="1">
                <a:solidFill>
                  <a:srgbClr val="9C482E"/>
                </a:solidFill>
                <a:latin typeface="Segoe UI"/>
                <a:ea typeface="Segoe UI"/>
                <a:cs typeface="Segoe UI"/>
              </a:defRPr>
            </a:lvl2pPr>
            <a:lvl3pPr algn="l">
              <a:defRPr sz="1350" b="1">
                <a:solidFill>
                  <a:srgbClr val="9C482E"/>
                </a:solidFill>
                <a:latin typeface="Segoe UI"/>
                <a:ea typeface="Segoe UI"/>
                <a:cs typeface="Segoe UI"/>
              </a:defRPr>
            </a:lvl3pPr>
            <a:lvl4pPr algn="l">
              <a:defRPr sz="1350" b="1">
                <a:solidFill>
                  <a:srgbClr val="9C482E"/>
                </a:solidFill>
                <a:latin typeface="Segoe UI"/>
                <a:ea typeface="Segoe UI"/>
                <a:cs typeface="Segoe UI"/>
              </a:defRPr>
            </a:lvl4pPr>
            <a:lvl5pPr algn="l">
              <a:defRPr sz="1350" b="1">
                <a:solidFill>
                  <a:srgbClr val="9C482E"/>
                </a:solidFill>
                <a:latin typeface="Segoe UI"/>
                <a:ea typeface="Segoe UI"/>
                <a:cs typeface="Segoe UI"/>
              </a:defRPr>
            </a:lvl5pPr>
            <a:lvl6pPr algn="l">
              <a:defRPr sz="1350" b="1">
                <a:solidFill>
                  <a:srgbClr val="9C482E"/>
                </a:solidFill>
                <a:latin typeface="Segoe UI"/>
                <a:ea typeface="Segoe UI"/>
                <a:cs typeface="Segoe UI"/>
              </a:defRPr>
            </a:lvl6pPr>
            <a:lvl7pPr algn="l">
              <a:defRPr sz="1350" b="1">
                <a:solidFill>
                  <a:srgbClr val="9C482E"/>
                </a:solidFill>
                <a:latin typeface="Segoe UI"/>
                <a:ea typeface="Segoe UI"/>
                <a:cs typeface="Segoe UI"/>
              </a:defRPr>
            </a:lvl7pPr>
            <a:lvl8pPr algn="l">
              <a:defRPr sz="1350" b="1">
                <a:solidFill>
                  <a:srgbClr val="9C482E"/>
                </a:solidFill>
                <a:latin typeface="Segoe UI"/>
                <a:ea typeface="Segoe UI"/>
                <a:cs typeface="Segoe UI"/>
              </a:defRPr>
            </a:lvl8pPr>
            <a:lvl9pPr algn="l">
              <a:defRPr sz="1350" b="1">
                <a:solidFill>
                  <a:srgbClr val="9C482E"/>
                </a:solidFill>
                <a:latin typeface="Segoe UI"/>
                <a:ea typeface="Segoe UI"/>
                <a:cs typeface="Segoe UI"/>
              </a:defRPr>
            </a:lvl9pPr>
          </a:lstStyle>
          <a:p xmlns:a="http://schemas.openxmlformats.org/drawingml/2006/main">
            <a:pPr algn="l">
              <a:defRPr sz="1350" b="1">
                <a:solidFill>
                  <a:srgbClr val="9C482E"/>
                </a:solidFill>
                <a:latin typeface="Segoe UI"/>
                <a:ea typeface="Segoe UI"/>
                <a:cs typeface="Segoe UI"/>
              </a:defRPr>
            </a:pPr>
            <a:r>
              <a:rPr sz="1350" b="1">
                <a:solidFill>
                  <a:srgbClr val="9C482E"/>
                </a:solidFill>
                <a:latin typeface="Segoe UI"/>
                <a:ea typeface="Segoe UI"/>
                <a:cs typeface="Segoe UI"/>
              </a:rPr>
              <a:t>The wake flow runs on visits; it does not make Render Free an always-on service.</a:t>
            </a:r>
          </a:p>
        </p:txBody>
      </p:sp>
    </p:spTree>
    <p:extLst>
      <p:ext uri="{BB962C8B-B14F-4D97-AF65-F5344CB8AC3E}">
        <p14:creationId xmlns:p14="http://schemas.microsoft.com/office/powerpoint/2010/main" val="2011140895"/>
      </p:ext>
    </p:extLst>
  </p:cSld>
</p:sld>
</file>

<file path=ppt/slides/slide4.xml><?xml version="1.0" encoding="utf-8"?>
<p:sld xmlns:p="http://schemas.openxmlformats.org/presentationml/2006/main">
  <p:cSld>
    <p:bg>
      <p:bgPr>
        <a:solidFill xmlns:a="http://schemas.openxmlformats.org/drawingml/2006/main">
          <a:srgbClr val="F8F4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FA5CFE9-F59C-4E22-9EA5-0F35AEC421B9}"/>
              </a:ext>
            </a:extLst>
          </p:cNvPr>
          <p:cNvSpPr>
            <a:spLocks xmlns:a="http://schemas.openxmlformats.org/drawingml/2006/main" noGrp="1"/>
          </p:cNvSpPr>
          <p:nvPr/>
        </p:nvSpPr>
        <p:spPr>
          <a:xfrm xmlns:a="http://schemas.openxmlformats.org/drawingml/2006/main">
            <a:off x="439103" y="266700"/>
            <a:ext cx="1428750" cy="590550"/>
          </a:xfrm>
          <a:prstGeom xmlns:a="http://schemas.openxmlformats.org/drawingml/2006/main" prst="rect">
            <a:avLst/>
          </a:prstGeom>
          <a:solidFill xmlns:a="http://schemas.openxmlformats.org/drawingml/2006/main">
            <a:srgbClr val="FFFDF9"/>
          </a:solidFill>
          <a:ln xmlns:a="http://schemas.openxmlformats.org/drawingml/2006/main" w="9525">
            <a:solidFill>
              <a:srgbClr val="9C482E"/>
            </a:solidFill>
          </a:ln>
        </p:spPr>
      </p:sp>
      <p:sp>
        <p:nvSpPr>
          <p:cNvPr id="3" name="">
            <a:extLst xmlns:a="http://schemas.openxmlformats.org/drawingml/2006/main">
              <a:ext uri="{FF2B5EF4-FFF2-40B4-BE49-F238E27FC236}">
                <a16:creationId xmlns:a16="http://schemas.microsoft.com/office/drawing/2014/main" id="{8563A70F-890E-4A54-BC60-2135AAB0D024}"/>
              </a:ext>
            </a:extLst>
          </p:cNvPr>
          <p:cNvSpPr>
            <a:spLocks xmlns:a="http://schemas.openxmlformats.org/drawingml/2006/main" noGrp="1"/>
          </p:cNvSpPr>
          <p:nvPr/>
        </p:nvSpPr>
        <p:spPr>
          <a:xfrm xmlns:a="http://schemas.openxmlformats.org/drawingml/2006/main">
            <a:off x="524828" y="447675"/>
            <a:ext cx="1257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275" b="1">
                <a:solidFill>
                  <a:srgbClr val="9C482E"/>
                </a:solidFill>
                <a:latin typeface="Segoe UI"/>
                <a:ea typeface="Segoe UI"/>
                <a:cs typeface="Segoe UI"/>
              </a:defRPr>
            </a:defPPr>
            <a:lvl1pPr algn="ctr">
              <a:defRPr sz="1275" b="1">
                <a:solidFill>
                  <a:srgbClr val="9C482E"/>
                </a:solidFill>
                <a:latin typeface="Segoe UI"/>
                <a:ea typeface="Segoe UI"/>
                <a:cs typeface="Segoe UI"/>
              </a:defRPr>
            </a:lvl1pPr>
            <a:lvl2pPr algn="ctr">
              <a:defRPr sz="1275" b="1">
                <a:solidFill>
                  <a:srgbClr val="9C482E"/>
                </a:solidFill>
                <a:latin typeface="Segoe UI"/>
                <a:ea typeface="Segoe UI"/>
                <a:cs typeface="Segoe UI"/>
              </a:defRPr>
            </a:lvl2pPr>
            <a:lvl3pPr algn="ctr">
              <a:defRPr sz="1275" b="1">
                <a:solidFill>
                  <a:srgbClr val="9C482E"/>
                </a:solidFill>
                <a:latin typeface="Segoe UI"/>
                <a:ea typeface="Segoe UI"/>
                <a:cs typeface="Segoe UI"/>
              </a:defRPr>
            </a:lvl3pPr>
            <a:lvl4pPr algn="ctr">
              <a:defRPr sz="1275" b="1">
                <a:solidFill>
                  <a:srgbClr val="9C482E"/>
                </a:solidFill>
                <a:latin typeface="Segoe UI"/>
                <a:ea typeface="Segoe UI"/>
                <a:cs typeface="Segoe UI"/>
              </a:defRPr>
            </a:lvl4pPr>
            <a:lvl5pPr algn="ctr">
              <a:defRPr sz="1275" b="1">
                <a:solidFill>
                  <a:srgbClr val="9C482E"/>
                </a:solidFill>
                <a:latin typeface="Segoe UI"/>
                <a:ea typeface="Segoe UI"/>
                <a:cs typeface="Segoe UI"/>
              </a:defRPr>
            </a:lvl5pPr>
            <a:lvl6pPr algn="ctr">
              <a:defRPr sz="1275" b="1">
                <a:solidFill>
                  <a:srgbClr val="9C482E"/>
                </a:solidFill>
                <a:latin typeface="Segoe UI"/>
                <a:ea typeface="Segoe UI"/>
                <a:cs typeface="Segoe UI"/>
              </a:defRPr>
            </a:lvl6pPr>
            <a:lvl7pPr algn="ctr">
              <a:defRPr sz="1275" b="1">
                <a:solidFill>
                  <a:srgbClr val="9C482E"/>
                </a:solidFill>
                <a:latin typeface="Segoe UI"/>
                <a:ea typeface="Segoe UI"/>
                <a:cs typeface="Segoe UI"/>
              </a:defRPr>
            </a:lvl7pPr>
            <a:lvl8pPr algn="ctr">
              <a:defRPr sz="1275" b="1">
                <a:solidFill>
                  <a:srgbClr val="9C482E"/>
                </a:solidFill>
                <a:latin typeface="Segoe UI"/>
                <a:ea typeface="Segoe UI"/>
                <a:cs typeface="Segoe UI"/>
              </a:defRPr>
            </a:lvl8pPr>
            <a:lvl9pPr algn="ctr">
              <a:defRPr sz="1275" b="1">
                <a:solidFill>
                  <a:srgbClr val="9C482E"/>
                </a:solidFill>
                <a:latin typeface="Segoe UI"/>
                <a:ea typeface="Segoe UI"/>
                <a:cs typeface="Segoe UI"/>
              </a:defRPr>
            </a:lvl9pPr>
          </a:lstStyle>
          <a:p xmlns:a="http://schemas.openxmlformats.org/drawingml/2006/main">
            <a:pPr algn="ctr">
              <a:defRPr sz="1425" b="1">
                <a:solidFill>
                  <a:srgbClr val="9C482E"/>
                </a:solidFill>
                <a:latin typeface="Segoe UI"/>
                <a:ea typeface="Segoe UI"/>
                <a:cs typeface="Segoe UI"/>
              </a:defRPr>
            </a:pPr>
            <a:r>
              <a:rPr sz="1275" b="1">
                <a:solidFill>
                  <a:srgbClr val="9C482E"/>
                </a:solidFill>
                <a:latin typeface="Segoe UI"/>
                <a:ea typeface="Segoe UI"/>
                <a:cs typeface="Segoe UI"/>
              </a:rPr>
              <a:t>TEAM MODEST</a:t>
            </a:r>
          </a:p>
        </p:txBody>
      </p:sp>
      <p:sp>
        <p:nvSpPr>
          <p:cNvPr id="4" name="">
            <a:extLst xmlns:a="http://schemas.openxmlformats.org/drawingml/2006/main">
              <a:ext uri="{FF2B5EF4-FFF2-40B4-BE49-F238E27FC236}">
                <a16:creationId xmlns:a16="http://schemas.microsoft.com/office/drawing/2014/main" id="{49EF19F8-32F0-4F5D-85D1-1A375945B6D5}"/>
              </a:ext>
            </a:extLst>
          </p:cNvPr>
          <p:cNvSpPr>
            <a:spLocks xmlns:a="http://schemas.openxmlformats.org/drawingml/2006/main" noGrp="1"/>
          </p:cNvSpPr>
          <p:nvPr/>
        </p:nvSpPr>
        <p:spPr>
          <a:xfrm xmlns:a="http://schemas.openxmlformats.org/drawingml/2006/main">
            <a:off x="2143125" y="295275"/>
            <a:ext cx="8286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3225" b="1">
                <a:solidFill>
                  <a:srgbClr val="352C24"/>
                </a:solidFill>
                <a:latin typeface="Georgia"/>
                <a:ea typeface="Georgia"/>
                <a:cs typeface="Georgia"/>
              </a:defRPr>
            </a:defPPr>
            <a:lvl1pPr algn="ctr">
              <a:defRPr sz="3225" b="1">
                <a:solidFill>
                  <a:srgbClr val="352C24"/>
                </a:solidFill>
                <a:latin typeface="Georgia"/>
                <a:ea typeface="Georgia"/>
                <a:cs typeface="Georgia"/>
              </a:defRPr>
            </a:lvl1pPr>
            <a:lvl2pPr algn="ctr">
              <a:defRPr sz="3225" b="1">
                <a:solidFill>
                  <a:srgbClr val="352C24"/>
                </a:solidFill>
                <a:latin typeface="Georgia"/>
                <a:ea typeface="Georgia"/>
                <a:cs typeface="Georgia"/>
              </a:defRPr>
            </a:lvl2pPr>
            <a:lvl3pPr algn="ctr">
              <a:defRPr sz="3225" b="1">
                <a:solidFill>
                  <a:srgbClr val="352C24"/>
                </a:solidFill>
                <a:latin typeface="Georgia"/>
                <a:ea typeface="Georgia"/>
                <a:cs typeface="Georgia"/>
              </a:defRPr>
            </a:lvl3pPr>
            <a:lvl4pPr algn="ctr">
              <a:defRPr sz="3225" b="1">
                <a:solidFill>
                  <a:srgbClr val="352C24"/>
                </a:solidFill>
                <a:latin typeface="Georgia"/>
                <a:ea typeface="Georgia"/>
                <a:cs typeface="Georgia"/>
              </a:defRPr>
            </a:lvl4pPr>
            <a:lvl5pPr algn="ctr">
              <a:defRPr sz="3225" b="1">
                <a:solidFill>
                  <a:srgbClr val="352C24"/>
                </a:solidFill>
                <a:latin typeface="Georgia"/>
                <a:ea typeface="Georgia"/>
                <a:cs typeface="Georgia"/>
              </a:defRPr>
            </a:lvl5pPr>
            <a:lvl6pPr algn="ctr">
              <a:defRPr sz="3225" b="1">
                <a:solidFill>
                  <a:srgbClr val="352C24"/>
                </a:solidFill>
                <a:latin typeface="Georgia"/>
                <a:ea typeface="Georgia"/>
                <a:cs typeface="Georgia"/>
              </a:defRPr>
            </a:lvl6pPr>
            <a:lvl7pPr algn="ctr">
              <a:defRPr sz="3225" b="1">
                <a:solidFill>
                  <a:srgbClr val="352C24"/>
                </a:solidFill>
                <a:latin typeface="Georgia"/>
                <a:ea typeface="Georgia"/>
                <a:cs typeface="Georgia"/>
              </a:defRPr>
            </a:lvl7pPr>
            <a:lvl8pPr algn="ctr">
              <a:defRPr sz="3225" b="1">
                <a:solidFill>
                  <a:srgbClr val="352C24"/>
                </a:solidFill>
                <a:latin typeface="Georgia"/>
                <a:ea typeface="Georgia"/>
                <a:cs typeface="Georgia"/>
              </a:defRPr>
            </a:lvl8pPr>
            <a:lvl9pPr algn="ctr">
              <a:defRPr sz="3225" b="1">
                <a:solidFill>
                  <a:srgbClr val="352C24"/>
                </a:solidFill>
                <a:latin typeface="Georgia"/>
                <a:ea typeface="Georgia"/>
                <a:cs typeface="Georgia"/>
              </a:defRPr>
            </a:lvl9pPr>
          </a:lstStyle>
          <a:p xmlns:a="http://schemas.openxmlformats.org/drawingml/2006/main">
            <a:pPr algn="ctr">
              <a:defRPr sz="3225" b="1">
                <a:solidFill>
                  <a:srgbClr val="352C24"/>
                </a:solidFill>
                <a:latin typeface="Georgia"/>
                <a:ea typeface="Georgia"/>
                <a:cs typeface="Georgia"/>
              </a:defRPr>
            </a:pPr>
            <a:r>
              <a:rPr sz="3225" b="1">
                <a:solidFill>
                  <a:srgbClr val="352C24"/>
                </a:solidFill>
                <a:latin typeface="Georgia"/>
                <a:ea typeface="Georgia"/>
                <a:cs typeface="Georgia"/>
              </a:rPr>
              <a:t>IMPACT AND BENEFITS</a:t>
            </a:r>
          </a:p>
        </p:txBody>
      </p:sp>
      <p:pic>
        <p:nvPicPr>
          <p:cNvPr id="5" name="">
            <a:extLst xmlns:a="http://schemas.openxmlformats.org/drawingml/2006/main">
              <a:ext uri="{FF2B5EF4-FFF2-40B4-BE49-F238E27FC236}">
                <a16:creationId xmlns:a16="http://schemas.microsoft.com/office/drawing/2014/main" id="{5084896A-0DA0-437C-AEDB-557718ADBDF3}"/>
              </a:ext>
            </a:extLst>
          </p:cNvPr>
          <p:cNvPicPr>
            <a:picLocks xmlns:a="http://schemas.openxmlformats.org/drawingml/2006/main" noChangeAspect="1"/>
          </p:cNvPicPr>
          <p:nvPr/>
        </p:nvPicPr>
        <p:blipFill>
          <a:blip xmlns:r="http://schemas.openxmlformats.org/officeDocument/2006/relationships" xmlns:a="http://schemas.openxmlformats.org/drawingml/2006/main" r:embed="R27170c3dc2ed44b1"/>
          <a:stretch xmlns:a="http://schemas.openxmlformats.org/drawingml/2006/main"/>
        </p:blipFill>
        <p:spPr>
          <a:xfrm xmlns:a="http://schemas.openxmlformats.org/drawingml/2006/main">
            <a:off x="10821353" y="142875"/>
            <a:ext cx="952500" cy="952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9E5D705-4997-418F-B5B9-F5B61DF7C622}"/>
              </a:ext>
            </a:extLst>
          </p:cNvPr>
          <p:cNvSpPr>
            <a:spLocks xmlns:a="http://schemas.openxmlformats.org/drawingml/2006/main" noGrp="1"/>
          </p:cNvSpPr>
          <p:nvPr/>
        </p:nvSpPr>
        <p:spPr>
          <a:xfrm xmlns:a="http://schemas.openxmlformats.org/drawingml/2006/main">
            <a:off x="439103" y="1066800"/>
            <a:ext cx="11353800" cy="28575"/>
          </a:xfrm>
          <a:prstGeom xmlns:a="http://schemas.openxmlformats.org/drawingml/2006/main" prst="rect">
            <a:avLst/>
          </a:prstGeom>
          <a:solidFill xmlns:a="http://schemas.openxmlformats.org/drawingml/2006/main">
            <a:srgbClr val="9C482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76F6A2D-E975-4768-A089-896285F66432}"/>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9C482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847BC8F-C0E2-4886-A32E-649E874DEC4E}"/>
              </a:ext>
            </a:extLst>
          </p:cNvPr>
          <p:cNvSpPr>
            <a:spLocks xmlns:a="http://schemas.openxmlformats.org/drawingml/2006/main" noGrp="1"/>
          </p:cNvSpPr>
          <p:nvPr/>
        </p:nvSpPr>
        <p:spPr>
          <a:xfrm xmlns:a="http://schemas.openxmlformats.org/drawingml/2006/main">
            <a:off x="477203" y="66579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975" b="1">
                <a:solidFill>
                  <a:srgbClr val="FFFDF9"/>
                </a:solidFill>
                <a:latin typeface="Segoe UI"/>
                <a:ea typeface="Segoe UI"/>
                <a:cs typeface="Segoe UI"/>
              </a:defRPr>
            </a:defPPr>
            <a:lvl1pPr algn="l">
              <a:defRPr sz="975" b="1">
                <a:solidFill>
                  <a:srgbClr val="FFFDF9"/>
                </a:solidFill>
                <a:latin typeface="Segoe UI"/>
                <a:ea typeface="Segoe UI"/>
                <a:cs typeface="Segoe UI"/>
              </a:defRPr>
            </a:lvl1pPr>
            <a:lvl2pPr algn="l">
              <a:defRPr sz="975" b="1">
                <a:solidFill>
                  <a:srgbClr val="FFFDF9"/>
                </a:solidFill>
                <a:latin typeface="Segoe UI"/>
                <a:ea typeface="Segoe UI"/>
                <a:cs typeface="Segoe UI"/>
              </a:defRPr>
            </a:lvl2pPr>
            <a:lvl3pPr algn="l">
              <a:defRPr sz="975" b="1">
                <a:solidFill>
                  <a:srgbClr val="FFFDF9"/>
                </a:solidFill>
                <a:latin typeface="Segoe UI"/>
                <a:ea typeface="Segoe UI"/>
                <a:cs typeface="Segoe UI"/>
              </a:defRPr>
            </a:lvl3pPr>
            <a:lvl4pPr algn="l">
              <a:defRPr sz="975" b="1">
                <a:solidFill>
                  <a:srgbClr val="FFFDF9"/>
                </a:solidFill>
                <a:latin typeface="Segoe UI"/>
                <a:ea typeface="Segoe UI"/>
                <a:cs typeface="Segoe UI"/>
              </a:defRPr>
            </a:lvl4pPr>
            <a:lvl5pPr algn="l">
              <a:defRPr sz="975" b="1">
                <a:solidFill>
                  <a:srgbClr val="FFFDF9"/>
                </a:solidFill>
                <a:latin typeface="Segoe UI"/>
                <a:ea typeface="Segoe UI"/>
                <a:cs typeface="Segoe UI"/>
              </a:defRPr>
            </a:lvl5pPr>
            <a:lvl6pPr algn="l">
              <a:defRPr sz="975" b="1">
                <a:solidFill>
                  <a:srgbClr val="FFFDF9"/>
                </a:solidFill>
                <a:latin typeface="Segoe UI"/>
                <a:ea typeface="Segoe UI"/>
                <a:cs typeface="Segoe UI"/>
              </a:defRPr>
            </a:lvl6pPr>
            <a:lvl7pPr algn="l">
              <a:defRPr sz="975" b="1">
                <a:solidFill>
                  <a:srgbClr val="FFFDF9"/>
                </a:solidFill>
                <a:latin typeface="Segoe UI"/>
                <a:ea typeface="Segoe UI"/>
                <a:cs typeface="Segoe UI"/>
              </a:defRPr>
            </a:lvl7pPr>
            <a:lvl8pPr algn="l">
              <a:defRPr sz="975" b="1">
                <a:solidFill>
                  <a:srgbClr val="FFFDF9"/>
                </a:solidFill>
                <a:latin typeface="Segoe UI"/>
                <a:ea typeface="Segoe UI"/>
                <a:cs typeface="Segoe UI"/>
              </a:defRPr>
            </a:lvl8pPr>
            <a:lvl9pPr algn="l">
              <a:defRPr sz="975" b="1">
                <a:solidFill>
                  <a:srgbClr val="FFFDF9"/>
                </a:solidFill>
                <a:latin typeface="Segoe UI"/>
                <a:ea typeface="Segoe UI"/>
                <a:cs typeface="Segoe UI"/>
              </a:defRPr>
            </a:lvl9pPr>
          </a:lstStyle>
          <a:p xmlns:a="http://schemas.openxmlformats.org/drawingml/2006/main">
            <a:pPr algn="l">
              <a:defRPr sz="975" b="1">
                <a:solidFill>
                  <a:srgbClr val="FFFDF9"/>
                </a:solidFill>
                <a:latin typeface="Segoe UI"/>
                <a:ea typeface="Segoe UI"/>
                <a:cs typeface="Segoe UI"/>
              </a:defRPr>
            </a:pPr>
            <a:r>
              <a:rPr sz="975" b="1">
                <a:solidFill>
                  <a:srgbClr val="FFFDF9"/>
                </a:solidFill>
                <a:latin typeface="Segoe UI"/>
                <a:ea typeface="Segoe UI"/>
                <a:cs typeface="Segoe UI"/>
              </a:rPr>
              <a:t>MODEST  |  ONECASE  |  SIH26264</a:t>
            </a:r>
          </a:p>
        </p:txBody>
      </p:sp>
      <p:sp>
        <p:nvSpPr>
          <p:cNvPr id="9" name="">
            <a:extLst xmlns:a="http://schemas.openxmlformats.org/drawingml/2006/main">
              <a:ext uri="{FF2B5EF4-FFF2-40B4-BE49-F238E27FC236}">
                <a16:creationId xmlns:a16="http://schemas.microsoft.com/office/drawing/2014/main" id="{B8B7A1E4-BAA5-481D-990D-99340FEFE973}"/>
              </a:ext>
            </a:extLst>
          </p:cNvPr>
          <p:cNvSpPr>
            <a:spLocks xmlns:a="http://schemas.openxmlformats.org/drawingml/2006/main" noGrp="1"/>
          </p:cNvSpPr>
          <p:nvPr/>
        </p:nvSpPr>
        <p:spPr>
          <a:xfrm xmlns:a="http://schemas.openxmlformats.org/drawingml/2006/main">
            <a:off x="11363325" y="66579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975" b="1">
                <a:solidFill>
                  <a:srgbClr val="FFFDF9"/>
                </a:solidFill>
                <a:latin typeface="Segoe UI"/>
                <a:ea typeface="Segoe UI"/>
                <a:cs typeface="Segoe UI"/>
              </a:defRPr>
            </a:defPPr>
            <a:lvl1pPr algn="r">
              <a:defRPr sz="975" b="1">
                <a:solidFill>
                  <a:srgbClr val="FFFDF9"/>
                </a:solidFill>
                <a:latin typeface="Segoe UI"/>
                <a:ea typeface="Segoe UI"/>
                <a:cs typeface="Segoe UI"/>
              </a:defRPr>
            </a:lvl1pPr>
            <a:lvl2pPr algn="r">
              <a:defRPr sz="975" b="1">
                <a:solidFill>
                  <a:srgbClr val="FFFDF9"/>
                </a:solidFill>
                <a:latin typeface="Segoe UI"/>
                <a:ea typeface="Segoe UI"/>
                <a:cs typeface="Segoe UI"/>
              </a:defRPr>
            </a:lvl2pPr>
            <a:lvl3pPr algn="r">
              <a:defRPr sz="975" b="1">
                <a:solidFill>
                  <a:srgbClr val="FFFDF9"/>
                </a:solidFill>
                <a:latin typeface="Segoe UI"/>
                <a:ea typeface="Segoe UI"/>
                <a:cs typeface="Segoe UI"/>
              </a:defRPr>
            </a:lvl3pPr>
            <a:lvl4pPr algn="r">
              <a:defRPr sz="975" b="1">
                <a:solidFill>
                  <a:srgbClr val="FFFDF9"/>
                </a:solidFill>
                <a:latin typeface="Segoe UI"/>
                <a:ea typeface="Segoe UI"/>
                <a:cs typeface="Segoe UI"/>
              </a:defRPr>
            </a:lvl4pPr>
            <a:lvl5pPr algn="r">
              <a:defRPr sz="975" b="1">
                <a:solidFill>
                  <a:srgbClr val="FFFDF9"/>
                </a:solidFill>
                <a:latin typeface="Segoe UI"/>
                <a:ea typeface="Segoe UI"/>
                <a:cs typeface="Segoe UI"/>
              </a:defRPr>
            </a:lvl5pPr>
            <a:lvl6pPr algn="r">
              <a:defRPr sz="975" b="1">
                <a:solidFill>
                  <a:srgbClr val="FFFDF9"/>
                </a:solidFill>
                <a:latin typeface="Segoe UI"/>
                <a:ea typeface="Segoe UI"/>
                <a:cs typeface="Segoe UI"/>
              </a:defRPr>
            </a:lvl6pPr>
            <a:lvl7pPr algn="r">
              <a:defRPr sz="975" b="1">
                <a:solidFill>
                  <a:srgbClr val="FFFDF9"/>
                </a:solidFill>
                <a:latin typeface="Segoe UI"/>
                <a:ea typeface="Segoe UI"/>
                <a:cs typeface="Segoe UI"/>
              </a:defRPr>
            </a:lvl7pPr>
            <a:lvl8pPr algn="r">
              <a:defRPr sz="975" b="1">
                <a:solidFill>
                  <a:srgbClr val="FFFDF9"/>
                </a:solidFill>
                <a:latin typeface="Segoe UI"/>
                <a:ea typeface="Segoe UI"/>
                <a:cs typeface="Segoe UI"/>
              </a:defRPr>
            </a:lvl8pPr>
            <a:lvl9pPr algn="r">
              <a:defRPr sz="975" b="1">
                <a:solidFill>
                  <a:srgbClr val="FFFDF9"/>
                </a:solidFill>
                <a:latin typeface="Segoe UI"/>
                <a:ea typeface="Segoe UI"/>
                <a:cs typeface="Segoe UI"/>
              </a:defRPr>
            </a:lvl9pPr>
          </a:lstStyle>
          <a:p xmlns:a="http://schemas.openxmlformats.org/drawingml/2006/main">
            <a:pPr algn="r">
              <a:defRPr sz="975" b="1">
                <a:solidFill>
                  <a:srgbClr val="FFFDF9"/>
                </a:solidFill>
                <a:latin typeface="Segoe UI"/>
                <a:ea typeface="Segoe UI"/>
                <a:cs typeface="Segoe UI"/>
              </a:defRPr>
            </a:pPr>
            <a:r>
              <a:rPr sz="975" b="1">
                <a:solidFill>
                  <a:srgbClr val="FFFDF9"/>
                </a:solidFill>
                <a:latin typeface="Segoe UI"/>
                <a:ea typeface="Segoe UI"/>
                <a:cs typeface="Segoe UI"/>
              </a:rPr>
              <a:t>04</a:t>
            </a:r>
          </a:p>
        </p:txBody>
      </p:sp>
      <p:sp>
        <p:nvSpPr>
          <p:cNvPr id="10" name="">
            <a:extLst xmlns:a="http://schemas.openxmlformats.org/drawingml/2006/main">
              <a:ext uri="{FF2B5EF4-FFF2-40B4-BE49-F238E27FC236}">
                <a16:creationId xmlns:a16="http://schemas.microsoft.com/office/drawing/2014/main" id="{CE3ED5C6-1E63-41C2-836C-F8BEACE54B03}"/>
              </a:ext>
            </a:extLst>
          </p:cNvPr>
          <p:cNvSpPr>
            <a:spLocks xmlns:a="http://schemas.openxmlformats.org/drawingml/2006/main" noGrp="1"/>
          </p:cNvSpPr>
          <p:nvPr/>
        </p:nvSpPr>
        <p:spPr>
          <a:xfrm xmlns:a="http://schemas.openxmlformats.org/drawingml/2006/main">
            <a:off x="495300" y="1362075"/>
            <a:ext cx="11201400" cy="571500"/>
          </a:xfrm>
          <a:prstGeom xmlns:a="http://schemas.openxmlformats.org/drawingml/2006/main" prst="rect">
            <a:avLst/>
          </a:prstGeom>
          <a:solidFill xmlns:a="http://schemas.openxmlformats.org/drawingml/2006/main">
            <a:srgbClr val="EADBC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CE575A9-F63E-4273-8E4F-EAA4F735F8E0}"/>
              </a:ext>
            </a:extLst>
          </p:cNvPr>
          <p:cNvSpPr>
            <a:spLocks xmlns:a="http://schemas.openxmlformats.org/drawingml/2006/main" noGrp="1"/>
          </p:cNvSpPr>
          <p:nvPr/>
        </p:nvSpPr>
        <p:spPr>
          <a:xfrm xmlns:a="http://schemas.openxmlformats.org/drawingml/2006/main">
            <a:off x="657225" y="1485900"/>
            <a:ext cx="10858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352C24"/>
                </a:solidFill>
                <a:latin typeface="Segoe UI"/>
                <a:ea typeface="Segoe UI"/>
                <a:cs typeface="Segoe UI"/>
              </a:defRPr>
            </a:defPPr>
            <a:lvl1pPr algn="l">
              <a:defRPr sz="1875" b="1">
                <a:solidFill>
                  <a:srgbClr val="352C24"/>
                </a:solidFill>
                <a:latin typeface="Segoe UI"/>
                <a:ea typeface="Segoe UI"/>
                <a:cs typeface="Segoe UI"/>
              </a:defRPr>
            </a:lvl1pPr>
            <a:lvl2pPr algn="l">
              <a:defRPr sz="1875" b="1">
                <a:solidFill>
                  <a:srgbClr val="352C24"/>
                </a:solidFill>
                <a:latin typeface="Segoe UI"/>
                <a:ea typeface="Segoe UI"/>
                <a:cs typeface="Segoe UI"/>
              </a:defRPr>
            </a:lvl2pPr>
            <a:lvl3pPr algn="l">
              <a:defRPr sz="1875" b="1">
                <a:solidFill>
                  <a:srgbClr val="352C24"/>
                </a:solidFill>
                <a:latin typeface="Segoe UI"/>
                <a:ea typeface="Segoe UI"/>
                <a:cs typeface="Segoe UI"/>
              </a:defRPr>
            </a:lvl3pPr>
            <a:lvl4pPr algn="l">
              <a:defRPr sz="1875" b="1">
                <a:solidFill>
                  <a:srgbClr val="352C24"/>
                </a:solidFill>
                <a:latin typeface="Segoe UI"/>
                <a:ea typeface="Segoe UI"/>
                <a:cs typeface="Segoe UI"/>
              </a:defRPr>
            </a:lvl4pPr>
            <a:lvl5pPr algn="l">
              <a:defRPr sz="1875" b="1">
                <a:solidFill>
                  <a:srgbClr val="352C24"/>
                </a:solidFill>
                <a:latin typeface="Segoe UI"/>
                <a:ea typeface="Segoe UI"/>
                <a:cs typeface="Segoe UI"/>
              </a:defRPr>
            </a:lvl5pPr>
            <a:lvl6pPr algn="l">
              <a:defRPr sz="1875" b="1">
                <a:solidFill>
                  <a:srgbClr val="352C24"/>
                </a:solidFill>
                <a:latin typeface="Segoe UI"/>
                <a:ea typeface="Segoe UI"/>
                <a:cs typeface="Segoe UI"/>
              </a:defRPr>
            </a:lvl6pPr>
            <a:lvl7pPr algn="l">
              <a:defRPr sz="1875" b="1">
                <a:solidFill>
                  <a:srgbClr val="352C24"/>
                </a:solidFill>
                <a:latin typeface="Segoe UI"/>
                <a:ea typeface="Segoe UI"/>
                <a:cs typeface="Segoe UI"/>
              </a:defRPr>
            </a:lvl7pPr>
            <a:lvl8pPr algn="l">
              <a:defRPr sz="1875" b="1">
                <a:solidFill>
                  <a:srgbClr val="352C24"/>
                </a:solidFill>
                <a:latin typeface="Segoe UI"/>
                <a:ea typeface="Segoe UI"/>
                <a:cs typeface="Segoe UI"/>
              </a:defRPr>
            </a:lvl8pPr>
            <a:lvl9pPr algn="l">
              <a:defRPr sz="1875" b="1">
                <a:solidFill>
                  <a:srgbClr val="352C24"/>
                </a:solidFill>
                <a:latin typeface="Segoe UI"/>
                <a:ea typeface="Segoe UI"/>
                <a:cs typeface="Segoe UI"/>
              </a:defRPr>
            </a:lvl9pPr>
          </a:lstStyle>
          <a:p xmlns:a="http://schemas.openxmlformats.org/drawingml/2006/main">
            <a:pPr algn="l">
              <a:defRPr sz="1875" b="1">
                <a:solidFill>
                  <a:srgbClr val="352C24"/>
                </a:solidFill>
                <a:latin typeface="Segoe UI"/>
                <a:ea typeface="Segoe UI"/>
                <a:cs typeface="Segoe UI"/>
              </a:defRPr>
            </a:pPr>
            <a:r>
              <a:rPr sz="1875" b="1">
                <a:solidFill>
                  <a:srgbClr val="352C24"/>
                </a:solidFill>
                <a:latin typeface="Segoe UI"/>
                <a:ea typeface="Segoe UI"/>
                <a:cs typeface="Segoe UI"/>
              </a:rPr>
              <a:t>Expected benefits: clearer ownership, traceable decisions and fewer disconnected case records</a:t>
            </a:r>
          </a:p>
        </p:txBody>
      </p:sp>
      <p:sp>
        <p:nvSpPr>
          <p:cNvPr id="12" name="">
            <a:extLst xmlns:a="http://schemas.openxmlformats.org/drawingml/2006/main">
              <a:ext uri="{FF2B5EF4-FFF2-40B4-BE49-F238E27FC236}">
                <a16:creationId xmlns:a16="http://schemas.microsoft.com/office/drawing/2014/main" id="{B6676D73-0477-4A47-8AB6-9BCA2F17CA46}"/>
              </a:ext>
            </a:extLst>
          </p:cNvPr>
          <p:cNvSpPr>
            <a:spLocks xmlns:a="http://schemas.openxmlformats.org/drawingml/2006/main" noGrp="1"/>
          </p:cNvSpPr>
          <p:nvPr/>
        </p:nvSpPr>
        <p:spPr>
          <a:xfrm xmlns:a="http://schemas.openxmlformats.org/drawingml/2006/main">
            <a:off x="495300" y="2200275"/>
            <a:ext cx="432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352C24"/>
                </a:solidFill>
                <a:latin typeface="Segoe UI"/>
                <a:ea typeface="Segoe UI"/>
                <a:cs typeface="Segoe UI"/>
              </a:defRPr>
            </a:defPPr>
            <a:lvl1pPr algn="l">
              <a:defRPr sz="1725" b="1">
                <a:solidFill>
                  <a:srgbClr val="352C24"/>
                </a:solidFill>
                <a:latin typeface="Segoe UI"/>
                <a:ea typeface="Segoe UI"/>
                <a:cs typeface="Segoe UI"/>
              </a:defRPr>
            </a:lvl1pPr>
            <a:lvl2pPr algn="l">
              <a:defRPr sz="1725" b="1">
                <a:solidFill>
                  <a:srgbClr val="352C24"/>
                </a:solidFill>
                <a:latin typeface="Segoe UI"/>
                <a:ea typeface="Segoe UI"/>
                <a:cs typeface="Segoe UI"/>
              </a:defRPr>
            </a:lvl2pPr>
            <a:lvl3pPr algn="l">
              <a:defRPr sz="1725" b="1">
                <a:solidFill>
                  <a:srgbClr val="352C24"/>
                </a:solidFill>
                <a:latin typeface="Segoe UI"/>
                <a:ea typeface="Segoe UI"/>
                <a:cs typeface="Segoe UI"/>
              </a:defRPr>
            </a:lvl3pPr>
            <a:lvl4pPr algn="l">
              <a:defRPr sz="1725" b="1">
                <a:solidFill>
                  <a:srgbClr val="352C24"/>
                </a:solidFill>
                <a:latin typeface="Segoe UI"/>
                <a:ea typeface="Segoe UI"/>
                <a:cs typeface="Segoe UI"/>
              </a:defRPr>
            </a:lvl4pPr>
            <a:lvl5pPr algn="l">
              <a:defRPr sz="1725" b="1">
                <a:solidFill>
                  <a:srgbClr val="352C24"/>
                </a:solidFill>
                <a:latin typeface="Segoe UI"/>
                <a:ea typeface="Segoe UI"/>
                <a:cs typeface="Segoe UI"/>
              </a:defRPr>
            </a:lvl5pPr>
            <a:lvl6pPr algn="l">
              <a:defRPr sz="1725" b="1">
                <a:solidFill>
                  <a:srgbClr val="352C24"/>
                </a:solidFill>
                <a:latin typeface="Segoe UI"/>
                <a:ea typeface="Segoe UI"/>
                <a:cs typeface="Segoe UI"/>
              </a:defRPr>
            </a:lvl6pPr>
            <a:lvl7pPr algn="l">
              <a:defRPr sz="1725" b="1">
                <a:solidFill>
                  <a:srgbClr val="352C24"/>
                </a:solidFill>
                <a:latin typeface="Segoe UI"/>
                <a:ea typeface="Segoe UI"/>
                <a:cs typeface="Segoe UI"/>
              </a:defRPr>
            </a:lvl7pPr>
            <a:lvl8pPr algn="l">
              <a:defRPr sz="1725" b="1">
                <a:solidFill>
                  <a:srgbClr val="352C24"/>
                </a:solidFill>
                <a:latin typeface="Segoe UI"/>
                <a:ea typeface="Segoe UI"/>
                <a:cs typeface="Segoe UI"/>
              </a:defRPr>
            </a:lvl8pPr>
            <a:lvl9pPr algn="l">
              <a:defRPr sz="1725" b="1">
                <a:solidFill>
                  <a:srgbClr val="352C24"/>
                </a:solidFill>
                <a:latin typeface="Segoe UI"/>
                <a:ea typeface="Segoe UI"/>
                <a:cs typeface="Segoe UI"/>
              </a:defRPr>
            </a:lvl9pPr>
          </a:lstStyle>
          <a:p xmlns:a="http://schemas.openxmlformats.org/drawingml/2006/main">
            <a:pPr algn="l">
              <a:defRPr sz="1725" b="1">
                <a:solidFill>
                  <a:srgbClr val="352C24"/>
                </a:solidFill>
                <a:latin typeface="Segoe UI"/>
                <a:ea typeface="Segoe UI"/>
                <a:cs typeface="Segoe UI"/>
              </a:defRPr>
            </a:pPr>
            <a:r>
              <a:rPr sz="1725" b="1">
                <a:solidFill>
                  <a:srgbClr val="352C24"/>
                </a:solidFill>
                <a:latin typeface="Segoe UI"/>
                <a:ea typeface="Segoe UI"/>
                <a:cs typeface="Segoe UI"/>
              </a:rPr>
              <a:t>Complainants</a:t>
            </a:r>
          </a:p>
        </p:txBody>
      </p:sp>
      <p:sp>
        <p:nvSpPr>
          <p:cNvPr id="13" name="">
            <a:extLst xmlns:a="http://schemas.openxmlformats.org/drawingml/2006/main">
              <a:ext uri="{FF2B5EF4-FFF2-40B4-BE49-F238E27FC236}">
                <a16:creationId xmlns:a16="http://schemas.microsoft.com/office/drawing/2014/main" id="{483F11F2-5BB1-46F5-BC2A-0E3BD1333005}"/>
              </a:ext>
            </a:extLst>
          </p:cNvPr>
          <p:cNvSpPr>
            <a:spLocks xmlns:a="http://schemas.openxmlformats.org/drawingml/2006/main" noGrp="1"/>
          </p:cNvSpPr>
          <p:nvPr/>
        </p:nvSpPr>
        <p:spPr>
          <a:xfrm xmlns:a="http://schemas.openxmlformats.org/drawingml/2006/main">
            <a:off x="495300" y="2524125"/>
            <a:ext cx="4324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816C59"/>
                </a:solidFill>
                <a:latin typeface="Segoe UI"/>
                <a:ea typeface="Segoe UI"/>
                <a:cs typeface="Segoe UI"/>
              </a:defRPr>
            </a:defPPr>
            <a:lvl1pPr algn="l">
              <a:defRPr sz="1575" b="0">
                <a:solidFill>
                  <a:srgbClr val="816C59"/>
                </a:solidFill>
                <a:latin typeface="Segoe UI"/>
                <a:ea typeface="Segoe UI"/>
                <a:cs typeface="Segoe UI"/>
              </a:defRPr>
            </a:lvl1pPr>
            <a:lvl2pPr algn="l">
              <a:defRPr sz="1575" b="0">
                <a:solidFill>
                  <a:srgbClr val="816C59"/>
                </a:solidFill>
                <a:latin typeface="Segoe UI"/>
                <a:ea typeface="Segoe UI"/>
                <a:cs typeface="Segoe UI"/>
              </a:defRPr>
            </a:lvl2pPr>
            <a:lvl3pPr algn="l">
              <a:defRPr sz="1575" b="0">
                <a:solidFill>
                  <a:srgbClr val="816C59"/>
                </a:solidFill>
                <a:latin typeface="Segoe UI"/>
                <a:ea typeface="Segoe UI"/>
                <a:cs typeface="Segoe UI"/>
              </a:defRPr>
            </a:lvl3pPr>
            <a:lvl4pPr algn="l">
              <a:defRPr sz="1575" b="0">
                <a:solidFill>
                  <a:srgbClr val="816C59"/>
                </a:solidFill>
                <a:latin typeface="Segoe UI"/>
                <a:ea typeface="Segoe UI"/>
                <a:cs typeface="Segoe UI"/>
              </a:defRPr>
            </a:lvl4pPr>
            <a:lvl5pPr algn="l">
              <a:defRPr sz="1575" b="0">
                <a:solidFill>
                  <a:srgbClr val="816C59"/>
                </a:solidFill>
                <a:latin typeface="Segoe UI"/>
                <a:ea typeface="Segoe UI"/>
                <a:cs typeface="Segoe UI"/>
              </a:defRPr>
            </a:lvl5pPr>
            <a:lvl6pPr algn="l">
              <a:defRPr sz="1575" b="0">
                <a:solidFill>
                  <a:srgbClr val="816C59"/>
                </a:solidFill>
                <a:latin typeface="Segoe UI"/>
                <a:ea typeface="Segoe UI"/>
                <a:cs typeface="Segoe UI"/>
              </a:defRPr>
            </a:lvl6pPr>
            <a:lvl7pPr algn="l">
              <a:defRPr sz="1575" b="0">
                <a:solidFill>
                  <a:srgbClr val="816C59"/>
                </a:solidFill>
                <a:latin typeface="Segoe UI"/>
                <a:ea typeface="Segoe UI"/>
                <a:cs typeface="Segoe UI"/>
              </a:defRPr>
            </a:lvl7pPr>
            <a:lvl8pPr algn="l">
              <a:defRPr sz="1575" b="0">
                <a:solidFill>
                  <a:srgbClr val="816C59"/>
                </a:solidFill>
                <a:latin typeface="Segoe UI"/>
                <a:ea typeface="Segoe UI"/>
                <a:cs typeface="Segoe UI"/>
              </a:defRPr>
            </a:lvl8pPr>
            <a:lvl9pPr algn="l">
              <a:defRPr sz="1575" b="0">
                <a:solidFill>
                  <a:srgbClr val="816C59"/>
                </a:solidFill>
                <a:latin typeface="Segoe UI"/>
                <a:ea typeface="Segoe UI"/>
                <a:cs typeface="Segoe UI"/>
              </a:defRPr>
            </a:lvl9pPr>
          </a:lstStyle>
          <a:p xmlns:a="http://schemas.openxmlformats.org/drawingml/2006/main">
            <a:pPr algn="l">
              <a:defRPr sz="1575" b="0">
                <a:solidFill>
                  <a:srgbClr val="816C59"/>
                </a:solidFill>
                <a:latin typeface="Segoe UI"/>
                <a:ea typeface="Segoe UI"/>
                <a:cs typeface="Segoe UI"/>
              </a:defRPr>
            </a:pPr>
            <a:r>
              <a:rPr sz="1575" b="0">
                <a:solidFill>
                  <a:srgbClr val="816C59"/>
                </a:solidFill>
                <a:latin typeface="Segoe UI"/>
                <a:ea typeface="Segoe UI"/>
                <a:cs typeface="Segoe UI"/>
              </a:rPr>
              <a:t>One reference, authorized tracking and closure PDFs.</a:t>
            </a:r>
          </a:p>
        </p:txBody>
      </p:sp>
      <p:sp>
        <p:nvSpPr>
          <p:cNvPr id="14" name="">
            <a:extLst xmlns:a="http://schemas.openxmlformats.org/drawingml/2006/main">
              <a:ext uri="{FF2B5EF4-FFF2-40B4-BE49-F238E27FC236}">
                <a16:creationId xmlns:a16="http://schemas.microsoft.com/office/drawing/2014/main" id="{001CE269-2ABE-4B64-B98B-153F1B79BE19}"/>
              </a:ext>
            </a:extLst>
          </p:cNvPr>
          <p:cNvSpPr>
            <a:spLocks xmlns:a="http://schemas.openxmlformats.org/drawingml/2006/main" noGrp="1"/>
          </p:cNvSpPr>
          <p:nvPr/>
        </p:nvSpPr>
        <p:spPr>
          <a:xfrm xmlns:a="http://schemas.openxmlformats.org/drawingml/2006/main">
            <a:off x="495300" y="3076575"/>
            <a:ext cx="432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352C24"/>
                </a:solidFill>
                <a:latin typeface="Segoe UI"/>
                <a:ea typeface="Segoe UI"/>
                <a:cs typeface="Segoe UI"/>
              </a:defRPr>
            </a:defPPr>
            <a:lvl1pPr algn="l">
              <a:defRPr sz="1725" b="1">
                <a:solidFill>
                  <a:srgbClr val="352C24"/>
                </a:solidFill>
                <a:latin typeface="Segoe UI"/>
                <a:ea typeface="Segoe UI"/>
                <a:cs typeface="Segoe UI"/>
              </a:defRPr>
            </a:lvl1pPr>
            <a:lvl2pPr algn="l">
              <a:defRPr sz="1725" b="1">
                <a:solidFill>
                  <a:srgbClr val="352C24"/>
                </a:solidFill>
                <a:latin typeface="Segoe UI"/>
                <a:ea typeface="Segoe UI"/>
                <a:cs typeface="Segoe UI"/>
              </a:defRPr>
            </a:lvl2pPr>
            <a:lvl3pPr algn="l">
              <a:defRPr sz="1725" b="1">
                <a:solidFill>
                  <a:srgbClr val="352C24"/>
                </a:solidFill>
                <a:latin typeface="Segoe UI"/>
                <a:ea typeface="Segoe UI"/>
                <a:cs typeface="Segoe UI"/>
              </a:defRPr>
            </a:lvl3pPr>
            <a:lvl4pPr algn="l">
              <a:defRPr sz="1725" b="1">
                <a:solidFill>
                  <a:srgbClr val="352C24"/>
                </a:solidFill>
                <a:latin typeface="Segoe UI"/>
                <a:ea typeface="Segoe UI"/>
                <a:cs typeface="Segoe UI"/>
              </a:defRPr>
            </a:lvl4pPr>
            <a:lvl5pPr algn="l">
              <a:defRPr sz="1725" b="1">
                <a:solidFill>
                  <a:srgbClr val="352C24"/>
                </a:solidFill>
                <a:latin typeface="Segoe UI"/>
                <a:ea typeface="Segoe UI"/>
                <a:cs typeface="Segoe UI"/>
              </a:defRPr>
            </a:lvl5pPr>
            <a:lvl6pPr algn="l">
              <a:defRPr sz="1725" b="1">
                <a:solidFill>
                  <a:srgbClr val="352C24"/>
                </a:solidFill>
                <a:latin typeface="Segoe UI"/>
                <a:ea typeface="Segoe UI"/>
                <a:cs typeface="Segoe UI"/>
              </a:defRPr>
            </a:lvl6pPr>
            <a:lvl7pPr algn="l">
              <a:defRPr sz="1725" b="1">
                <a:solidFill>
                  <a:srgbClr val="352C24"/>
                </a:solidFill>
                <a:latin typeface="Segoe UI"/>
                <a:ea typeface="Segoe UI"/>
                <a:cs typeface="Segoe UI"/>
              </a:defRPr>
            </a:lvl7pPr>
            <a:lvl8pPr algn="l">
              <a:defRPr sz="1725" b="1">
                <a:solidFill>
                  <a:srgbClr val="352C24"/>
                </a:solidFill>
                <a:latin typeface="Segoe UI"/>
                <a:ea typeface="Segoe UI"/>
                <a:cs typeface="Segoe UI"/>
              </a:defRPr>
            </a:lvl8pPr>
            <a:lvl9pPr algn="l">
              <a:defRPr sz="1725" b="1">
                <a:solidFill>
                  <a:srgbClr val="352C24"/>
                </a:solidFill>
                <a:latin typeface="Segoe UI"/>
                <a:ea typeface="Segoe UI"/>
                <a:cs typeface="Segoe UI"/>
              </a:defRPr>
            </a:lvl9pPr>
          </a:lstStyle>
          <a:p xmlns:a="http://schemas.openxmlformats.org/drawingml/2006/main">
            <a:pPr algn="l">
              <a:defRPr sz="1725" b="1">
                <a:solidFill>
                  <a:srgbClr val="352C24"/>
                </a:solidFill>
                <a:latin typeface="Segoe UI"/>
                <a:ea typeface="Segoe UI"/>
                <a:cs typeface="Segoe UI"/>
              </a:defRPr>
            </a:pPr>
            <a:r>
              <a:rPr sz="1725" b="1">
                <a:solidFill>
                  <a:srgbClr val="352C24"/>
                </a:solidFill>
                <a:latin typeface="Segoe UI"/>
                <a:ea typeface="Segoe UI"/>
                <a:cs typeface="Segoe UI"/>
              </a:rPr>
              <a:t>Officers and bureau leads</a:t>
            </a:r>
          </a:p>
        </p:txBody>
      </p:sp>
      <p:sp>
        <p:nvSpPr>
          <p:cNvPr id="15" name="">
            <a:extLst xmlns:a="http://schemas.openxmlformats.org/drawingml/2006/main">
              <a:ext uri="{FF2B5EF4-FFF2-40B4-BE49-F238E27FC236}">
                <a16:creationId xmlns:a16="http://schemas.microsoft.com/office/drawing/2014/main" id="{D5F506E6-27CB-449A-A659-7172EEB8C634}"/>
              </a:ext>
            </a:extLst>
          </p:cNvPr>
          <p:cNvSpPr>
            <a:spLocks xmlns:a="http://schemas.openxmlformats.org/drawingml/2006/main" noGrp="1"/>
          </p:cNvSpPr>
          <p:nvPr/>
        </p:nvSpPr>
        <p:spPr>
          <a:xfrm xmlns:a="http://schemas.openxmlformats.org/drawingml/2006/main">
            <a:off x="495300" y="3400425"/>
            <a:ext cx="4324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816C59"/>
                </a:solidFill>
                <a:latin typeface="Segoe UI"/>
                <a:ea typeface="Segoe UI"/>
                <a:cs typeface="Segoe UI"/>
              </a:defRPr>
            </a:defPPr>
            <a:lvl1pPr algn="l">
              <a:defRPr sz="1575" b="0">
                <a:solidFill>
                  <a:srgbClr val="816C59"/>
                </a:solidFill>
                <a:latin typeface="Segoe UI"/>
                <a:ea typeface="Segoe UI"/>
                <a:cs typeface="Segoe UI"/>
              </a:defRPr>
            </a:lvl1pPr>
            <a:lvl2pPr algn="l">
              <a:defRPr sz="1575" b="0">
                <a:solidFill>
                  <a:srgbClr val="816C59"/>
                </a:solidFill>
                <a:latin typeface="Segoe UI"/>
                <a:ea typeface="Segoe UI"/>
                <a:cs typeface="Segoe UI"/>
              </a:defRPr>
            </a:lvl2pPr>
            <a:lvl3pPr algn="l">
              <a:defRPr sz="1575" b="0">
                <a:solidFill>
                  <a:srgbClr val="816C59"/>
                </a:solidFill>
                <a:latin typeface="Segoe UI"/>
                <a:ea typeface="Segoe UI"/>
                <a:cs typeface="Segoe UI"/>
              </a:defRPr>
            </a:lvl3pPr>
            <a:lvl4pPr algn="l">
              <a:defRPr sz="1575" b="0">
                <a:solidFill>
                  <a:srgbClr val="816C59"/>
                </a:solidFill>
                <a:latin typeface="Segoe UI"/>
                <a:ea typeface="Segoe UI"/>
                <a:cs typeface="Segoe UI"/>
              </a:defRPr>
            </a:lvl4pPr>
            <a:lvl5pPr algn="l">
              <a:defRPr sz="1575" b="0">
                <a:solidFill>
                  <a:srgbClr val="816C59"/>
                </a:solidFill>
                <a:latin typeface="Segoe UI"/>
                <a:ea typeface="Segoe UI"/>
                <a:cs typeface="Segoe UI"/>
              </a:defRPr>
            </a:lvl5pPr>
            <a:lvl6pPr algn="l">
              <a:defRPr sz="1575" b="0">
                <a:solidFill>
                  <a:srgbClr val="816C59"/>
                </a:solidFill>
                <a:latin typeface="Segoe UI"/>
                <a:ea typeface="Segoe UI"/>
                <a:cs typeface="Segoe UI"/>
              </a:defRPr>
            </a:lvl6pPr>
            <a:lvl7pPr algn="l">
              <a:defRPr sz="1575" b="0">
                <a:solidFill>
                  <a:srgbClr val="816C59"/>
                </a:solidFill>
                <a:latin typeface="Segoe UI"/>
                <a:ea typeface="Segoe UI"/>
                <a:cs typeface="Segoe UI"/>
              </a:defRPr>
            </a:lvl7pPr>
            <a:lvl8pPr algn="l">
              <a:defRPr sz="1575" b="0">
                <a:solidFill>
                  <a:srgbClr val="816C59"/>
                </a:solidFill>
                <a:latin typeface="Segoe UI"/>
                <a:ea typeface="Segoe UI"/>
                <a:cs typeface="Segoe UI"/>
              </a:defRPr>
            </a:lvl8pPr>
            <a:lvl9pPr algn="l">
              <a:defRPr sz="1575" b="0">
                <a:solidFill>
                  <a:srgbClr val="816C59"/>
                </a:solidFill>
                <a:latin typeface="Segoe UI"/>
                <a:ea typeface="Segoe UI"/>
                <a:cs typeface="Segoe UI"/>
              </a:defRPr>
            </a:lvl9pPr>
          </a:lstStyle>
          <a:p xmlns:a="http://schemas.openxmlformats.org/drawingml/2006/main">
            <a:pPr algn="l">
              <a:defRPr sz="1575" b="0">
                <a:solidFill>
                  <a:srgbClr val="816C59"/>
                </a:solidFill>
                <a:latin typeface="Segoe UI"/>
                <a:ea typeface="Segoe UI"/>
                <a:cs typeface="Segoe UI"/>
              </a:defRPr>
            </a:pPr>
            <a:r>
              <a:rPr sz="1575" b="0">
                <a:solidFill>
                  <a:srgbClr val="816C59"/>
                </a:solidFill>
                <a:latin typeface="Segoe UI"/>
                <a:ea typeface="Segoe UI"/>
                <a:cs typeface="Segoe UI"/>
              </a:rPr>
              <a:t>Owners, transfers, next actions and deadline reminders.</a:t>
            </a:r>
          </a:p>
        </p:txBody>
      </p:sp>
      <p:sp>
        <p:nvSpPr>
          <p:cNvPr id="16" name="">
            <a:extLst xmlns:a="http://schemas.openxmlformats.org/drawingml/2006/main">
              <a:ext uri="{FF2B5EF4-FFF2-40B4-BE49-F238E27FC236}">
                <a16:creationId xmlns:a16="http://schemas.microsoft.com/office/drawing/2014/main" id="{AE372A77-2A9B-4C5D-89DF-91280FFE4EDB}"/>
              </a:ext>
            </a:extLst>
          </p:cNvPr>
          <p:cNvSpPr>
            <a:spLocks xmlns:a="http://schemas.openxmlformats.org/drawingml/2006/main" noGrp="1"/>
          </p:cNvSpPr>
          <p:nvPr/>
        </p:nvSpPr>
        <p:spPr>
          <a:xfrm xmlns:a="http://schemas.openxmlformats.org/drawingml/2006/main">
            <a:off x="495300" y="3952875"/>
            <a:ext cx="432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352C24"/>
                </a:solidFill>
                <a:latin typeface="Segoe UI"/>
                <a:ea typeface="Segoe UI"/>
                <a:cs typeface="Segoe UI"/>
              </a:defRPr>
            </a:defPPr>
            <a:lvl1pPr algn="l">
              <a:defRPr sz="1725" b="1">
                <a:solidFill>
                  <a:srgbClr val="352C24"/>
                </a:solidFill>
                <a:latin typeface="Segoe UI"/>
                <a:ea typeface="Segoe UI"/>
                <a:cs typeface="Segoe UI"/>
              </a:defRPr>
            </a:lvl1pPr>
            <a:lvl2pPr algn="l">
              <a:defRPr sz="1725" b="1">
                <a:solidFill>
                  <a:srgbClr val="352C24"/>
                </a:solidFill>
                <a:latin typeface="Segoe UI"/>
                <a:ea typeface="Segoe UI"/>
                <a:cs typeface="Segoe UI"/>
              </a:defRPr>
            </a:lvl2pPr>
            <a:lvl3pPr algn="l">
              <a:defRPr sz="1725" b="1">
                <a:solidFill>
                  <a:srgbClr val="352C24"/>
                </a:solidFill>
                <a:latin typeface="Segoe UI"/>
                <a:ea typeface="Segoe UI"/>
                <a:cs typeface="Segoe UI"/>
              </a:defRPr>
            </a:lvl3pPr>
            <a:lvl4pPr algn="l">
              <a:defRPr sz="1725" b="1">
                <a:solidFill>
                  <a:srgbClr val="352C24"/>
                </a:solidFill>
                <a:latin typeface="Segoe UI"/>
                <a:ea typeface="Segoe UI"/>
                <a:cs typeface="Segoe UI"/>
              </a:defRPr>
            </a:lvl4pPr>
            <a:lvl5pPr algn="l">
              <a:defRPr sz="1725" b="1">
                <a:solidFill>
                  <a:srgbClr val="352C24"/>
                </a:solidFill>
                <a:latin typeface="Segoe UI"/>
                <a:ea typeface="Segoe UI"/>
                <a:cs typeface="Segoe UI"/>
              </a:defRPr>
            </a:lvl5pPr>
            <a:lvl6pPr algn="l">
              <a:defRPr sz="1725" b="1">
                <a:solidFill>
                  <a:srgbClr val="352C24"/>
                </a:solidFill>
                <a:latin typeface="Segoe UI"/>
                <a:ea typeface="Segoe UI"/>
                <a:cs typeface="Segoe UI"/>
              </a:defRPr>
            </a:lvl6pPr>
            <a:lvl7pPr algn="l">
              <a:defRPr sz="1725" b="1">
                <a:solidFill>
                  <a:srgbClr val="352C24"/>
                </a:solidFill>
                <a:latin typeface="Segoe UI"/>
                <a:ea typeface="Segoe UI"/>
                <a:cs typeface="Segoe UI"/>
              </a:defRPr>
            </a:lvl7pPr>
            <a:lvl8pPr algn="l">
              <a:defRPr sz="1725" b="1">
                <a:solidFill>
                  <a:srgbClr val="352C24"/>
                </a:solidFill>
                <a:latin typeface="Segoe UI"/>
                <a:ea typeface="Segoe UI"/>
                <a:cs typeface="Segoe UI"/>
              </a:defRPr>
            </a:lvl8pPr>
            <a:lvl9pPr algn="l">
              <a:defRPr sz="1725" b="1">
                <a:solidFill>
                  <a:srgbClr val="352C24"/>
                </a:solidFill>
                <a:latin typeface="Segoe UI"/>
                <a:ea typeface="Segoe UI"/>
                <a:cs typeface="Segoe UI"/>
              </a:defRPr>
            </a:lvl9pPr>
          </a:lstStyle>
          <a:p xmlns:a="http://schemas.openxmlformats.org/drawingml/2006/main">
            <a:pPr algn="l">
              <a:defRPr sz="1725" b="1">
                <a:solidFill>
                  <a:srgbClr val="352C24"/>
                </a:solidFill>
                <a:latin typeface="Segoe UI"/>
                <a:ea typeface="Segoe UI"/>
                <a:cs typeface="Segoe UI"/>
              </a:defRPr>
            </a:pPr>
            <a:r>
              <a:rPr sz="1725" b="1">
                <a:solidFill>
                  <a:srgbClr val="352C24"/>
                </a:solidFill>
                <a:latin typeface="Segoe UI"/>
                <a:ea typeface="Segoe UI"/>
                <a:cs typeface="Segoe UI"/>
              </a:rPr>
              <a:t>Reviewers and committees</a:t>
            </a:r>
          </a:p>
        </p:txBody>
      </p:sp>
      <p:sp>
        <p:nvSpPr>
          <p:cNvPr id="17" name="">
            <a:extLst xmlns:a="http://schemas.openxmlformats.org/drawingml/2006/main">
              <a:ext uri="{FF2B5EF4-FFF2-40B4-BE49-F238E27FC236}">
                <a16:creationId xmlns:a16="http://schemas.microsoft.com/office/drawing/2014/main" id="{E5E7DE4B-5CED-4229-813A-F1BF126ECCBA}"/>
              </a:ext>
            </a:extLst>
          </p:cNvPr>
          <p:cNvSpPr>
            <a:spLocks xmlns:a="http://schemas.openxmlformats.org/drawingml/2006/main" noGrp="1"/>
          </p:cNvSpPr>
          <p:nvPr/>
        </p:nvSpPr>
        <p:spPr>
          <a:xfrm xmlns:a="http://schemas.openxmlformats.org/drawingml/2006/main">
            <a:off x="495300" y="4276725"/>
            <a:ext cx="4324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816C59"/>
                </a:solidFill>
                <a:latin typeface="Segoe UI"/>
                <a:ea typeface="Segoe UI"/>
                <a:cs typeface="Segoe UI"/>
              </a:defRPr>
            </a:defPPr>
            <a:lvl1pPr algn="l">
              <a:defRPr sz="1575" b="0">
                <a:solidFill>
                  <a:srgbClr val="816C59"/>
                </a:solidFill>
                <a:latin typeface="Segoe UI"/>
                <a:ea typeface="Segoe UI"/>
                <a:cs typeface="Segoe UI"/>
              </a:defRPr>
            </a:lvl1pPr>
            <a:lvl2pPr algn="l">
              <a:defRPr sz="1575" b="0">
                <a:solidFill>
                  <a:srgbClr val="816C59"/>
                </a:solidFill>
                <a:latin typeface="Segoe UI"/>
                <a:ea typeface="Segoe UI"/>
                <a:cs typeface="Segoe UI"/>
              </a:defRPr>
            </a:lvl2pPr>
            <a:lvl3pPr algn="l">
              <a:defRPr sz="1575" b="0">
                <a:solidFill>
                  <a:srgbClr val="816C59"/>
                </a:solidFill>
                <a:latin typeface="Segoe UI"/>
                <a:ea typeface="Segoe UI"/>
                <a:cs typeface="Segoe UI"/>
              </a:defRPr>
            </a:lvl3pPr>
            <a:lvl4pPr algn="l">
              <a:defRPr sz="1575" b="0">
                <a:solidFill>
                  <a:srgbClr val="816C59"/>
                </a:solidFill>
                <a:latin typeface="Segoe UI"/>
                <a:ea typeface="Segoe UI"/>
                <a:cs typeface="Segoe UI"/>
              </a:defRPr>
            </a:lvl4pPr>
            <a:lvl5pPr algn="l">
              <a:defRPr sz="1575" b="0">
                <a:solidFill>
                  <a:srgbClr val="816C59"/>
                </a:solidFill>
                <a:latin typeface="Segoe UI"/>
                <a:ea typeface="Segoe UI"/>
                <a:cs typeface="Segoe UI"/>
              </a:defRPr>
            </a:lvl5pPr>
            <a:lvl6pPr algn="l">
              <a:defRPr sz="1575" b="0">
                <a:solidFill>
                  <a:srgbClr val="816C59"/>
                </a:solidFill>
                <a:latin typeface="Segoe UI"/>
                <a:ea typeface="Segoe UI"/>
                <a:cs typeface="Segoe UI"/>
              </a:defRPr>
            </a:lvl6pPr>
            <a:lvl7pPr algn="l">
              <a:defRPr sz="1575" b="0">
                <a:solidFill>
                  <a:srgbClr val="816C59"/>
                </a:solidFill>
                <a:latin typeface="Segoe UI"/>
                <a:ea typeface="Segoe UI"/>
                <a:cs typeface="Segoe UI"/>
              </a:defRPr>
            </a:lvl7pPr>
            <a:lvl8pPr algn="l">
              <a:defRPr sz="1575" b="0">
                <a:solidFill>
                  <a:srgbClr val="816C59"/>
                </a:solidFill>
                <a:latin typeface="Segoe UI"/>
                <a:ea typeface="Segoe UI"/>
                <a:cs typeface="Segoe UI"/>
              </a:defRPr>
            </a:lvl8pPr>
            <a:lvl9pPr algn="l">
              <a:defRPr sz="1575" b="0">
                <a:solidFill>
                  <a:srgbClr val="816C59"/>
                </a:solidFill>
                <a:latin typeface="Segoe UI"/>
                <a:ea typeface="Segoe UI"/>
                <a:cs typeface="Segoe UI"/>
              </a:defRPr>
            </a:lvl9pPr>
          </a:lstStyle>
          <a:p xmlns:a="http://schemas.openxmlformats.org/drawingml/2006/main">
            <a:pPr algn="l">
              <a:defRPr sz="1575" b="0">
                <a:solidFill>
                  <a:srgbClr val="816C59"/>
                </a:solidFill>
                <a:latin typeface="Segoe UI"/>
                <a:ea typeface="Segoe UI"/>
                <a:cs typeface="Segoe UI"/>
              </a:defRPr>
            </a:pPr>
            <a:r>
              <a:rPr sz="1575" b="0">
                <a:solidFill>
                  <a:srgbClr val="816C59"/>
                </a:solidFill>
                <a:latin typeface="Segoe UI"/>
                <a:ea typeface="Segoe UI"/>
                <a:cs typeface="Segoe UI"/>
              </a:rPr>
              <a:t>Related-case suggestions and bounded proceeding access.</a:t>
            </a:r>
          </a:p>
        </p:txBody>
      </p:sp>
      <p:sp>
        <p:nvSpPr>
          <p:cNvPr id="18" name="">
            <a:extLst xmlns:a="http://schemas.openxmlformats.org/drawingml/2006/main">
              <a:ext uri="{FF2B5EF4-FFF2-40B4-BE49-F238E27FC236}">
                <a16:creationId xmlns:a16="http://schemas.microsoft.com/office/drawing/2014/main" id="{EABA539A-C382-4D82-916E-F71E51CC0718}"/>
              </a:ext>
            </a:extLst>
          </p:cNvPr>
          <p:cNvSpPr>
            <a:spLocks xmlns:a="http://schemas.openxmlformats.org/drawingml/2006/main" noGrp="1"/>
          </p:cNvSpPr>
          <p:nvPr/>
        </p:nvSpPr>
        <p:spPr>
          <a:xfrm xmlns:a="http://schemas.openxmlformats.org/drawingml/2006/main">
            <a:off x="495300" y="4829175"/>
            <a:ext cx="432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352C24"/>
                </a:solidFill>
                <a:latin typeface="Segoe UI"/>
                <a:ea typeface="Segoe UI"/>
                <a:cs typeface="Segoe UI"/>
              </a:defRPr>
            </a:defPPr>
            <a:lvl1pPr algn="l">
              <a:defRPr sz="1725" b="1">
                <a:solidFill>
                  <a:srgbClr val="352C24"/>
                </a:solidFill>
                <a:latin typeface="Segoe UI"/>
                <a:ea typeface="Segoe UI"/>
                <a:cs typeface="Segoe UI"/>
              </a:defRPr>
            </a:lvl1pPr>
            <a:lvl2pPr algn="l">
              <a:defRPr sz="1725" b="1">
                <a:solidFill>
                  <a:srgbClr val="352C24"/>
                </a:solidFill>
                <a:latin typeface="Segoe UI"/>
                <a:ea typeface="Segoe UI"/>
                <a:cs typeface="Segoe UI"/>
              </a:defRPr>
            </a:lvl2pPr>
            <a:lvl3pPr algn="l">
              <a:defRPr sz="1725" b="1">
                <a:solidFill>
                  <a:srgbClr val="352C24"/>
                </a:solidFill>
                <a:latin typeface="Segoe UI"/>
                <a:ea typeface="Segoe UI"/>
                <a:cs typeface="Segoe UI"/>
              </a:defRPr>
            </a:lvl3pPr>
            <a:lvl4pPr algn="l">
              <a:defRPr sz="1725" b="1">
                <a:solidFill>
                  <a:srgbClr val="352C24"/>
                </a:solidFill>
                <a:latin typeface="Segoe UI"/>
                <a:ea typeface="Segoe UI"/>
                <a:cs typeface="Segoe UI"/>
              </a:defRPr>
            </a:lvl4pPr>
            <a:lvl5pPr algn="l">
              <a:defRPr sz="1725" b="1">
                <a:solidFill>
                  <a:srgbClr val="352C24"/>
                </a:solidFill>
                <a:latin typeface="Segoe UI"/>
                <a:ea typeface="Segoe UI"/>
                <a:cs typeface="Segoe UI"/>
              </a:defRPr>
            </a:lvl5pPr>
            <a:lvl6pPr algn="l">
              <a:defRPr sz="1725" b="1">
                <a:solidFill>
                  <a:srgbClr val="352C24"/>
                </a:solidFill>
                <a:latin typeface="Segoe UI"/>
                <a:ea typeface="Segoe UI"/>
                <a:cs typeface="Segoe UI"/>
              </a:defRPr>
            </a:lvl6pPr>
            <a:lvl7pPr algn="l">
              <a:defRPr sz="1725" b="1">
                <a:solidFill>
                  <a:srgbClr val="352C24"/>
                </a:solidFill>
                <a:latin typeface="Segoe UI"/>
                <a:ea typeface="Segoe UI"/>
                <a:cs typeface="Segoe UI"/>
              </a:defRPr>
            </a:lvl7pPr>
            <a:lvl8pPr algn="l">
              <a:defRPr sz="1725" b="1">
                <a:solidFill>
                  <a:srgbClr val="352C24"/>
                </a:solidFill>
                <a:latin typeface="Segoe UI"/>
                <a:ea typeface="Segoe UI"/>
                <a:cs typeface="Segoe UI"/>
              </a:defRPr>
            </a:lvl8pPr>
            <a:lvl9pPr algn="l">
              <a:defRPr sz="1725" b="1">
                <a:solidFill>
                  <a:srgbClr val="352C24"/>
                </a:solidFill>
                <a:latin typeface="Segoe UI"/>
                <a:ea typeface="Segoe UI"/>
                <a:cs typeface="Segoe UI"/>
              </a:defRPr>
            </a:lvl9pPr>
          </a:lstStyle>
          <a:p xmlns:a="http://schemas.openxmlformats.org/drawingml/2006/main">
            <a:pPr algn="l">
              <a:defRPr sz="1725" b="1">
                <a:solidFill>
                  <a:srgbClr val="352C24"/>
                </a:solidFill>
                <a:latin typeface="Segoe UI"/>
                <a:ea typeface="Segoe UI"/>
                <a:cs typeface="Segoe UI"/>
              </a:defRPr>
            </a:pPr>
            <a:r>
              <a:rPr sz="1725" b="1">
                <a:solidFill>
                  <a:srgbClr val="352C24"/>
                </a:solidFill>
                <a:latin typeface="Segoe UI"/>
                <a:ea typeface="Segoe UI"/>
                <a:cs typeface="Segoe UI"/>
              </a:rPr>
              <a:t>Administrators and monitoring roles</a:t>
            </a:r>
          </a:p>
        </p:txBody>
      </p:sp>
      <p:sp>
        <p:nvSpPr>
          <p:cNvPr id="19" name="">
            <a:extLst xmlns:a="http://schemas.openxmlformats.org/drawingml/2006/main">
              <a:ext uri="{FF2B5EF4-FFF2-40B4-BE49-F238E27FC236}">
                <a16:creationId xmlns:a16="http://schemas.microsoft.com/office/drawing/2014/main" id="{81312EF9-35D5-4329-BE97-3D9A5347FB16}"/>
              </a:ext>
            </a:extLst>
          </p:cNvPr>
          <p:cNvSpPr>
            <a:spLocks xmlns:a="http://schemas.openxmlformats.org/drawingml/2006/main" noGrp="1"/>
          </p:cNvSpPr>
          <p:nvPr/>
        </p:nvSpPr>
        <p:spPr>
          <a:xfrm xmlns:a="http://schemas.openxmlformats.org/drawingml/2006/main">
            <a:off x="495300" y="5153025"/>
            <a:ext cx="4324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816C59"/>
                </a:solidFill>
                <a:latin typeface="Segoe UI"/>
                <a:ea typeface="Segoe UI"/>
                <a:cs typeface="Segoe UI"/>
              </a:defRPr>
            </a:defPPr>
            <a:lvl1pPr algn="l">
              <a:defRPr sz="1575" b="0">
                <a:solidFill>
                  <a:srgbClr val="816C59"/>
                </a:solidFill>
                <a:latin typeface="Segoe UI"/>
                <a:ea typeface="Segoe UI"/>
                <a:cs typeface="Segoe UI"/>
              </a:defRPr>
            </a:lvl1pPr>
            <a:lvl2pPr algn="l">
              <a:defRPr sz="1575" b="0">
                <a:solidFill>
                  <a:srgbClr val="816C59"/>
                </a:solidFill>
                <a:latin typeface="Segoe UI"/>
                <a:ea typeface="Segoe UI"/>
                <a:cs typeface="Segoe UI"/>
              </a:defRPr>
            </a:lvl2pPr>
            <a:lvl3pPr algn="l">
              <a:defRPr sz="1575" b="0">
                <a:solidFill>
                  <a:srgbClr val="816C59"/>
                </a:solidFill>
                <a:latin typeface="Segoe UI"/>
                <a:ea typeface="Segoe UI"/>
                <a:cs typeface="Segoe UI"/>
              </a:defRPr>
            </a:lvl3pPr>
            <a:lvl4pPr algn="l">
              <a:defRPr sz="1575" b="0">
                <a:solidFill>
                  <a:srgbClr val="816C59"/>
                </a:solidFill>
                <a:latin typeface="Segoe UI"/>
                <a:ea typeface="Segoe UI"/>
                <a:cs typeface="Segoe UI"/>
              </a:defRPr>
            </a:lvl4pPr>
            <a:lvl5pPr algn="l">
              <a:defRPr sz="1575" b="0">
                <a:solidFill>
                  <a:srgbClr val="816C59"/>
                </a:solidFill>
                <a:latin typeface="Segoe UI"/>
                <a:ea typeface="Segoe UI"/>
                <a:cs typeface="Segoe UI"/>
              </a:defRPr>
            </a:lvl5pPr>
            <a:lvl6pPr algn="l">
              <a:defRPr sz="1575" b="0">
                <a:solidFill>
                  <a:srgbClr val="816C59"/>
                </a:solidFill>
                <a:latin typeface="Segoe UI"/>
                <a:ea typeface="Segoe UI"/>
                <a:cs typeface="Segoe UI"/>
              </a:defRPr>
            </a:lvl6pPr>
            <a:lvl7pPr algn="l">
              <a:defRPr sz="1575" b="0">
                <a:solidFill>
                  <a:srgbClr val="816C59"/>
                </a:solidFill>
                <a:latin typeface="Segoe UI"/>
                <a:ea typeface="Segoe UI"/>
                <a:cs typeface="Segoe UI"/>
              </a:defRPr>
            </a:lvl7pPr>
            <a:lvl8pPr algn="l">
              <a:defRPr sz="1575" b="0">
                <a:solidFill>
                  <a:srgbClr val="816C59"/>
                </a:solidFill>
                <a:latin typeface="Segoe UI"/>
                <a:ea typeface="Segoe UI"/>
                <a:cs typeface="Segoe UI"/>
              </a:defRPr>
            </a:lvl8pPr>
            <a:lvl9pPr algn="l">
              <a:defRPr sz="1575" b="0">
                <a:solidFill>
                  <a:srgbClr val="816C59"/>
                </a:solidFill>
                <a:latin typeface="Segoe UI"/>
                <a:ea typeface="Segoe UI"/>
                <a:cs typeface="Segoe UI"/>
              </a:defRPr>
            </a:lvl9pPr>
          </a:lstStyle>
          <a:p xmlns:a="http://schemas.openxmlformats.org/drawingml/2006/main">
            <a:pPr algn="l">
              <a:defRPr sz="1575" b="0">
                <a:solidFill>
                  <a:srgbClr val="816C59"/>
                </a:solidFill>
                <a:latin typeface="Segoe UI"/>
                <a:ea typeface="Segoe UI"/>
                <a:cs typeface="Segoe UI"/>
              </a:defRPr>
            </a:pPr>
            <a:r>
              <a:rPr sz="1575" b="0">
                <a:solidFill>
                  <a:srgbClr val="816C59"/>
                </a:solidFill>
                <a:latin typeface="Segoe UI"/>
                <a:ea typeface="Segoe UI"/>
                <a:cs typeface="Segoe UI"/>
              </a:rPr>
              <a:t>Approved access, institution review, scoped totals and CSV reports.</a:t>
            </a:r>
          </a:p>
        </p:txBody>
      </p:sp>
      <p:sp>
        <p:nvSpPr>
          <p:cNvPr id="20" name="">
            <a:extLst xmlns:a="http://schemas.openxmlformats.org/drawingml/2006/main">
              <a:ext uri="{FF2B5EF4-FFF2-40B4-BE49-F238E27FC236}">
                <a16:creationId xmlns:a16="http://schemas.microsoft.com/office/drawing/2014/main" id="{4C5F457C-AD74-4601-B9B4-9022506AA48F}"/>
              </a:ext>
            </a:extLst>
          </p:cNvPr>
          <p:cNvSpPr>
            <a:spLocks xmlns:a="http://schemas.openxmlformats.org/drawingml/2006/main" noGrp="1"/>
          </p:cNvSpPr>
          <p:nvPr/>
        </p:nvSpPr>
        <p:spPr>
          <a:xfrm xmlns:a="http://schemas.openxmlformats.org/drawingml/2006/main">
            <a:off x="5181600" y="2181225"/>
            <a:ext cx="65151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9C482E"/>
                </a:solidFill>
                <a:latin typeface="Segoe UI"/>
                <a:ea typeface="Segoe UI"/>
                <a:cs typeface="Segoe UI"/>
              </a:defRPr>
            </a:defPPr>
            <a:lvl1pPr algn="l">
              <a:defRPr sz="1800" b="1">
                <a:solidFill>
                  <a:srgbClr val="9C482E"/>
                </a:solidFill>
                <a:latin typeface="Segoe UI"/>
                <a:ea typeface="Segoe UI"/>
                <a:cs typeface="Segoe UI"/>
              </a:defRPr>
            </a:lvl1pPr>
            <a:lvl2pPr algn="l">
              <a:defRPr sz="1800" b="1">
                <a:solidFill>
                  <a:srgbClr val="9C482E"/>
                </a:solidFill>
                <a:latin typeface="Segoe UI"/>
                <a:ea typeface="Segoe UI"/>
                <a:cs typeface="Segoe UI"/>
              </a:defRPr>
            </a:lvl2pPr>
            <a:lvl3pPr algn="l">
              <a:defRPr sz="1800" b="1">
                <a:solidFill>
                  <a:srgbClr val="9C482E"/>
                </a:solidFill>
                <a:latin typeface="Segoe UI"/>
                <a:ea typeface="Segoe UI"/>
                <a:cs typeface="Segoe UI"/>
              </a:defRPr>
            </a:lvl3pPr>
            <a:lvl4pPr algn="l">
              <a:defRPr sz="1800" b="1">
                <a:solidFill>
                  <a:srgbClr val="9C482E"/>
                </a:solidFill>
                <a:latin typeface="Segoe UI"/>
                <a:ea typeface="Segoe UI"/>
                <a:cs typeface="Segoe UI"/>
              </a:defRPr>
            </a:lvl4pPr>
            <a:lvl5pPr algn="l">
              <a:defRPr sz="1800" b="1">
                <a:solidFill>
                  <a:srgbClr val="9C482E"/>
                </a:solidFill>
                <a:latin typeface="Segoe UI"/>
                <a:ea typeface="Segoe UI"/>
                <a:cs typeface="Segoe UI"/>
              </a:defRPr>
            </a:lvl5pPr>
            <a:lvl6pPr algn="l">
              <a:defRPr sz="1800" b="1">
                <a:solidFill>
                  <a:srgbClr val="9C482E"/>
                </a:solidFill>
                <a:latin typeface="Segoe UI"/>
                <a:ea typeface="Segoe UI"/>
                <a:cs typeface="Segoe UI"/>
              </a:defRPr>
            </a:lvl6pPr>
            <a:lvl7pPr algn="l">
              <a:defRPr sz="1800" b="1">
                <a:solidFill>
                  <a:srgbClr val="9C482E"/>
                </a:solidFill>
                <a:latin typeface="Segoe UI"/>
                <a:ea typeface="Segoe UI"/>
                <a:cs typeface="Segoe UI"/>
              </a:defRPr>
            </a:lvl7pPr>
            <a:lvl8pPr algn="l">
              <a:defRPr sz="1800" b="1">
                <a:solidFill>
                  <a:srgbClr val="9C482E"/>
                </a:solidFill>
                <a:latin typeface="Segoe UI"/>
                <a:ea typeface="Segoe UI"/>
                <a:cs typeface="Segoe UI"/>
              </a:defRPr>
            </a:lvl8pPr>
            <a:lvl9pPr algn="l">
              <a:defRPr sz="1800" b="1">
                <a:solidFill>
                  <a:srgbClr val="9C482E"/>
                </a:solidFill>
                <a:latin typeface="Segoe UI"/>
                <a:ea typeface="Segoe UI"/>
                <a:cs typeface="Segoe UI"/>
              </a:defRPr>
            </a:lvl9pPr>
          </a:lstStyle>
          <a:p xmlns:a="http://schemas.openxmlformats.org/drawingml/2006/main">
            <a:pPr algn="l">
              <a:defRPr sz="1800" b="1">
                <a:solidFill>
                  <a:srgbClr val="9C482E"/>
                </a:solidFill>
                <a:latin typeface="Segoe UI"/>
                <a:ea typeface="Segoe UI"/>
                <a:cs typeface="Segoe UI"/>
              </a:defRPr>
            </a:pPr>
            <a:r>
              <a:rPr sz="1800" b="1">
                <a:solidFill>
                  <a:srgbClr val="9C482E"/>
                </a:solidFill>
                <a:latin typeface="Segoe UI"/>
                <a:ea typeface="Segoe UI"/>
                <a:cs typeface="Segoe UI"/>
              </a:rPr>
              <a:t>PROCEEDINGS AND VERIFIED CLOSURE</a:t>
            </a:r>
          </a:p>
        </p:txBody>
      </p:sp>
      <p:sp>
        <p:nvSpPr>
          <p:cNvPr id="21" name="">
            <a:extLst xmlns:a="http://schemas.openxmlformats.org/drawingml/2006/main">
              <a:ext uri="{FF2B5EF4-FFF2-40B4-BE49-F238E27FC236}">
                <a16:creationId xmlns:a16="http://schemas.microsoft.com/office/drawing/2014/main" id="{33451C92-92C5-44EB-8F75-E6F9C5F7EEEE}"/>
              </a:ext>
            </a:extLst>
          </p:cNvPr>
          <p:cNvSpPr>
            <a:spLocks xmlns:a="http://schemas.openxmlformats.org/drawingml/2006/main" noGrp="1"/>
          </p:cNvSpPr>
          <p:nvPr/>
        </p:nvSpPr>
        <p:spPr>
          <a:xfrm xmlns:a="http://schemas.openxmlformats.org/drawingml/2006/main">
            <a:off x="5181600" y="2562225"/>
            <a:ext cx="6515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352C24"/>
                </a:solidFill>
                <a:latin typeface="Segoe UI"/>
                <a:ea typeface="Segoe UI"/>
                <a:cs typeface="Segoe UI"/>
              </a:defRPr>
            </a:defPPr>
            <a:lvl1pPr algn="l">
              <a:defRPr sz="1650" b="0">
                <a:solidFill>
                  <a:srgbClr val="352C24"/>
                </a:solidFill>
                <a:latin typeface="Segoe UI"/>
                <a:ea typeface="Segoe UI"/>
                <a:cs typeface="Segoe UI"/>
              </a:defRPr>
            </a:lvl1pPr>
            <a:lvl2pPr algn="l">
              <a:defRPr sz="1650" b="0">
                <a:solidFill>
                  <a:srgbClr val="352C24"/>
                </a:solidFill>
                <a:latin typeface="Segoe UI"/>
                <a:ea typeface="Segoe UI"/>
                <a:cs typeface="Segoe UI"/>
              </a:defRPr>
            </a:lvl2pPr>
            <a:lvl3pPr algn="l">
              <a:defRPr sz="1650" b="0">
                <a:solidFill>
                  <a:srgbClr val="352C24"/>
                </a:solidFill>
                <a:latin typeface="Segoe UI"/>
                <a:ea typeface="Segoe UI"/>
                <a:cs typeface="Segoe UI"/>
              </a:defRPr>
            </a:lvl3pPr>
            <a:lvl4pPr algn="l">
              <a:defRPr sz="1650" b="0">
                <a:solidFill>
                  <a:srgbClr val="352C24"/>
                </a:solidFill>
                <a:latin typeface="Segoe UI"/>
                <a:ea typeface="Segoe UI"/>
                <a:cs typeface="Segoe UI"/>
              </a:defRPr>
            </a:lvl4pPr>
            <a:lvl5pPr algn="l">
              <a:defRPr sz="1650" b="0">
                <a:solidFill>
                  <a:srgbClr val="352C24"/>
                </a:solidFill>
                <a:latin typeface="Segoe UI"/>
                <a:ea typeface="Segoe UI"/>
                <a:cs typeface="Segoe UI"/>
              </a:defRPr>
            </a:lvl5pPr>
            <a:lvl6pPr algn="l">
              <a:defRPr sz="1650" b="0">
                <a:solidFill>
                  <a:srgbClr val="352C24"/>
                </a:solidFill>
                <a:latin typeface="Segoe UI"/>
                <a:ea typeface="Segoe UI"/>
                <a:cs typeface="Segoe UI"/>
              </a:defRPr>
            </a:lvl6pPr>
            <a:lvl7pPr algn="l">
              <a:defRPr sz="1650" b="0">
                <a:solidFill>
                  <a:srgbClr val="352C24"/>
                </a:solidFill>
                <a:latin typeface="Segoe UI"/>
                <a:ea typeface="Segoe UI"/>
                <a:cs typeface="Segoe UI"/>
              </a:defRPr>
            </a:lvl7pPr>
            <a:lvl8pPr algn="l">
              <a:defRPr sz="1650" b="0">
                <a:solidFill>
                  <a:srgbClr val="352C24"/>
                </a:solidFill>
                <a:latin typeface="Segoe UI"/>
                <a:ea typeface="Segoe UI"/>
                <a:cs typeface="Segoe UI"/>
              </a:defRPr>
            </a:lvl8pPr>
            <a:lvl9pPr algn="l">
              <a:defRPr sz="1650" b="0">
                <a:solidFill>
                  <a:srgbClr val="352C24"/>
                </a:solidFill>
                <a:latin typeface="Segoe UI"/>
                <a:ea typeface="Segoe UI"/>
                <a:cs typeface="Segoe UI"/>
              </a:defRPr>
            </a:lvl9pPr>
          </a:lstStyle>
          <a:p xmlns:a="http://schemas.openxmlformats.org/drawingml/2006/main">
            <a:pPr algn="l">
              <a:defRPr sz="1650" b="0">
                <a:solidFill>
                  <a:srgbClr val="352C24"/>
                </a:solidFill>
                <a:latin typeface="Segoe UI"/>
                <a:ea typeface="Segoe UI"/>
                <a:cs typeface="Segoe UI"/>
              </a:defRPr>
            </a:pPr>
            <a:r>
              <a:rPr sz="1650" b="0">
                <a:solidFill>
                  <a:srgbClr val="352C24"/>
                </a:solidFill>
                <a:latin typeface="Segoe UI"/>
                <a:ea typeface="Segoe UI"/>
                <a:cs typeface="Segoe UI"/>
              </a:rPr>
              <a:t>Route authority → appoint → record milestones → independently verify compliance → record dispatch/acknowledgement → communicate outcome → freeze PDF</a:t>
            </a:r>
          </a:p>
        </p:txBody>
      </p:sp>
      <p:pic>
        <p:nvPicPr>
          <p:cNvPr id="22" name="">
            <a:extLst xmlns:a="http://schemas.openxmlformats.org/drawingml/2006/main">
              <a:ext uri="{FF2B5EF4-FFF2-40B4-BE49-F238E27FC236}">
                <a16:creationId xmlns:a16="http://schemas.microsoft.com/office/drawing/2014/main" id="{3806729F-E219-4A94-AA90-B3C87EB64121}"/>
              </a:ext>
            </a:extLst>
          </p:cNvPr>
          <p:cNvPicPr>
            <a:picLocks xmlns:a="http://schemas.openxmlformats.org/drawingml/2006/main" noChangeAspect="1"/>
          </p:cNvPicPr>
          <p:nvPr/>
        </p:nvPicPr>
        <p:blipFill>
          <a:blip xmlns:r="http://schemas.openxmlformats.org/officeDocument/2006/relationships" xmlns:a="http://schemas.openxmlformats.org/drawingml/2006/main" r:embed="R12e22b0d88754be3"/>
          <a:srcRect xmlns:a="http://schemas.openxmlformats.org/drawingml/2006/main" l="0" t="26369" r="0" b="26369"/>
          <a:stretch xmlns:a="http://schemas.openxmlformats.org/drawingml/2006/main">
            <a:fillRect l="0" t="0" r="0" b="0"/>
          </a:stretch>
        </p:blipFill>
        <p:spPr>
          <a:xfrm xmlns:a="http://schemas.openxmlformats.org/drawingml/2006/main">
            <a:off x="5181600" y="3571875"/>
            <a:ext cx="6515100" cy="209550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AF48758C-5C79-42A3-9406-D7683B5AE734}"/>
              </a:ext>
            </a:extLst>
          </p:cNvPr>
          <p:cNvSpPr>
            <a:spLocks xmlns:a="http://schemas.openxmlformats.org/drawingml/2006/main" noGrp="1"/>
          </p:cNvSpPr>
          <p:nvPr/>
        </p:nvSpPr>
        <p:spPr>
          <a:xfrm xmlns:a="http://schemas.openxmlformats.org/drawingml/2006/main">
            <a:off x="495300" y="5848350"/>
            <a:ext cx="11201400" cy="638175"/>
          </a:xfrm>
          <a:prstGeom xmlns:a="http://schemas.openxmlformats.org/drawingml/2006/main" prst="rect">
            <a:avLst/>
          </a:prstGeom>
          <a:solidFill xmlns:a="http://schemas.openxmlformats.org/drawingml/2006/main">
            <a:srgbClr val="EADBC5"/>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CDC9349-8FC4-4177-8E3C-23CD908729D5}"/>
              </a:ext>
            </a:extLst>
          </p:cNvPr>
          <p:cNvSpPr>
            <a:spLocks xmlns:a="http://schemas.openxmlformats.org/drawingml/2006/main" noGrp="1"/>
          </p:cNvSpPr>
          <p:nvPr/>
        </p:nvSpPr>
        <p:spPr>
          <a:xfrm xmlns:a="http://schemas.openxmlformats.org/drawingml/2006/main">
            <a:off x="638175" y="5943600"/>
            <a:ext cx="10915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1">
                <a:solidFill>
                  <a:srgbClr val="352C24"/>
                </a:solidFill>
                <a:latin typeface="Segoe UI"/>
                <a:ea typeface="Segoe UI"/>
                <a:cs typeface="Segoe UI"/>
              </a:defRPr>
            </a:defPPr>
            <a:lvl1pPr algn="l">
              <a:defRPr sz="1500" b="1">
                <a:solidFill>
                  <a:srgbClr val="352C24"/>
                </a:solidFill>
                <a:latin typeface="Segoe UI"/>
                <a:ea typeface="Segoe UI"/>
                <a:cs typeface="Segoe UI"/>
              </a:defRPr>
            </a:lvl1pPr>
            <a:lvl2pPr algn="l">
              <a:defRPr sz="1500" b="1">
                <a:solidFill>
                  <a:srgbClr val="352C24"/>
                </a:solidFill>
                <a:latin typeface="Segoe UI"/>
                <a:ea typeface="Segoe UI"/>
                <a:cs typeface="Segoe UI"/>
              </a:defRPr>
            </a:lvl2pPr>
            <a:lvl3pPr algn="l">
              <a:defRPr sz="1500" b="1">
                <a:solidFill>
                  <a:srgbClr val="352C24"/>
                </a:solidFill>
                <a:latin typeface="Segoe UI"/>
                <a:ea typeface="Segoe UI"/>
                <a:cs typeface="Segoe UI"/>
              </a:defRPr>
            </a:lvl3pPr>
            <a:lvl4pPr algn="l">
              <a:defRPr sz="1500" b="1">
                <a:solidFill>
                  <a:srgbClr val="352C24"/>
                </a:solidFill>
                <a:latin typeface="Segoe UI"/>
                <a:ea typeface="Segoe UI"/>
                <a:cs typeface="Segoe UI"/>
              </a:defRPr>
            </a:lvl4pPr>
            <a:lvl5pPr algn="l">
              <a:defRPr sz="1500" b="1">
                <a:solidFill>
                  <a:srgbClr val="352C24"/>
                </a:solidFill>
                <a:latin typeface="Segoe UI"/>
                <a:ea typeface="Segoe UI"/>
                <a:cs typeface="Segoe UI"/>
              </a:defRPr>
            </a:lvl5pPr>
            <a:lvl6pPr algn="l">
              <a:defRPr sz="1500" b="1">
                <a:solidFill>
                  <a:srgbClr val="352C24"/>
                </a:solidFill>
                <a:latin typeface="Segoe UI"/>
                <a:ea typeface="Segoe UI"/>
                <a:cs typeface="Segoe UI"/>
              </a:defRPr>
            </a:lvl6pPr>
            <a:lvl7pPr algn="l">
              <a:defRPr sz="1500" b="1">
                <a:solidFill>
                  <a:srgbClr val="352C24"/>
                </a:solidFill>
                <a:latin typeface="Segoe UI"/>
                <a:ea typeface="Segoe UI"/>
                <a:cs typeface="Segoe UI"/>
              </a:defRPr>
            </a:lvl7pPr>
            <a:lvl8pPr algn="l">
              <a:defRPr sz="1500" b="1">
                <a:solidFill>
                  <a:srgbClr val="352C24"/>
                </a:solidFill>
                <a:latin typeface="Segoe UI"/>
                <a:ea typeface="Segoe UI"/>
                <a:cs typeface="Segoe UI"/>
              </a:defRPr>
            </a:lvl8pPr>
            <a:lvl9pPr algn="l">
              <a:defRPr sz="1500" b="1">
                <a:solidFill>
                  <a:srgbClr val="352C24"/>
                </a:solidFill>
                <a:latin typeface="Segoe UI"/>
                <a:ea typeface="Segoe UI"/>
                <a:cs typeface="Segoe UI"/>
              </a:defRPr>
            </a:lvl9pPr>
          </a:lstStyle>
          <a:p xmlns:a="http://schemas.openxmlformats.org/drawingml/2006/main">
            <a:pPr algn="l">
              <a:defRPr sz="1500" b="1">
                <a:solidFill>
                  <a:srgbClr val="352C24"/>
                </a:solidFill>
                <a:latin typeface="Segoe UI"/>
                <a:ea typeface="Segoe UI"/>
                <a:cs typeface="Segoe UI"/>
              </a:defRPr>
            </a:pPr>
            <a:r>
              <a:rPr sz="1500" b="1">
                <a:solidFill>
                  <a:srgbClr val="352C24"/>
                </a:solidFill>
                <a:latin typeface="Segoe UI"/>
                <a:ea typeface="Segoe UI"/>
                <a:cs typeface="Segoe UI"/>
              </a:rPr>
              <a:t>Implemented: access administration, scoped reports and browser install metadata.</a:t>
            </a:r>
          </a:p>
        </p:txBody>
      </p:sp>
      <p:sp>
        <p:nvSpPr>
          <p:cNvPr id="25" name="">
            <a:extLst xmlns:a="http://schemas.openxmlformats.org/drawingml/2006/main">
              <a:ext uri="{FF2B5EF4-FFF2-40B4-BE49-F238E27FC236}">
                <a16:creationId xmlns:a16="http://schemas.microsoft.com/office/drawing/2014/main" id="{C45254BC-6CD8-4B21-9ACD-F7C6621F7545}"/>
              </a:ext>
            </a:extLst>
          </p:cNvPr>
          <p:cNvSpPr>
            <a:spLocks xmlns:a="http://schemas.openxmlformats.org/drawingml/2006/main" noGrp="1"/>
          </p:cNvSpPr>
          <p:nvPr/>
        </p:nvSpPr>
        <p:spPr>
          <a:xfrm xmlns:a="http://schemas.openxmlformats.org/drawingml/2006/main">
            <a:off x="638175" y="6219825"/>
            <a:ext cx="10915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9C482E"/>
                </a:solidFill>
                <a:latin typeface="Segoe UI"/>
                <a:ea typeface="Segoe UI"/>
                <a:cs typeface="Segoe UI"/>
              </a:defRPr>
            </a:defPPr>
            <a:lvl1pPr algn="l">
              <a:defRPr sz="1425" b="0">
                <a:solidFill>
                  <a:srgbClr val="9C482E"/>
                </a:solidFill>
                <a:latin typeface="Segoe UI"/>
                <a:ea typeface="Segoe UI"/>
                <a:cs typeface="Segoe UI"/>
              </a:defRPr>
            </a:lvl1pPr>
            <a:lvl2pPr algn="l">
              <a:defRPr sz="1425" b="0">
                <a:solidFill>
                  <a:srgbClr val="9C482E"/>
                </a:solidFill>
                <a:latin typeface="Segoe UI"/>
                <a:ea typeface="Segoe UI"/>
                <a:cs typeface="Segoe UI"/>
              </a:defRPr>
            </a:lvl2pPr>
            <a:lvl3pPr algn="l">
              <a:defRPr sz="1425" b="0">
                <a:solidFill>
                  <a:srgbClr val="9C482E"/>
                </a:solidFill>
                <a:latin typeface="Segoe UI"/>
                <a:ea typeface="Segoe UI"/>
                <a:cs typeface="Segoe UI"/>
              </a:defRPr>
            </a:lvl3pPr>
            <a:lvl4pPr algn="l">
              <a:defRPr sz="1425" b="0">
                <a:solidFill>
                  <a:srgbClr val="9C482E"/>
                </a:solidFill>
                <a:latin typeface="Segoe UI"/>
                <a:ea typeface="Segoe UI"/>
                <a:cs typeface="Segoe UI"/>
              </a:defRPr>
            </a:lvl4pPr>
            <a:lvl5pPr algn="l">
              <a:defRPr sz="1425" b="0">
                <a:solidFill>
                  <a:srgbClr val="9C482E"/>
                </a:solidFill>
                <a:latin typeface="Segoe UI"/>
                <a:ea typeface="Segoe UI"/>
                <a:cs typeface="Segoe UI"/>
              </a:defRPr>
            </a:lvl5pPr>
            <a:lvl6pPr algn="l">
              <a:defRPr sz="1425" b="0">
                <a:solidFill>
                  <a:srgbClr val="9C482E"/>
                </a:solidFill>
                <a:latin typeface="Segoe UI"/>
                <a:ea typeface="Segoe UI"/>
                <a:cs typeface="Segoe UI"/>
              </a:defRPr>
            </a:lvl6pPr>
            <a:lvl7pPr algn="l">
              <a:defRPr sz="1425" b="0">
                <a:solidFill>
                  <a:srgbClr val="9C482E"/>
                </a:solidFill>
                <a:latin typeface="Segoe UI"/>
                <a:ea typeface="Segoe UI"/>
                <a:cs typeface="Segoe UI"/>
              </a:defRPr>
            </a:lvl7pPr>
            <a:lvl8pPr algn="l">
              <a:defRPr sz="1425" b="0">
                <a:solidFill>
                  <a:srgbClr val="9C482E"/>
                </a:solidFill>
                <a:latin typeface="Segoe UI"/>
                <a:ea typeface="Segoe UI"/>
                <a:cs typeface="Segoe UI"/>
              </a:defRPr>
            </a:lvl8pPr>
            <a:lvl9pPr algn="l">
              <a:defRPr sz="1425" b="0">
                <a:solidFill>
                  <a:srgbClr val="9C482E"/>
                </a:solidFill>
                <a:latin typeface="Segoe UI"/>
                <a:ea typeface="Segoe UI"/>
                <a:cs typeface="Segoe UI"/>
              </a:defRPr>
            </a:lvl9pPr>
          </a:lstStyle>
          <a:p xmlns:a="http://schemas.openxmlformats.org/drawingml/2006/main">
            <a:pPr algn="l">
              <a:defRPr sz="1425" b="0">
                <a:solidFill>
                  <a:srgbClr val="9C482E"/>
                </a:solidFill>
                <a:latin typeface="Segoe UI"/>
                <a:ea typeface="Segoe UI"/>
                <a:cs typeface="Segoe UI"/>
              </a:defRPr>
            </a:pPr>
            <a:r>
              <a:rPr sz="1425" b="0">
                <a:solidFill>
                  <a:srgbClr val="9C482E"/>
                </a:solidFill>
                <a:latin typeface="Segoe UI"/>
                <a:ea typeface="Segoe UI"/>
                <a:cs typeface="Segoe UI"/>
              </a:rPr>
              <a:t>Next: bulk CSV import, official registry integration, issue-level matching and domain/load benchmarks.</a:t>
            </a:r>
          </a:p>
        </p:txBody>
      </p:sp>
    </p:spTree>
    <p:extLst>
      <p:ext uri="{BB962C8B-B14F-4D97-AF65-F5344CB8AC3E}">
        <p14:creationId xmlns:p14="http://schemas.microsoft.com/office/powerpoint/2010/main" val="1056211386"/>
      </p:ext>
    </p:extLst>
  </p:cSld>
</p:sld>
</file>

<file path=ppt/slides/slide5.xml><?xml version="1.0" encoding="utf-8"?>
<p:sld xmlns:p="http://schemas.openxmlformats.org/presentationml/2006/main">
  <p:cSld>
    <p:bg>
      <p:bgPr>
        <a:solidFill xmlns:a="http://schemas.openxmlformats.org/drawingml/2006/main">
          <a:srgbClr val="F8F4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2CBC4CD-59AD-4255-B9BB-7181D73AB3AC}"/>
              </a:ext>
            </a:extLst>
          </p:cNvPr>
          <p:cNvSpPr>
            <a:spLocks xmlns:a="http://schemas.openxmlformats.org/drawingml/2006/main" noGrp="1"/>
          </p:cNvSpPr>
          <p:nvPr/>
        </p:nvSpPr>
        <p:spPr>
          <a:xfrm xmlns:a="http://schemas.openxmlformats.org/drawingml/2006/main">
            <a:off x="445770" y="266700"/>
            <a:ext cx="1428750" cy="590550"/>
          </a:xfrm>
          <a:prstGeom xmlns:a="http://schemas.openxmlformats.org/drawingml/2006/main" prst="rect">
            <a:avLst/>
          </a:prstGeom>
          <a:solidFill xmlns:a="http://schemas.openxmlformats.org/drawingml/2006/main">
            <a:srgbClr val="FFFDF9"/>
          </a:solidFill>
          <a:ln xmlns:a="http://schemas.openxmlformats.org/drawingml/2006/main" w="9525">
            <a:solidFill>
              <a:srgbClr val="9C482E"/>
            </a:solidFill>
          </a:ln>
        </p:spPr>
      </p:sp>
      <p:sp>
        <p:nvSpPr>
          <p:cNvPr id="3" name="">
            <a:extLst xmlns:a="http://schemas.openxmlformats.org/drawingml/2006/main">
              <a:ext uri="{FF2B5EF4-FFF2-40B4-BE49-F238E27FC236}">
                <a16:creationId xmlns:a16="http://schemas.microsoft.com/office/drawing/2014/main" id="{5EFAF6BA-2581-4477-ABCE-E664EEDB33AF}"/>
              </a:ext>
            </a:extLst>
          </p:cNvPr>
          <p:cNvSpPr>
            <a:spLocks xmlns:a="http://schemas.openxmlformats.org/drawingml/2006/main" noGrp="1"/>
          </p:cNvSpPr>
          <p:nvPr/>
        </p:nvSpPr>
        <p:spPr>
          <a:xfrm xmlns:a="http://schemas.openxmlformats.org/drawingml/2006/main">
            <a:off x="531495" y="447675"/>
            <a:ext cx="1257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275" b="1">
                <a:solidFill>
                  <a:srgbClr val="9C482E"/>
                </a:solidFill>
                <a:latin typeface="Segoe UI"/>
                <a:ea typeface="Segoe UI"/>
                <a:cs typeface="Segoe UI"/>
              </a:defRPr>
            </a:defPPr>
            <a:lvl1pPr algn="ctr">
              <a:defRPr sz="1275" b="1">
                <a:solidFill>
                  <a:srgbClr val="9C482E"/>
                </a:solidFill>
                <a:latin typeface="Segoe UI"/>
                <a:ea typeface="Segoe UI"/>
                <a:cs typeface="Segoe UI"/>
              </a:defRPr>
            </a:lvl1pPr>
            <a:lvl2pPr algn="ctr">
              <a:defRPr sz="1275" b="1">
                <a:solidFill>
                  <a:srgbClr val="9C482E"/>
                </a:solidFill>
                <a:latin typeface="Segoe UI"/>
                <a:ea typeface="Segoe UI"/>
                <a:cs typeface="Segoe UI"/>
              </a:defRPr>
            </a:lvl2pPr>
            <a:lvl3pPr algn="ctr">
              <a:defRPr sz="1275" b="1">
                <a:solidFill>
                  <a:srgbClr val="9C482E"/>
                </a:solidFill>
                <a:latin typeface="Segoe UI"/>
                <a:ea typeface="Segoe UI"/>
                <a:cs typeface="Segoe UI"/>
              </a:defRPr>
            </a:lvl3pPr>
            <a:lvl4pPr algn="ctr">
              <a:defRPr sz="1275" b="1">
                <a:solidFill>
                  <a:srgbClr val="9C482E"/>
                </a:solidFill>
                <a:latin typeface="Segoe UI"/>
                <a:ea typeface="Segoe UI"/>
                <a:cs typeface="Segoe UI"/>
              </a:defRPr>
            </a:lvl4pPr>
            <a:lvl5pPr algn="ctr">
              <a:defRPr sz="1275" b="1">
                <a:solidFill>
                  <a:srgbClr val="9C482E"/>
                </a:solidFill>
                <a:latin typeface="Segoe UI"/>
                <a:ea typeface="Segoe UI"/>
                <a:cs typeface="Segoe UI"/>
              </a:defRPr>
            </a:lvl5pPr>
            <a:lvl6pPr algn="ctr">
              <a:defRPr sz="1275" b="1">
                <a:solidFill>
                  <a:srgbClr val="9C482E"/>
                </a:solidFill>
                <a:latin typeface="Segoe UI"/>
                <a:ea typeface="Segoe UI"/>
                <a:cs typeface="Segoe UI"/>
              </a:defRPr>
            </a:lvl6pPr>
            <a:lvl7pPr algn="ctr">
              <a:defRPr sz="1275" b="1">
                <a:solidFill>
                  <a:srgbClr val="9C482E"/>
                </a:solidFill>
                <a:latin typeface="Segoe UI"/>
                <a:ea typeface="Segoe UI"/>
                <a:cs typeface="Segoe UI"/>
              </a:defRPr>
            </a:lvl7pPr>
            <a:lvl8pPr algn="ctr">
              <a:defRPr sz="1275" b="1">
                <a:solidFill>
                  <a:srgbClr val="9C482E"/>
                </a:solidFill>
                <a:latin typeface="Segoe UI"/>
                <a:ea typeface="Segoe UI"/>
                <a:cs typeface="Segoe UI"/>
              </a:defRPr>
            </a:lvl8pPr>
            <a:lvl9pPr algn="ctr">
              <a:defRPr sz="1275" b="1">
                <a:solidFill>
                  <a:srgbClr val="9C482E"/>
                </a:solidFill>
                <a:latin typeface="Segoe UI"/>
                <a:ea typeface="Segoe UI"/>
                <a:cs typeface="Segoe UI"/>
              </a:defRPr>
            </a:lvl9pPr>
          </a:lstStyle>
          <a:p xmlns:a="http://schemas.openxmlformats.org/drawingml/2006/main">
            <a:pPr algn="ctr">
              <a:defRPr sz="1425" b="1">
                <a:solidFill>
                  <a:srgbClr val="9C482E"/>
                </a:solidFill>
                <a:latin typeface="Segoe UI"/>
                <a:ea typeface="Segoe UI"/>
                <a:cs typeface="Segoe UI"/>
              </a:defRPr>
            </a:pPr>
            <a:r>
              <a:rPr sz="1275" b="1">
                <a:solidFill>
                  <a:srgbClr val="9C482E"/>
                </a:solidFill>
                <a:latin typeface="Segoe UI"/>
                <a:ea typeface="Segoe UI"/>
                <a:cs typeface="Segoe UI"/>
              </a:rPr>
              <a:t>TEAM MODEST</a:t>
            </a:r>
          </a:p>
        </p:txBody>
      </p:sp>
      <p:sp>
        <p:nvSpPr>
          <p:cNvPr id="4" name="">
            <a:extLst xmlns:a="http://schemas.openxmlformats.org/drawingml/2006/main">
              <a:ext uri="{FF2B5EF4-FFF2-40B4-BE49-F238E27FC236}">
                <a16:creationId xmlns:a16="http://schemas.microsoft.com/office/drawing/2014/main" id="{1FBB65F4-A99F-4423-9D0F-0ED87B209D04}"/>
              </a:ext>
            </a:extLst>
          </p:cNvPr>
          <p:cNvSpPr>
            <a:spLocks xmlns:a="http://schemas.openxmlformats.org/drawingml/2006/main" noGrp="1"/>
          </p:cNvSpPr>
          <p:nvPr/>
        </p:nvSpPr>
        <p:spPr>
          <a:xfrm xmlns:a="http://schemas.openxmlformats.org/drawingml/2006/main">
            <a:off x="2143125" y="295275"/>
            <a:ext cx="8286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3225" b="1">
                <a:solidFill>
                  <a:srgbClr val="352C24"/>
                </a:solidFill>
                <a:latin typeface="Georgia"/>
                <a:ea typeface="Georgia"/>
                <a:cs typeface="Georgia"/>
              </a:defRPr>
            </a:defPPr>
            <a:lvl1pPr algn="ctr">
              <a:defRPr sz="3225" b="1">
                <a:solidFill>
                  <a:srgbClr val="352C24"/>
                </a:solidFill>
                <a:latin typeface="Georgia"/>
                <a:ea typeface="Georgia"/>
                <a:cs typeface="Georgia"/>
              </a:defRPr>
            </a:lvl1pPr>
            <a:lvl2pPr algn="ctr">
              <a:defRPr sz="3225" b="1">
                <a:solidFill>
                  <a:srgbClr val="352C24"/>
                </a:solidFill>
                <a:latin typeface="Georgia"/>
                <a:ea typeface="Georgia"/>
                <a:cs typeface="Georgia"/>
              </a:defRPr>
            </a:lvl2pPr>
            <a:lvl3pPr algn="ctr">
              <a:defRPr sz="3225" b="1">
                <a:solidFill>
                  <a:srgbClr val="352C24"/>
                </a:solidFill>
                <a:latin typeface="Georgia"/>
                <a:ea typeface="Georgia"/>
                <a:cs typeface="Georgia"/>
              </a:defRPr>
            </a:lvl3pPr>
            <a:lvl4pPr algn="ctr">
              <a:defRPr sz="3225" b="1">
                <a:solidFill>
                  <a:srgbClr val="352C24"/>
                </a:solidFill>
                <a:latin typeface="Georgia"/>
                <a:ea typeface="Georgia"/>
                <a:cs typeface="Georgia"/>
              </a:defRPr>
            </a:lvl4pPr>
            <a:lvl5pPr algn="ctr">
              <a:defRPr sz="3225" b="1">
                <a:solidFill>
                  <a:srgbClr val="352C24"/>
                </a:solidFill>
                <a:latin typeface="Georgia"/>
                <a:ea typeface="Georgia"/>
                <a:cs typeface="Georgia"/>
              </a:defRPr>
            </a:lvl5pPr>
            <a:lvl6pPr algn="ctr">
              <a:defRPr sz="3225" b="1">
                <a:solidFill>
                  <a:srgbClr val="352C24"/>
                </a:solidFill>
                <a:latin typeface="Georgia"/>
                <a:ea typeface="Georgia"/>
                <a:cs typeface="Georgia"/>
              </a:defRPr>
            </a:lvl6pPr>
            <a:lvl7pPr algn="ctr">
              <a:defRPr sz="3225" b="1">
                <a:solidFill>
                  <a:srgbClr val="352C24"/>
                </a:solidFill>
                <a:latin typeface="Georgia"/>
                <a:ea typeface="Georgia"/>
                <a:cs typeface="Georgia"/>
              </a:defRPr>
            </a:lvl7pPr>
            <a:lvl8pPr algn="ctr">
              <a:defRPr sz="3225" b="1">
                <a:solidFill>
                  <a:srgbClr val="352C24"/>
                </a:solidFill>
                <a:latin typeface="Georgia"/>
                <a:ea typeface="Georgia"/>
                <a:cs typeface="Georgia"/>
              </a:defRPr>
            </a:lvl8pPr>
            <a:lvl9pPr algn="ctr">
              <a:defRPr sz="3225" b="1">
                <a:solidFill>
                  <a:srgbClr val="352C24"/>
                </a:solidFill>
                <a:latin typeface="Georgia"/>
                <a:ea typeface="Georgia"/>
                <a:cs typeface="Georgia"/>
              </a:defRPr>
            </a:lvl9pPr>
          </a:lstStyle>
          <a:p xmlns:a="http://schemas.openxmlformats.org/drawingml/2006/main">
            <a:pPr algn="ctr">
              <a:defRPr sz="3225" b="1">
                <a:solidFill>
                  <a:srgbClr val="352C24"/>
                </a:solidFill>
                <a:latin typeface="Georgia"/>
                <a:ea typeface="Georgia"/>
                <a:cs typeface="Georgia"/>
              </a:defRPr>
            </a:pPr>
            <a:r>
              <a:rPr sz="3225" b="1">
                <a:solidFill>
                  <a:srgbClr val="352C24"/>
                </a:solidFill>
                <a:latin typeface="Georgia"/>
                <a:ea typeface="Georgia"/>
                <a:cs typeface="Georgia"/>
              </a:rPr>
              <a:t>RESEARCH AND REFERENCES</a:t>
            </a:r>
          </a:p>
        </p:txBody>
      </p:sp>
      <p:pic>
        <p:nvPicPr>
          <p:cNvPr id="5" name="">
            <a:extLst xmlns:a="http://schemas.openxmlformats.org/drawingml/2006/main">
              <a:ext uri="{FF2B5EF4-FFF2-40B4-BE49-F238E27FC236}">
                <a16:creationId xmlns:a16="http://schemas.microsoft.com/office/drawing/2014/main" id="{AA333057-BF19-4171-92A7-491FA1288CF2}"/>
              </a:ext>
            </a:extLst>
          </p:cNvPr>
          <p:cNvPicPr>
            <a:picLocks xmlns:a="http://schemas.openxmlformats.org/drawingml/2006/main" noChangeAspect="1"/>
          </p:cNvPicPr>
          <p:nvPr/>
        </p:nvPicPr>
        <p:blipFill>
          <a:blip xmlns:r="http://schemas.openxmlformats.org/officeDocument/2006/relationships" xmlns:a="http://schemas.openxmlformats.org/drawingml/2006/main" r:embed="Rcd36277adc224435"/>
          <a:stretch xmlns:a="http://schemas.openxmlformats.org/drawingml/2006/main"/>
        </p:blipFill>
        <p:spPr>
          <a:xfrm xmlns:a="http://schemas.openxmlformats.org/drawingml/2006/main">
            <a:off x="10828020" y="142875"/>
            <a:ext cx="952500" cy="952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9A40712-3F00-47FE-9041-EE2D2A81DB32}"/>
              </a:ext>
            </a:extLst>
          </p:cNvPr>
          <p:cNvSpPr>
            <a:spLocks xmlns:a="http://schemas.openxmlformats.org/drawingml/2006/main" noGrp="1"/>
          </p:cNvSpPr>
          <p:nvPr/>
        </p:nvSpPr>
        <p:spPr>
          <a:xfrm xmlns:a="http://schemas.openxmlformats.org/drawingml/2006/main">
            <a:off x="445770" y="1066800"/>
            <a:ext cx="11353800" cy="28575"/>
          </a:xfrm>
          <a:prstGeom xmlns:a="http://schemas.openxmlformats.org/drawingml/2006/main" prst="rect">
            <a:avLst/>
          </a:prstGeom>
          <a:solidFill xmlns:a="http://schemas.openxmlformats.org/drawingml/2006/main">
            <a:srgbClr val="9C482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827A253-58B2-4226-AEEC-89057B153E19}"/>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9C482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CC69A7F-A71A-420B-A844-2698A9F0854F}"/>
              </a:ext>
            </a:extLst>
          </p:cNvPr>
          <p:cNvSpPr>
            <a:spLocks xmlns:a="http://schemas.openxmlformats.org/drawingml/2006/main" noGrp="1"/>
          </p:cNvSpPr>
          <p:nvPr/>
        </p:nvSpPr>
        <p:spPr>
          <a:xfrm xmlns:a="http://schemas.openxmlformats.org/drawingml/2006/main">
            <a:off x="483870" y="66579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975" b="1">
                <a:solidFill>
                  <a:srgbClr val="FFFDF9"/>
                </a:solidFill>
                <a:latin typeface="Segoe UI"/>
                <a:ea typeface="Segoe UI"/>
                <a:cs typeface="Segoe UI"/>
              </a:defRPr>
            </a:defPPr>
            <a:lvl1pPr algn="l">
              <a:defRPr sz="975" b="1">
                <a:solidFill>
                  <a:srgbClr val="FFFDF9"/>
                </a:solidFill>
                <a:latin typeface="Segoe UI"/>
                <a:ea typeface="Segoe UI"/>
                <a:cs typeface="Segoe UI"/>
              </a:defRPr>
            </a:lvl1pPr>
            <a:lvl2pPr algn="l">
              <a:defRPr sz="975" b="1">
                <a:solidFill>
                  <a:srgbClr val="FFFDF9"/>
                </a:solidFill>
                <a:latin typeface="Segoe UI"/>
                <a:ea typeface="Segoe UI"/>
                <a:cs typeface="Segoe UI"/>
              </a:defRPr>
            </a:lvl2pPr>
            <a:lvl3pPr algn="l">
              <a:defRPr sz="975" b="1">
                <a:solidFill>
                  <a:srgbClr val="FFFDF9"/>
                </a:solidFill>
                <a:latin typeface="Segoe UI"/>
                <a:ea typeface="Segoe UI"/>
                <a:cs typeface="Segoe UI"/>
              </a:defRPr>
            </a:lvl3pPr>
            <a:lvl4pPr algn="l">
              <a:defRPr sz="975" b="1">
                <a:solidFill>
                  <a:srgbClr val="FFFDF9"/>
                </a:solidFill>
                <a:latin typeface="Segoe UI"/>
                <a:ea typeface="Segoe UI"/>
                <a:cs typeface="Segoe UI"/>
              </a:defRPr>
            </a:lvl4pPr>
            <a:lvl5pPr algn="l">
              <a:defRPr sz="975" b="1">
                <a:solidFill>
                  <a:srgbClr val="FFFDF9"/>
                </a:solidFill>
                <a:latin typeface="Segoe UI"/>
                <a:ea typeface="Segoe UI"/>
                <a:cs typeface="Segoe UI"/>
              </a:defRPr>
            </a:lvl5pPr>
            <a:lvl6pPr algn="l">
              <a:defRPr sz="975" b="1">
                <a:solidFill>
                  <a:srgbClr val="FFFDF9"/>
                </a:solidFill>
                <a:latin typeface="Segoe UI"/>
                <a:ea typeface="Segoe UI"/>
                <a:cs typeface="Segoe UI"/>
              </a:defRPr>
            </a:lvl6pPr>
            <a:lvl7pPr algn="l">
              <a:defRPr sz="975" b="1">
                <a:solidFill>
                  <a:srgbClr val="FFFDF9"/>
                </a:solidFill>
                <a:latin typeface="Segoe UI"/>
                <a:ea typeface="Segoe UI"/>
                <a:cs typeface="Segoe UI"/>
              </a:defRPr>
            </a:lvl7pPr>
            <a:lvl8pPr algn="l">
              <a:defRPr sz="975" b="1">
                <a:solidFill>
                  <a:srgbClr val="FFFDF9"/>
                </a:solidFill>
                <a:latin typeface="Segoe UI"/>
                <a:ea typeface="Segoe UI"/>
                <a:cs typeface="Segoe UI"/>
              </a:defRPr>
            </a:lvl8pPr>
            <a:lvl9pPr algn="l">
              <a:defRPr sz="975" b="1">
                <a:solidFill>
                  <a:srgbClr val="FFFDF9"/>
                </a:solidFill>
                <a:latin typeface="Segoe UI"/>
                <a:ea typeface="Segoe UI"/>
                <a:cs typeface="Segoe UI"/>
              </a:defRPr>
            </a:lvl9pPr>
          </a:lstStyle>
          <a:p xmlns:a="http://schemas.openxmlformats.org/drawingml/2006/main">
            <a:pPr algn="l">
              <a:defRPr sz="975" b="1">
                <a:solidFill>
                  <a:srgbClr val="FFFDF9"/>
                </a:solidFill>
                <a:latin typeface="Segoe UI"/>
                <a:ea typeface="Segoe UI"/>
                <a:cs typeface="Segoe UI"/>
              </a:defRPr>
            </a:pPr>
            <a:r>
              <a:rPr sz="975" b="1">
                <a:solidFill>
                  <a:srgbClr val="FFFDF9"/>
                </a:solidFill>
                <a:latin typeface="Segoe UI"/>
                <a:ea typeface="Segoe UI"/>
                <a:cs typeface="Segoe UI"/>
              </a:rPr>
              <a:t>MODEST  |  ONECASE  |  SIH26264</a:t>
            </a:r>
          </a:p>
        </p:txBody>
      </p:sp>
      <p:sp>
        <p:nvSpPr>
          <p:cNvPr id="9" name="">
            <a:extLst xmlns:a="http://schemas.openxmlformats.org/drawingml/2006/main">
              <a:ext uri="{FF2B5EF4-FFF2-40B4-BE49-F238E27FC236}">
                <a16:creationId xmlns:a16="http://schemas.microsoft.com/office/drawing/2014/main" id="{28A87524-5E65-4DEF-895F-12A84273482C}"/>
              </a:ext>
            </a:extLst>
          </p:cNvPr>
          <p:cNvSpPr>
            <a:spLocks xmlns:a="http://schemas.openxmlformats.org/drawingml/2006/main" noGrp="1"/>
          </p:cNvSpPr>
          <p:nvPr/>
        </p:nvSpPr>
        <p:spPr>
          <a:xfrm xmlns:a="http://schemas.openxmlformats.org/drawingml/2006/main">
            <a:off x="11363325" y="66579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975" b="1">
                <a:solidFill>
                  <a:srgbClr val="FFFDF9"/>
                </a:solidFill>
                <a:latin typeface="Segoe UI"/>
                <a:ea typeface="Segoe UI"/>
                <a:cs typeface="Segoe UI"/>
              </a:defRPr>
            </a:defPPr>
            <a:lvl1pPr algn="r">
              <a:defRPr sz="975" b="1">
                <a:solidFill>
                  <a:srgbClr val="FFFDF9"/>
                </a:solidFill>
                <a:latin typeface="Segoe UI"/>
                <a:ea typeface="Segoe UI"/>
                <a:cs typeface="Segoe UI"/>
              </a:defRPr>
            </a:lvl1pPr>
            <a:lvl2pPr algn="r">
              <a:defRPr sz="975" b="1">
                <a:solidFill>
                  <a:srgbClr val="FFFDF9"/>
                </a:solidFill>
                <a:latin typeface="Segoe UI"/>
                <a:ea typeface="Segoe UI"/>
                <a:cs typeface="Segoe UI"/>
              </a:defRPr>
            </a:lvl2pPr>
            <a:lvl3pPr algn="r">
              <a:defRPr sz="975" b="1">
                <a:solidFill>
                  <a:srgbClr val="FFFDF9"/>
                </a:solidFill>
                <a:latin typeface="Segoe UI"/>
                <a:ea typeface="Segoe UI"/>
                <a:cs typeface="Segoe UI"/>
              </a:defRPr>
            </a:lvl3pPr>
            <a:lvl4pPr algn="r">
              <a:defRPr sz="975" b="1">
                <a:solidFill>
                  <a:srgbClr val="FFFDF9"/>
                </a:solidFill>
                <a:latin typeface="Segoe UI"/>
                <a:ea typeface="Segoe UI"/>
                <a:cs typeface="Segoe UI"/>
              </a:defRPr>
            </a:lvl4pPr>
            <a:lvl5pPr algn="r">
              <a:defRPr sz="975" b="1">
                <a:solidFill>
                  <a:srgbClr val="FFFDF9"/>
                </a:solidFill>
                <a:latin typeface="Segoe UI"/>
                <a:ea typeface="Segoe UI"/>
                <a:cs typeface="Segoe UI"/>
              </a:defRPr>
            </a:lvl5pPr>
            <a:lvl6pPr algn="r">
              <a:defRPr sz="975" b="1">
                <a:solidFill>
                  <a:srgbClr val="FFFDF9"/>
                </a:solidFill>
                <a:latin typeface="Segoe UI"/>
                <a:ea typeface="Segoe UI"/>
                <a:cs typeface="Segoe UI"/>
              </a:defRPr>
            </a:lvl6pPr>
            <a:lvl7pPr algn="r">
              <a:defRPr sz="975" b="1">
                <a:solidFill>
                  <a:srgbClr val="FFFDF9"/>
                </a:solidFill>
                <a:latin typeface="Segoe UI"/>
                <a:ea typeface="Segoe UI"/>
                <a:cs typeface="Segoe UI"/>
              </a:defRPr>
            </a:lvl7pPr>
            <a:lvl8pPr algn="r">
              <a:defRPr sz="975" b="1">
                <a:solidFill>
                  <a:srgbClr val="FFFDF9"/>
                </a:solidFill>
                <a:latin typeface="Segoe UI"/>
                <a:ea typeface="Segoe UI"/>
                <a:cs typeface="Segoe UI"/>
              </a:defRPr>
            </a:lvl8pPr>
            <a:lvl9pPr algn="r">
              <a:defRPr sz="975" b="1">
                <a:solidFill>
                  <a:srgbClr val="FFFDF9"/>
                </a:solidFill>
                <a:latin typeface="Segoe UI"/>
                <a:ea typeface="Segoe UI"/>
                <a:cs typeface="Segoe UI"/>
              </a:defRPr>
            </a:lvl9pPr>
          </a:lstStyle>
          <a:p xmlns:a="http://schemas.openxmlformats.org/drawingml/2006/main">
            <a:pPr algn="r">
              <a:defRPr sz="975" b="1">
                <a:solidFill>
                  <a:srgbClr val="FFFDF9"/>
                </a:solidFill>
                <a:latin typeface="Segoe UI"/>
                <a:ea typeface="Segoe UI"/>
                <a:cs typeface="Segoe UI"/>
              </a:defRPr>
            </a:pPr>
            <a:r>
              <a:rPr sz="975" b="1">
                <a:solidFill>
                  <a:srgbClr val="FFFDF9"/>
                </a:solidFill>
                <a:latin typeface="Segoe UI"/>
                <a:ea typeface="Segoe UI"/>
                <a:cs typeface="Segoe UI"/>
              </a:rPr>
              <a:t>05</a:t>
            </a:r>
          </a:p>
        </p:txBody>
      </p:sp>
      <p:graphicFrame>
        <p:nvGraphicFramePr>
          <p:cNvPr id="10" name="">
            <a:extLst xmlns:a="http://schemas.openxmlformats.org/drawingml/2006/main">
              <a:ext uri="{FF2B5EF4-FFF2-40B4-BE49-F238E27FC236}">
                <a16:creationId xmlns:a16="http://schemas.microsoft.com/office/drawing/2014/main" id="{D97954CF-D198-4796-B3A8-91A9EF0E80CC}"/>
              </a:ext>
            </a:extLst>
          </p:cNvPr>
          <p:cNvGraphicFramePr/>
          <p:nvPr/>
        </p:nvGraphicFramePr>
        <p:xfrm>
          <a:off xmlns:a="http://schemas.openxmlformats.org/drawingml/2006/main" x="495300" y="1371600"/>
          <a:ext xmlns:a="http://schemas.openxmlformats.org/drawingml/2006/main" cx="11201400" cy="4305300"/>
        </p:xfrm>
        <a:graphic xmlns:a="http://schemas.openxmlformats.org/drawingml/2006/main">
          <a:graphicData uri="http://schemas.openxmlformats.org/drawingml/2006/table">
            <a:tbl>
              <a:tblPr/>
              <a:tblGrid>
                <a:gridCol w="2524125"/>
                <a:gridCol w="2857500"/>
                <a:gridCol w="2857500"/>
                <a:gridCol w="2962275"/>
              </a:tblGrid>
              <a:tr h="419100">
                <a:tc>
                  <a:txBody>
                    <a:bodyPr lIns="85725" tIns="85725" rIns="85725" bIns="85725"/>
                    <a:lstStyle/>
                    <a:p>
                      <a:r>
                        <a:rPr sz="1650" b="1">
                          <a:solidFill>
                            <a:srgbClr val="FFFDF9"/>
                          </a:solidFill>
                          <a:latin typeface="Segoe UI"/>
                          <a:ea typeface="Segoe UI"/>
                          <a:cs typeface="Segoe UI"/>
                        </a:rPr>
                        <a:t>Research</a:t>
                      </a:r>
                    </a:p>
                  </a:txBody>
                  <a:tcPr marL="91440" marR="91440" marT="45720" marB="45720" anchor="ctr">
                    <a:lnL w="28575">
                      <a:solidFill>
                        <a:srgbClr val="F8F4ED"/>
                      </a:solidFill>
                      <a:prstDash val="solid"/>
                    </a:lnL>
                    <a:lnR w="28575">
                      <a:solidFill>
                        <a:srgbClr val="F8F4ED"/>
                      </a:solidFill>
                      <a:prstDash val="solid"/>
                    </a:lnR>
                    <a:lnT w="28575">
                      <a:solidFill>
                        <a:srgbClr val="F8F4ED"/>
                      </a:solidFill>
                      <a:prstDash val="solid"/>
                    </a:lnT>
                    <a:lnB w="28575">
                      <a:solidFill>
                        <a:srgbClr val="F8F4ED"/>
                      </a:solidFill>
                      <a:prstDash val="solid"/>
                    </a:lnB>
                    <a:solidFill>
                      <a:srgbClr val="9C482E"/>
                    </a:solidFill>
                  </a:tcPr>
                </a:tc>
                <a:tc>
                  <a:txBody>
                    <a:bodyPr lIns="85725" tIns="85725" rIns="85725" bIns="85725"/>
                    <a:lstStyle/>
                    <a:p>
                      <a:r>
                        <a:rPr sz="1650" b="1">
                          <a:solidFill>
                            <a:srgbClr val="FFFDF9"/>
                          </a:solidFill>
                          <a:latin typeface="Segoe UI"/>
                          <a:ea typeface="Segoe UI"/>
                          <a:cs typeface="Segoe UI"/>
                        </a:rPr>
                        <a:t>Summary</a:t>
                      </a:r>
                    </a:p>
                  </a:txBody>
                  <a:tcPr marL="91440" marR="91440" marT="45720" marB="45720" anchor="ctr">
                    <a:lnR w="28575">
                      <a:solidFill>
                        <a:srgbClr val="F8F4ED"/>
                      </a:solidFill>
                      <a:prstDash val="solid"/>
                    </a:lnR>
                    <a:lnT w="28575">
                      <a:solidFill>
                        <a:srgbClr val="F8F4ED"/>
                      </a:solidFill>
                      <a:prstDash val="solid"/>
                    </a:lnT>
                    <a:lnB w="28575">
                      <a:solidFill>
                        <a:srgbClr val="F8F4ED"/>
                      </a:solidFill>
                      <a:prstDash val="solid"/>
                    </a:lnB>
                    <a:solidFill>
                      <a:srgbClr val="9C482E"/>
                    </a:solidFill>
                  </a:tcPr>
                </a:tc>
                <a:tc>
                  <a:txBody>
                    <a:bodyPr lIns="85725" tIns="85725" rIns="85725" bIns="85725"/>
                    <a:lstStyle/>
                    <a:p>
                      <a:r>
                        <a:rPr sz="1650" b="1">
                          <a:solidFill>
                            <a:srgbClr val="FFFDF9"/>
                          </a:solidFill>
                          <a:latin typeface="Segoe UI"/>
                          <a:ea typeface="Segoe UI"/>
                          <a:cs typeface="Segoe UI"/>
                        </a:rPr>
                        <a:t>Limitation</a:t>
                      </a:r>
                    </a:p>
                  </a:txBody>
                  <a:tcPr marL="91440" marR="91440" marT="45720" marB="45720" anchor="ctr">
                    <a:lnR w="28575">
                      <a:solidFill>
                        <a:srgbClr val="F8F4ED"/>
                      </a:solidFill>
                      <a:prstDash val="solid"/>
                    </a:lnR>
                    <a:lnT w="28575">
                      <a:solidFill>
                        <a:srgbClr val="F8F4ED"/>
                      </a:solidFill>
                      <a:prstDash val="solid"/>
                    </a:lnT>
                    <a:lnB w="28575">
                      <a:solidFill>
                        <a:srgbClr val="F8F4ED"/>
                      </a:solidFill>
                      <a:prstDash val="solid"/>
                    </a:lnB>
                    <a:solidFill>
                      <a:srgbClr val="9C482E"/>
                    </a:solidFill>
                  </a:tcPr>
                </a:tc>
                <a:tc>
                  <a:txBody>
                    <a:bodyPr lIns="85725" tIns="85725" rIns="85725" bIns="85725"/>
                    <a:lstStyle/>
                    <a:p>
                      <a:r>
                        <a:rPr sz="1650" b="1">
                          <a:solidFill>
                            <a:srgbClr val="FFFDF9"/>
                          </a:solidFill>
                          <a:latin typeface="Segoe UI"/>
                          <a:ea typeface="Segoe UI"/>
                          <a:cs typeface="Segoe UI"/>
                        </a:rPr>
                        <a:t>Implements</a:t>
                      </a:r>
                    </a:p>
                  </a:txBody>
                  <a:tcPr marL="91440" marR="91440" marT="45720" marB="45720" anchor="ctr">
                    <a:lnR w="28575">
                      <a:solidFill>
                        <a:srgbClr val="F8F4ED"/>
                      </a:solidFill>
                      <a:prstDash val="solid"/>
                    </a:lnR>
                    <a:lnT w="28575">
                      <a:solidFill>
                        <a:srgbClr val="F8F4ED"/>
                      </a:solidFill>
                      <a:prstDash val="solid"/>
                    </a:lnT>
                    <a:lnB w="28575">
                      <a:solidFill>
                        <a:srgbClr val="F8F4ED"/>
                      </a:solidFill>
                      <a:prstDash val="solid"/>
                    </a:lnB>
                    <a:solidFill>
                      <a:srgbClr val="9C482E"/>
                    </a:solidFill>
                  </a:tcPr>
                </a:tc>
              </a:tr>
              <a:tr h="971550">
                <a:tc>
                  <a:txBody>
                    <a:bodyPr lIns="85725" tIns="85725" rIns="85725" bIns="85725"/>
                    <a:lstStyle/>
                    <a:p>
                      <a:r>
                        <a:rPr sz="1500" b="0">
                          <a:solidFill>
                            <a:srgbClr val="352C24"/>
                          </a:solidFill>
                          <a:latin typeface="Segoe UI"/>
                          <a:ea typeface="Segoe UI"/>
                          <a:cs typeface="Segoe UI"/>
                        </a:rPr>
                        <a:t>Grievance routes [1]</a:t>
                      </a:r>
                    </a:p>
                    <a:p>
                      <a:r>
                        <a:rPr sz="1500" b="0">
                          <a:solidFill>
                            <a:srgbClr val="352C24"/>
                          </a:solidFill>
                          <a:latin typeface="Segoe UI"/>
                          <a:ea typeface="Segoe UI"/>
                          <a:cs typeface="Segoe UI"/>
                        </a:rPr>
                        <a:t>AICTE Handbook</a:t>
                      </a:r>
                    </a:p>
                    <a:p>
                      <a:r>
                        <a:rPr sz="1500" b="0">
                          <a:solidFill>
                            <a:srgbClr val="352C24"/>
                          </a:solidFill>
                          <a:latin typeface="Segoe UI"/>
                          <a:ea typeface="Segoe UI"/>
                          <a:cs typeface="Segoe UI"/>
                        </a:rPr>
                        <a:t>2024–27</a:t>
                      </a:r>
                    </a:p>
                  </a:txBody>
                  <a:tcPr marL="91440" marR="91440" marT="45720" marB="45720" anchor="ctr">
                    <a:lnL w="28575">
                      <a:solidFill>
                        <a:srgbClr val="F8F4ED"/>
                      </a:solidFill>
                      <a:prstDash val="solid"/>
                    </a:lnL>
                    <a:lnR w="28575">
                      <a:solidFill>
                        <a:srgbClr val="F8F4ED"/>
                      </a:solidFill>
                      <a:prstDash val="solid"/>
                    </a:lnR>
                    <a:lnB w="28575">
                      <a:solidFill>
                        <a:srgbClr val="F8F4ED"/>
                      </a:solidFill>
                      <a:prstDash val="solid"/>
                    </a:lnB>
                    <a:solidFill>
                      <a:srgbClr val="FFFDF9"/>
                    </a:solidFill>
                  </a:tcPr>
                </a:tc>
                <a:tc>
                  <a:txBody>
                    <a:bodyPr lIns="85725" tIns="85725" rIns="85725" bIns="85725"/>
                    <a:lstStyle/>
                    <a:p>
                      <a:r>
                        <a:rPr sz="1500" b="0">
                          <a:solidFill>
                            <a:srgbClr val="352C24"/>
                          </a:solidFill>
                          <a:latin typeface="Segoe UI"/>
                          <a:ea typeface="Segoe UI"/>
                          <a:cs typeface="Segoe UI"/>
                        </a:rPr>
                        <a:t>SGRC and Ombudsperson provide staged grievance redressal.</a:t>
                      </a:r>
                    </a:p>
                  </a:txBody>
                  <a:tcPr marL="91440" marR="91440" marT="45720" marB="45720" anchor="ctr">
                    <a:lnR w="28575">
                      <a:solidFill>
                        <a:srgbClr val="F8F4ED"/>
                      </a:solidFill>
                      <a:prstDash val="solid"/>
                    </a:lnR>
                    <a:lnB w="28575">
                      <a:solidFill>
                        <a:srgbClr val="F8F4ED"/>
                      </a:solidFill>
                      <a:prstDash val="solid"/>
                    </a:lnB>
                    <a:solidFill>
                      <a:srgbClr val="FFFDF9"/>
                    </a:solidFill>
                  </a:tcPr>
                </a:tc>
                <a:tc>
                  <a:txBody>
                    <a:bodyPr lIns="85725" tIns="85725" rIns="85725" bIns="85725"/>
                    <a:lstStyle/>
                    <a:p>
                      <a:r>
                        <a:rPr sz="1500" b="0">
                          <a:solidFill>
                            <a:srgbClr val="352C24"/>
                          </a:solidFill>
                          <a:latin typeface="Segoe UI"/>
                          <a:ea typeface="Segoe UI"/>
                          <a:cs typeface="Segoe UI"/>
                        </a:rPr>
                        <a:t>Student grievance rules do not cover every institution-case workflow.</a:t>
                      </a:r>
                    </a:p>
                  </a:txBody>
                  <a:tcPr marL="91440" marR="91440" marT="45720" marB="45720" anchor="ctr">
                    <a:lnR w="28575">
                      <a:solidFill>
                        <a:srgbClr val="F8F4ED"/>
                      </a:solidFill>
                      <a:prstDash val="solid"/>
                    </a:lnR>
                    <a:lnB w="28575">
                      <a:solidFill>
                        <a:srgbClr val="F8F4ED"/>
                      </a:solidFill>
                      <a:prstDash val="solid"/>
                    </a:lnB>
                    <a:solidFill>
                      <a:srgbClr val="FFFDF9"/>
                    </a:solidFill>
                  </a:tcPr>
                </a:tc>
                <a:tc>
                  <a:txBody>
                    <a:bodyPr lIns="85725" tIns="85725" rIns="85725" bIns="85725"/>
                    <a:lstStyle/>
                    <a:p>
                      <a:r>
                        <a:rPr sz="1500" b="0">
                          <a:solidFill>
                            <a:srgbClr val="352C24"/>
                          </a:solidFill>
                          <a:latin typeface="Segoe UI"/>
                          <a:ea typeface="Segoe UI"/>
                          <a:cs typeface="Segoe UI"/>
                        </a:rPr>
                        <a:t>Proceeding routes with authority records and milestones.</a:t>
                      </a:r>
                    </a:p>
                  </a:txBody>
                  <a:tcPr marL="91440" marR="91440" marT="45720" marB="45720" anchor="ctr">
                    <a:lnR w="28575">
                      <a:solidFill>
                        <a:srgbClr val="F8F4ED"/>
                      </a:solidFill>
                      <a:prstDash val="solid"/>
                    </a:lnR>
                    <a:lnB w="28575">
                      <a:solidFill>
                        <a:srgbClr val="F8F4ED"/>
                      </a:solidFill>
                      <a:prstDash val="solid"/>
                    </a:lnB>
                    <a:solidFill>
                      <a:srgbClr val="FFFDF9"/>
                    </a:solidFill>
                  </a:tcPr>
                </a:tc>
              </a:tr>
              <a:tr h="971550">
                <a:tc>
                  <a:txBody>
                    <a:bodyPr lIns="85725" tIns="85725" rIns="85725" bIns="85725"/>
                    <a:lstStyle/>
                    <a:p>
                      <a:r>
                        <a:rPr sz="1500" b="0">
                          <a:solidFill>
                            <a:srgbClr val="352C24"/>
                          </a:solidFill>
                          <a:latin typeface="Segoe UI"/>
                          <a:ea typeface="Segoe UI"/>
                          <a:cs typeface="Segoe UI"/>
                        </a:rPr>
                        <a:t>Ownership and routing [2]</a:t>
                      </a:r>
                    </a:p>
                    <a:p>
                      <a:r>
                        <a:rPr sz="1500" b="0">
                          <a:solidFill>
                            <a:srgbClr val="352C24"/>
                          </a:solidFill>
                          <a:latin typeface="Segoe UI"/>
                          <a:ea typeface="Segoe UI"/>
                          <a:cs typeface="Segoe UI"/>
                        </a:rPr>
                        <a:t>DARPG guidelines</a:t>
                      </a:r>
                    </a:p>
                    <a:p>
                      <a:r>
                        <a:rPr sz="1500" b="0">
                          <a:solidFill>
                            <a:srgbClr val="352C24"/>
                          </a:solidFill>
                          <a:latin typeface="Segoe UI"/>
                          <a:ea typeface="Segoe UI"/>
                          <a:cs typeface="Segoe UI"/>
                        </a:rPr>
                        <a:t>2024</a:t>
                      </a:r>
                    </a:p>
                  </a:txBody>
                  <a:tcPr marL="91440" marR="91440" marT="45720" marB="45720" anchor="ctr">
                    <a:lnL w="28575">
                      <a:solidFill>
                        <a:srgbClr val="F8F4ED"/>
                      </a:solidFill>
                      <a:prstDash val="solid"/>
                    </a:lnL>
                    <a:lnR w="28575">
                      <a:solidFill>
                        <a:srgbClr val="F8F4ED"/>
                      </a:solidFill>
                      <a:prstDash val="solid"/>
                    </a:lnR>
                    <a:lnB w="28575">
                      <a:solidFill>
                        <a:srgbClr val="F8F4ED"/>
                      </a:solidFill>
                      <a:prstDash val="solid"/>
                    </a:lnB>
                    <a:solidFill>
                      <a:srgbClr val="EEE2D2"/>
                    </a:solidFill>
                  </a:tcPr>
                </a:tc>
                <a:tc>
                  <a:txBody>
                    <a:bodyPr lIns="85725" tIns="85725" rIns="85725" bIns="85725"/>
                    <a:lstStyle/>
                    <a:p>
                      <a:r>
                        <a:rPr sz="1500" b="0">
                          <a:solidFill>
                            <a:srgbClr val="352C24"/>
                          </a:solidFill>
                          <a:latin typeface="Segoe UI"/>
                          <a:ea typeface="Segoe UI"/>
                          <a:cs typeface="Segoe UI"/>
                        </a:rPr>
                        <a:t>Integrated handling needs nodal officers and departmental coordination.</a:t>
                      </a:r>
                    </a:p>
                  </a:txBody>
                  <a:tcPr marL="91440" marR="91440" marT="45720" marB="45720" anchor="ctr">
                    <a:lnR w="28575">
                      <a:solidFill>
                        <a:srgbClr val="F8F4ED"/>
                      </a:solidFill>
                      <a:prstDash val="solid"/>
                    </a:lnR>
                    <a:lnB w="28575">
                      <a:solidFill>
                        <a:srgbClr val="F8F4ED"/>
                      </a:solidFill>
                      <a:prstDash val="solid"/>
                    </a:lnB>
                    <a:solidFill>
                      <a:srgbClr val="EEE2D2"/>
                    </a:solidFill>
                  </a:tcPr>
                </a:tc>
                <a:tc>
                  <a:txBody>
                    <a:bodyPr lIns="85725" tIns="85725" rIns="85725" bIns="85725"/>
                    <a:lstStyle/>
                    <a:p>
                      <a:r>
                        <a:rPr sz="1500" b="0">
                          <a:solidFill>
                            <a:srgbClr val="352C24"/>
                          </a:solidFill>
                          <a:latin typeface="Segoe UI"/>
                          <a:ea typeface="Segoe UI"/>
                          <a:cs typeface="Segoe UI"/>
                        </a:rPr>
                        <a:t>A transfer needs a clear recipient and acknowledgement of receipt.</a:t>
                      </a:r>
                    </a:p>
                  </a:txBody>
                  <a:tcPr marL="91440" marR="91440" marT="45720" marB="45720" anchor="ctr">
                    <a:lnR w="28575">
                      <a:solidFill>
                        <a:srgbClr val="F8F4ED"/>
                      </a:solidFill>
                      <a:prstDash val="solid"/>
                    </a:lnR>
                    <a:lnB w="28575">
                      <a:solidFill>
                        <a:srgbClr val="F8F4ED"/>
                      </a:solidFill>
                      <a:prstDash val="solid"/>
                    </a:lnB>
                    <a:solidFill>
                      <a:srgbClr val="EEE2D2"/>
                    </a:solidFill>
                  </a:tcPr>
                </a:tc>
                <a:tc>
                  <a:txBody>
                    <a:bodyPr lIns="85725" tIns="85725" rIns="85725" bIns="85725"/>
                    <a:lstStyle/>
                    <a:p>
                      <a:r>
                        <a:rPr sz="1500" b="0">
                          <a:solidFill>
                            <a:srgbClr val="352C24"/>
                          </a:solidFill>
                          <a:latin typeface="Segoe UI"/>
                          <a:ea typeface="Segoe UI"/>
                          <a:cs typeface="Segoe UI"/>
                        </a:rPr>
                        <a:t>Accountable owner, next action and acknowledged transfers.</a:t>
                      </a:r>
                    </a:p>
                  </a:txBody>
                  <a:tcPr marL="91440" marR="91440" marT="45720" marB="45720" anchor="ctr">
                    <a:lnR w="28575">
                      <a:solidFill>
                        <a:srgbClr val="F8F4ED"/>
                      </a:solidFill>
                      <a:prstDash val="solid"/>
                    </a:lnR>
                    <a:lnB w="28575">
                      <a:solidFill>
                        <a:srgbClr val="F8F4ED"/>
                      </a:solidFill>
                      <a:prstDash val="solid"/>
                    </a:lnB>
                    <a:solidFill>
                      <a:srgbClr val="EEE2D2"/>
                    </a:solidFill>
                  </a:tcPr>
                </a:tc>
              </a:tr>
              <a:tr h="971550">
                <a:tc>
                  <a:txBody>
                    <a:bodyPr lIns="85725" tIns="85725" rIns="85725" bIns="85725"/>
                    <a:lstStyle/>
                    <a:p>
                      <a:r>
                        <a:rPr sz="1500" b="0">
                          <a:solidFill>
                            <a:srgbClr val="352C24"/>
                          </a:solidFill>
                          <a:latin typeface="Segoe UI"/>
                          <a:ea typeface="Segoe UI"/>
                          <a:cs typeface="Segoe UI"/>
                        </a:rPr>
                        <a:t>Delay and closure [3]</a:t>
                      </a:r>
                    </a:p>
                    <a:p>
                      <a:r>
                        <a:rPr sz="1500" b="0">
                          <a:solidFill>
                            <a:srgbClr val="352C24"/>
                          </a:solidFill>
                          <a:latin typeface="Segoe UI"/>
                          <a:ea typeface="Segoe UI"/>
                          <a:cs typeface="Segoe UI"/>
                        </a:rPr>
                        <a:t>CPGRAMS review</a:t>
                      </a:r>
                    </a:p>
                    <a:p>
                      <a:r>
                        <a:rPr sz="1500" b="0">
                          <a:solidFill>
                            <a:srgbClr val="352C24"/>
                          </a:solidFill>
                          <a:latin typeface="Segoe UI"/>
                          <a:ea typeface="Segoe UI"/>
                          <a:cs typeface="Segoe UI"/>
                        </a:rPr>
                        <a:t>2024</a:t>
                      </a:r>
                    </a:p>
                  </a:txBody>
                  <a:tcPr marL="91440" marR="91440" marT="45720" marB="45720" anchor="ctr">
                    <a:lnL w="28575">
                      <a:solidFill>
                        <a:srgbClr val="F8F4ED"/>
                      </a:solidFill>
                      <a:prstDash val="solid"/>
                    </a:lnL>
                    <a:lnR w="28575">
                      <a:solidFill>
                        <a:srgbClr val="F8F4ED"/>
                      </a:solidFill>
                      <a:prstDash val="solid"/>
                    </a:lnR>
                    <a:lnB w="28575">
                      <a:solidFill>
                        <a:srgbClr val="F8F4ED"/>
                      </a:solidFill>
                      <a:prstDash val="solid"/>
                    </a:lnB>
                    <a:solidFill>
                      <a:srgbClr val="FFFDF9"/>
                    </a:solidFill>
                  </a:tcPr>
                </a:tc>
                <a:tc>
                  <a:txBody>
                    <a:bodyPr lIns="85725" tIns="85725" rIns="85725" bIns="85725"/>
                    <a:lstStyle/>
                    <a:p>
                      <a:r>
                        <a:rPr sz="1500" b="0">
                          <a:solidFill>
                            <a:srgbClr val="352C24"/>
                          </a:solidFill>
                          <a:latin typeface="Segoe UI"/>
                          <a:ea typeface="Segoe UI"/>
                          <a:cs typeface="Segoe UI"/>
                        </a:rPr>
                        <a:t>Timely redressal requires escalation and attention to citizen feedback.</a:t>
                      </a:r>
                    </a:p>
                  </a:txBody>
                  <a:tcPr marL="91440" marR="91440" marT="45720" marB="45720" anchor="ctr">
                    <a:lnR w="28575">
                      <a:solidFill>
                        <a:srgbClr val="F8F4ED"/>
                      </a:solidFill>
                      <a:prstDash val="solid"/>
                    </a:lnR>
                    <a:lnB w="28575">
                      <a:solidFill>
                        <a:srgbClr val="F8F4ED"/>
                      </a:solidFill>
                      <a:prstDash val="solid"/>
                    </a:lnB>
                    <a:solidFill>
                      <a:srgbClr val="FFFDF9"/>
                    </a:solidFill>
                  </a:tcPr>
                </a:tc>
                <a:tc>
                  <a:txBody>
                    <a:bodyPr lIns="85725" tIns="85725" rIns="85725" bIns="85725"/>
                    <a:lstStyle/>
                    <a:p>
                      <a:r>
                        <a:rPr sz="1500" b="0">
                          <a:solidFill>
                            <a:srgbClr val="352C24"/>
                          </a:solidFill>
                          <a:latin typeface="Segoe UI"/>
                          <a:ea typeface="Segoe UI"/>
                          <a:cs typeface="Segoe UI"/>
                        </a:rPr>
                        <a:t>A disposed status alone cannot establish verified, communicated closure.</a:t>
                      </a:r>
                    </a:p>
                  </a:txBody>
                  <a:tcPr marL="91440" marR="91440" marT="45720" marB="45720" anchor="ctr">
                    <a:lnR w="28575">
                      <a:solidFill>
                        <a:srgbClr val="F8F4ED"/>
                      </a:solidFill>
                      <a:prstDash val="solid"/>
                    </a:lnR>
                    <a:lnB w="28575">
                      <a:solidFill>
                        <a:srgbClr val="F8F4ED"/>
                      </a:solidFill>
                      <a:prstDash val="solid"/>
                    </a:lnB>
                    <a:solidFill>
                      <a:srgbClr val="FFFDF9"/>
                    </a:solidFill>
                  </a:tcPr>
                </a:tc>
                <a:tc>
                  <a:txBody>
                    <a:bodyPr lIns="85725" tIns="85725" rIns="85725" bIns="85725"/>
                    <a:lstStyle/>
                    <a:p>
                      <a:r>
                        <a:rPr sz="1500" b="0">
                          <a:solidFill>
                            <a:srgbClr val="352C24"/>
                          </a:solidFill>
                          <a:latin typeface="Segoe UI"/>
                          <a:ea typeface="Segoe UI"/>
                          <a:cs typeface="Segoe UI"/>
                        </a:rPr>
                        <a:t>Deadline alerts, independent compliance checks and closure PDFs.</a:t>
                      </a:r>
                    </a:p>
                  </a:txBody>
                  <a:tcPr marL="91440" marR="91440" marT="45720" marB="45720" anchor="ctr">
                    <a:lnR w="28575">
                      <a:solidFill>
                        <a:srgbClr val="F8F4ED"/>
                      </a:solidFill>
                      <a:prstDash val="solid"/>
                    </a:lnR>
                    <a:lnB w="28575">
                      <a:solidFill>
                        <a:srgbClr val="F8F4ED"/>
                      </a:solidFill>
                      <a:prstDash val="solid"/>
                    </a:lnB>
                    <a:solidFill>
                      <a:srgbClr val="FFFDF9"/>
                    </a:solidFill>
                  </a:tcPr>
                </a:tc>
              </a:tr>
              <a:tr h="971550">
                <a:tc>
                  <a:txBody>
                    <a:bodyPr lIns="85725" tIns="85725" rIns="85725" bIns="85725"/>
                    <a:lstStyle/>
                    <a:p>
                      <a:r>
                        <a:rPr sz="1500" b="0">
                          <a:solidFill>
                            <a:srgbClr val="352C24"/>
                          </a:solidFill>
                          <a:latin typeface="Segoe UI"/>
                          <a:ea typeface="Segoe UI"/>
                          <a:cs typeface="Segoe UI"/>
                        </a:rPr>
                        <a:t>Grievance patterns [4]</a:t>
                      </a:r>
                    </a:p>
                    <a:p>
                      <a:r>
                        <a:rPr sz="1500" b="0">
                          <a:solidFill>
                            <a:srgbClr val="352C24"/>
                          </a:solidFill>
                          <a:latin typeface="Segoe UI"/>
                          <a:ea typeface="Segoe UI"/>
                          <a:cs typeface="Segoe UI"/>
                        </a:rPr>
                        <a:t>IGMS 2.0</a:t>
                      </a:r>
                    </a:p>
                    <a:p>
                      <a:r>
                        <a:rPr sz="1500" b="0">
                          <a:solidFill>
                            <a:srgbClr val="352C24"/>
                          </a:solidFill>
                          <a:latin typeface="Segoe UI"/>
                          <a:ea typeface="Segoe UI"/>
                          <a:cs typeface="Segoe UI"/>
                        </a:rPr>
                        <a:t>2023</a:t>
                      </a:r>
                    </a:p>
                  </a:txBody>
                  <a:tcPr marL="91440" marR="91440" marT="45720" marB="45720" anchor="ctr">
                    <a:lnL w="28575">
                      <a:solidFill>
                        <a:srgbClr val="F8F4ED"/>
                      </a:solidFill>
                      <a:prstDash val="solid"/>
                    </a:lnL>
                    <a:lnR w="28575">
                      <a:solidFill>
                        <a:srgbClr val="F8F4ED"/>
                      </a:solidFill>
                      <a:prstDash val="solid"/>
                    </a:lnR>
                    <a:lnB w="28575">
                      <a:solidFill>
                        <a:srgbClr val="F8F4ED"/>
                      </a:solidFill>
                      <a:prstDash val="solid"/>
                    </a:lnB>
                    <a:solidFill>
                      <a:srgbClr val="EEE2D2"/>
                    </a:solidFill>
                  </a:tcPr>
                </a:tc>
                <a:tc>
                  <a:txBody>
                    <a:bodyPr lIns="85725" tIns="85725" rIns="85725" bIns="85725"/>
                    <a:lstStyle/>
                    <a:p>
                      <a:r>
                        <a:rPr sz="1500" b="0">
                          <a:solidFill>
                            <a:srgbClr val="352C24"/>
                          </a:solidFill>
                          <a:latin typeface="Segoe UI"/>
                          <a:ea typeface="Segoe UI"/>
                          <a:cs typeface="Segoe UI"/>
                        </a:rPr>
                        <a:t>Grievance analytics helps officials investigate underlying causes.</a:t>
                      </a:r>
                    </a:p>
                  </a:txBody>
                  <a:tcPr marL="91440" marR="91440" marT="45720" marB="45720" anchor="ctr">
                    <a:lnR w="28575">
                      <a:solidFill>
                        <a:srgbClr val="F8F4ED"/>
                      </a:solidFill>
                      <a:prstDash val="solid"/>
                    </a:lnR>
                    <a:lnB w="28575">
                      <a:solidFill>
                        <a:srgbClr val="F8F4ED"/>
                      </a:solidFill>
                      <a:prstDash val="solid"/>
                    </a:lnB>
                    <a:solidFill>
                      <a:srgbClr val="EEE2D2"/>
                    </a:solidFill>
                  </a:tcPr>
                </a:tc>
                <a:tc>
                  <a:txBody>
                    <a:bodyPr lIns="85725" tIns="85725" rIns="85725" bIns="85725"/>
                    <a:lstStyle/>
                    <a:p>
                      <a:r>
                        <a:rPr sz="1500" b="0">
                          <a:solidFill>
                            <a:srgbClr val="352C24"/>
                          </a:solidFill>
                          <a:latin typeface="Segoe UI"/>
                          <a:ea typeface="Segoe UI"/>
                          <a:cs typeface="Segoe UI"/>
                        </a:rPr>
                        <a:t>Shared wording or institution does not establish a duplicate complaint.</a:t>
                      </a:r>
                    </a:p>
                  </a:txBody>
                  <a:tcPr marL="91440" marR="91440" marT="45720" marB="45720" anchor="ctr">
                    <a:lnR w="28575">
                      <a:solidFill>
                        <a:srgbClr val="F8F4ED"/>
                      </a:solidFill>
                      <a:prstDash val="solid"/>
                    </a:lnR>
                    <a:lnB w="28575">
                      <a:solidFill>
                        <a:srgbClr val="F8F4ED"/>
                      </a:solidFill>
                      <a:prstDash val="solid"/>
                    </a:lnB>
                    <a:solidFill>
                      <a:srgbClr val="EEE2D2"/>
                    </a:solidFill>
                  </a:tcPr>
                </a:tc>
                <a:tc>
                  <a:txBody>
                    <a:bodyPr lIns="85725" tIns="85725" rIns="85725" bIns="85725"/>
                    <a:lstStyle/>
                    <a:p>
                      <a:r>
                        <a:rPr sz="1500" b="0">
                          <a:solidFill>
                            <a:srgbClr val="352C24"/>
                          </a:solidFill>
                          <a:latin typeface="Segoe UI"/>
                          <a:ea typeface="Segoe UI"/>
                          <a:cs typeface="Segoe UI"/>
                        </a:rPr>
                        <a:t>Institution grouping, overlap suggestions and human review.</a:t>
                      </a:r>
                    </a:p>
                  </a:txBody>
                  <a:tcPr marL="91440" marR="91440" marT="45720" marB="45720" anchor="ctr">
                    <a:lnR w="28575">
                      <a:solidFill>
                        <a:srgbClr val="F8F4ED"/>
                      </a:solidFill>
                      <a:prstDash val="solid"/>
                    </a:lnR>
                    <a:lnB w="28575">
                      <a:solidFill>
                        <a:srgbClr val="F8F4ED"/>
                      </a:solidFill>
                      <a:prstDash val="solid"/>
                    </a:lnB>
                    <a:solidFill>
                      <a:srgbClr val="EEE2D2"/>
                    </a:solidFill>
                  </a:tcPr>
                </a:tc>
              </a:tr>
            </a:tbl>
          </a:graphicData>
        </a:graphic>
      </p:graphicFrame>
      <p:sp>
        <p:nvSpPr>
          <p:cNvPr id="11" name="">
            <a:extLst xmlns:a="http://schemas.openxmlformats.org/drawingml/2006/main">
              <a:ext uri="{FF2B5EF4-FFF2-40B4-BE49-F238E27FC236}">
                <a16:creationId xmlns:a16="http://schemas.microsoft.com/office/drawing/2014/main" id="{8486CA1F-6173-445A-95B4-68FF2B2711A0}"/>
              </a:ext>
            </a:extLst>
          </p:cNvPr>
          <p:cNvSpPr>
            <a:spLocks xmlns:a="http://schemas.openxmlformats.org/drawingml/2006/main" noGrp="1"/>
          </p:cNvSpPr>
          <p:nvPr/>
        </p:nvSpPr>
        <p:spPr>
          <a:xfrm xmlns:a="http://schemas.openxmlformats.org/drawingml/2006/main">
            <a:off x="514350" y="5724525"/>
            <a:ext cx="11201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a:solidFill>
                  <a:srgbClr val="352C24"/>
                </a:solidFill>
                <a:latin typeface="Segoe UI"/>
                <a:ea typeface="Segoe UI"/>
                <a:cs typeface="Segoe UI"/>
              </a:defRPr>
            </a:defPPr>
            <a:lvl1pPr algn="l">
              <a:defRPr sz="1200">
                <a:solidFill>
                  <a:srgbClr val="352C24"/>
                </a:solidFill>
                <a:latin typeface="Segoe UI"/>
                <a:ea typeface="Segoe UI"/>
                <a:cs typeface="Segoe UI"/>
              </a:defRPr>
            </a:lvl1pPr>
            <a:lvl2pPr algn="l">
              <a:defRPr sz="1200">
                <a:solidFill>
                  <a:srgbClr val="352C24"/>
                </a:solidFill>
                <a:latin typeface="Segoe UI"/>
                <a:ea typeface="Segoe UI"/>
                <a:cs typeface="Segoe UI"/>
              </a:defRPr>
            </a:lvl2pPr>
            <a:lvl3pPr algn="l">
              <a:defRPr sz="1200">
                <a:solidFill>
                  <a:srgbClr val="352C24"/>
                </a:solidFill>
                <a:latin typeface="Segoe UI"/>
                <a:ea typeface="Segoe UI"/>
                <a:cs typeface="Segoe UI"/>
              </a:defRPr>
            </a:lvl3pPr>
            <a:lvl4pPr algn="l">
              <a:defRPr sz="1200">
                <a:solidFill>
                  <a:srgbClr val="352C24"/>
                </a:solidFill>
                <a:latin typeface="Segoe UI"/>
                <a:ea typeface="Segoe UI"/>
                <a:cs typeface="Segoe UI"/>
              </a:defRPr>
            </a:lvl4pPr>
            <a:lvl5pPr algn="l">
              <a:defRPr sz="1200">
                <a:solidFill>
                  <a:srgbClr val="352C24"/>
                </a:solidFill>
                <a:latin typeface="Segoe UI"/>
                <a:ea typeface="Segoe UI"/>
                <a:cs typeface="Segoe UI"/>
              </a:defRPr>
            </a:lvl5pPr>
            <a:lvl6pPr algn="l">
              <a:defRPr sz="1200">
                <a:solidFill>
                  <a:srgbClr val="352C24"/>
                </a:solidFill>
                <a:latin typeface="Segoe UI"/>
                <a:ea typeface="Segoe UI"/>
                <a:cs typeface="Segoe UI"/>
              </a:defRPr>
            </a:lvl6pPr>
            <a:lvl7pPr algn="l">
              <a:defRPr sz="1200">
                <a:solidFill>
                  <a:srgbClr val="352C24"/>
                </a:solidFill>
                <a:latin typeface="Segoe UI"/>
                <a:ea typeface="Segoe UI"/>
                <a:cs typeface="Segoe UI"/>
              </a:defRPr>
            </a:lvl7pPr>
            <a:lvl8pPr algn="l">
              <a:defRPr sz="1200">
                <a:solidFill>
                  <a:srgbClr val="352C24"/>
                </a:solidFill>
                <a:latin typeface="Segoe UI"/>
                <a:ea typeface="Segoe UI"/>
                <a:cs typeface="Segoe UI"/>
              </a:defRPr>
            </a:lvl8pPr>
            <a:lvl9pPr algn="l">
              <a:defRPr sz="1200">
                <a:solidFill>
                  <a:srgbClr val="352C24"/>
                </a:solidFill>
                <a:latin typeface="Segoe UI"/>
                <a:ea typeface="Segoe UI"/>
                <a:cs typeface="Segoe UI"/>
              </a:defRPr>
            </a:lvl9pPr>
          </a:lstStyle>
          <a:p xmlns:a="http://schemas.openxmlformats.org/drawingml/2006/main">
            <a:pPr algn="l">
              <a:defRPr sz="1200">
                <a:solidFill>
                  <a:srgbClr val="352C24"/>
                </a:solidFill>
                <a:latin typeface="Segoe UI"/>
                <a:ea typeface="Segoe UI"/>
                <a:cs typeface="Segoe UI"/>
              </a:defRPr>
            </a:pPr>
            <a:r>
              <a:rPr sz="1200">
                <a:solidFill>
                  <a:srgbClr val="352C24"/>
                </a:solidFill>
                <a:latin typeface="Segoe UI"/>
                <a:ea typeface="Segoe UI"/>
                <a:cs typeface="Segoe UI"/>
              </a:rPr>
              <a:t>Limitations describe coordination needs, not audited failures. Implements lists features verified in OneCase.</a:t>
            </a:r>
          </a:p>
        </p:txBody>
      </p:sp>
      <p:sp>
        <p:nvSpPr>
          <p:cNvPr id="12" name="">
            <a:extLst xmlns:a="http://schemas.openxmlformats.org/drawingml/2006/main">
              <a:ext uri="{FF2B5EF4-FFF2-40B4-BE49-F238E27FC236}">
                <a16:creationId xmlns:a16="http://schemas.microsoft.com/office/drawing/2014/main" id="{17E003F3-D386-4924-982C-70BE057B496A}"/>
              </a:ext>
            </a:extLst>
          </p:cNvPr>
          <p:cNvSpPr>
            <a:spLocks xmlns:a="http://schemas.openxmlformats.org/drawingml/2006/main" noGrp="1"/>
          </p:cNvSpPr>
          <p:nvPr/>
        </p:nvSpPr>
        <p:spPr>
          <a:xfrm xmlns:a="http://schemas.openxmlformats.org/drawingml/2006/main">
            <a:off x="514350" y="6000750"/>
            <a:ext cx="542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a:solidFill>
                  <a:srgbClr val="352C24"/>
                </a:solidFill>
                <a:latin typeface="Segoe UI"/>
                <a:ea typeface="Segoe UI"/>
                <a:cs typeface="Segoe UI"/>
              </a:defRPr>
            </a:defPPr>
            <a:lvl1pPr algn="l">
              <a:defRPr sz="1200">
                <a:solidFill>
                  <a:srgbClr val="352C24"/>
                </a:solidFill>
                <a:latin typeface="Segoe UI"/>
                <a:ea typeface="Segoe UI"/>
                <a:cs typeface="Segoe UI"/>
              </a:defRPr>
            </a:lvl1pPr>
            <a:lvl2pPr algn="l">
              <a:defRPr sz="1200">
                <a:solidFill>
                  <a:srgbClr val="352C24"/>
                </a:solidFill>
                <a:latin typeface="Segoe UI"/>
                <a:ea typeface="Segoe UI"/>
                <a:cs typeface="Segoe UI"/>
              </a:defRPr>
            </a:lvl2pPr>
            <a:lvl3pPr algn="l">
              <a:defRPr sz="1200">
                <a:solidFill>
                  <a:srgbClr val="352C24"/>
                </a:solidFill>
                <a:latin typeface="Segoe UI"/>
                <a:ea typeface="Segoe UI"/>
                <a:cs typeface="Segoe UI"/>
              </a:defRPr>
            </a:lvl3pPr>
            <a:lvl4pPr algn="l">
              <a:defRPr sz="1200">
                <a:solidFill>
                  <a:srgbClr val="352C24"/>
                </a:solidFill>
                <a:latin typeface="Segoe UI"/>
                <a:ea typeface="Segoe UI"/>
                <a:cs typeface="Segoe UI"/>
              </a:defRPr>
            </a:lvl4pPr>
            <a:lvl5pPr algn="l">
              <a:defRPr sz="1200">
                <a:solidFill>
                  <a:srgbClr val="352C24"/>
                </a:solidFill>
                <a:latin typeface="Segoe UI"/>
                <a:ea typeface="Segoe UI"/>
                <a:cs typeface="Segoe UI"/>
              </a:defRPr>
            </a:lvl5pPr>
            <a:lvl6pPr algn="l">
              <a:defRPr sz="1200">
                <a:solidFill>
                  <a:srgbClr val="352C24"/>
                </a:solidFill>
                <a:latin typeface="Segoe UI"/>
                <a:ea typeface="Segoe UI"/>
                <a:cs typeface="Segoe UI"/>
              </a:defRPr>
            </a:lvl6pPr>
            <a:lvl7pPr algn="l">
              <a:defRPr sz="1200">
                <a:solidFill>
                  <a:srgbClr val="352C24"/>
                </a:solidFill>
                <a:latin typeface="Segoe UI"/>
                <a:ea typeface="Segoe UI"/>
                <a:cs typeface="Segoe UI"/>
              </a:defRPr>
            </a:lvl7pPr>
            <a:lvl8pPr algn="l">
              <a:defRPr sz="1200">
                <a:solidFill>
                  <a:srgbClr val="352C24"/>
                </a:solidFill>
                <a:latin typeface="Segoe UI"/>
                <a:ea typeface="Segoe UI"/>
                <a:cs typeface="Segoe UI"/>
              </a:defRPr>
            </a:lvl8pPr>
            <a:lvl9pPr algn="l">
              <a:defRPr sz="1200">
                <a:solidFill>
                  <a:srgbClr val="352C24"/>
                </a:solidFill>
                <a:latin typeface="Segoe UI"/>
                <a:ea typeface="Segoe UI"/>
                <a:cs typeface="Segoe UI"/>
              </a:defRPr>
            </a:lvl9pPr>
          </a:lstStyle>
          <a:p xmlns:a="http://schemas.openxmlformats.org/drawingml/2006/main">
            <a:pPr algn="l">
              <a:defRPr sz="1200">
                <a:solidFill>
                  <a:srgbClr val="352C24"/>
                </a:solidFill>
                <a:latin typeface="Segoe UI"/>
                <a:ea typeface="Segoe UI"/>
                <a:cs typeface="Segoe UI"/>
              </a:defRPr>
            </a:pPr>
            <a:r>
              <a:rPr u="sng">
                <a:solidFill>
                  <a:srgbClr val="9C482E"/>
                </a:solidFill>
                <a:hlinkClick xmlns:r="http://schemas.openxmlformats.org/officeDocument/2006/relationships" r:id="Rdd187d3f5de443c4"/>
              </a:rPr>
              <a:t>[1] AICTE Approval Process Handbook 2024–27</a:t>
            </a:r>
          </a:p>
        </p:txBody>
      </p:sp>
      <p:sp>
        <p:nvSpPr>
          <p:cNvPr id="13" name="">
            <a:extLst xmlns:a="http://schemas.openxmlformats.org/drawingml/2006/main">
              <a:ext uri="{FF2B5EF4-FFF2-40B4-BE49-F238E27FC236}">
                <a16:creationId xmlns:a16="http://schemas.microsoft.com/office/drawing/2014/main" id="{E24FEF7C-46C5-4BE5-8824-C80FA7194F1B}"/>
              </a:ext>
            </a:extLst>
          </p:cNvPr>
          <p:cNvSpPr>
            <a:spLocks xmlns:a="http://schemas.openxmlformats.org/drawingml/2006/main" noGrp="1"/>
          </p:cNvSpPr>
          <p:nvPr/>
        </p:nvSpPr>
        <p:spPr>
          <a:xfrm xmlns:a="http://schemas.openxmlformats.org/drawingml/2006/main">
            <a:off x="6115050" y="6000750"/>
            <a:ext cx="542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a:solidFill>
                  <a:srgbClr val="352C24"/>
                </a:solidFill>
                <a:latin typeface="Segoe UI"/>
                <a:ea typeface="Segoe UI"/>
                <a:cs typeface="Segoe UI"/>
              </a:defRPr>
            </a:defPPr>
            <a:lvl1pPr algn="l">
              <a:defRPr sz="1200">
                <a:solidFill>
                  <a:srgbClr val="352C24"/>
                </a:solidFill>
                <a:latin typeface="Segoe UI"/>
                <a:ea typeface="Segoe UI"/>
                <a:cs typeface="Segoe UI"/>
              </a:defRPr>
            </a:lvl1pPr>
            <a:lvl2pPr algn="l">
              <a:defRPr sz="1200">
                <a:solidFill>
                  <a:srgbClr val="352C24"/>
                </a:solidFill>
                <a:latin typeface="Segoe UI"/>
                <a:ea typeface="Segoe UI"/>
                <a:cs typeface="Segoe UI"/>
              </a:defRPr>
            </a:lvl2pPr>
            <a:lvl3pPr algn="l">
              <a:defRPr sz="1200">
                <a:solidFill>
                  <a:srgbClr val="352C24"/>
                </a:solidFill>
                <a:latin typeface="Segoe UI"/>
                <a:ea typeface="Segoe UI"/>
                <a:cs typeface="Segoe UI"/>
              </a:defRPr>
            </a:lvl3pPr>
            <a:lvl4pPr algn="l">
              <a:defRPr sz="1200">
                <a:solidFill>
                  <a:srgbClr val="352C24"/>
                </a:solidFill>
                <a:latin typeface="Segoe UI"/>
                <a:ea typeface="Segoe UI"/>
                <a:cs typeface="Segoe UI"/>
              </a:defRPr>
            </a:lvl4pPr>
            <a:lvl5pPr algn="l">
              <a:defRPr sz="1200">
                <a:solidFill>
                  <a:srgbClr val="352C24"/>
                </a:solidFill>
                <a:latin typeface="Segoe UI"/>
                <a:ea typeface="Segoe UI"/>
                <a:cs typeface="Segoe UI"/>
              </a:defRPr>
            </a:lvl5pPr>
            <a:lvl6pPr algn="l">
              <a:defRPr sz="1200">
                <a:solidFill>
                  <a:srgbClr val="352C24"/>
                </a:solidFill>
                <a:latin typeface="Segoe UI"/>
                <a:ea typeface="Segoe UI"/>
                <a:cs typeface="Segoe UI"/>
              </a:defRPr>
            </a:lvl6pPr>
            <a:lvl7pPr algn="l">
              <a:defRPr sz="1200">
                <a:solidFill>
                  <a:srgbClr val="352C24"/>
                </a:solidFill>
                <a:latin typeface="Segoe UI"/>
                <a:ea typeface="Segoe UI"/>
                <a:cs typeface="Segoe UI"/>
              </a:defRPr>
            </a:lvl7pPr>
            <a:lvl8pPr algn="l">
              <a:defRPr sz="1200">
                <a:solidFill>
                  <a:srgbClr val="352C24"/>
                </a:solidFill>
                <a:latin typeface="Segoe UI"/>
                <a:ea typeface="Segoe UI"/>
                <a:cs typeface="Segoe UI"/>
              </a:defRPr>
            </a:lvl8pPr>
            <a:lvl9pPr algn="l">
              <a:defRPr sz="1200">
                <a:solidFill>
                  <a:srgbClr val="352C24"/>
                </a:solidFill>
                <a:latin typeface="Segoe UI"/>
                <a:ea typeface="Segoe UI"/>
                <a:cs typeface="Segoe UI"/>
              </a:defRPr>
            </a:lvl9pPr>
          </a:lstStyle>
          <a:p xmlns:a="http://schemas.openxmlformats.org/drawingml/2006/main">
            <a:pPr algn="l">
              <a:defRPr sz="1200">
                <a:solidFill>
                  <a:srgbClr val="352C24"/>
                </a:solidFill>
                <a:latin typeface="Segoe UI"/>
                <a:ea typeface="Segoe UI"/>
                <a:cs typeface="Segoe UI"/>
              </a:defRPr>
            </a:pPr>
            <a:r>
              <a:rPr u="sng">
                <a:solidFill>
                  <a:srgbClr val="9C482E"/>
                </a:solidFill>
                <a:hlinkClick xmlns:r="http://schemas.openxmlformats.org/officeDocument/2006/relationships" r:id="Rf3bd5812a42e4b29"/>
              </a:rPr>
              <a:t>[2] DARPG grievance guidelines, 26 Aug 2024</a:t>
            </a:r>
          </a:p>
        </p:txBody>
      </p:sp>
      <p:sp>
        <p:nvSpPr>
          <p:cNvPr id="14" name="">
            <a:extLst xmlns:a="http://schemas.openxmlformats.org/drawingml/2006/main">
              <a:ext uri="{FF2B5EF4-FFF2-40B4-BE49-F238E27FC236}">
                <a16:creationId xmlns:a16="http://schemas.microsoft.com/office/drawing/2014/main" id="{CBB77715-4C06-4908-A8EF-377B87937C69}"/>
              </a:ext>
            </a:extLst>
          </p:cNvPr>
          <p:cNvSpPr>
            <a:spLocks xmlns:a="http://schemas.openxmlformats.org/drawingml/2006/main" noGrp="1"/>
          </p:cNvSpPr>
          <p:nvPr/>
        </p:nvSpPr>
        <p:spPr>
          <a:xfrm xmlns:a="http://schemas.openxmlformats.org/drawingml/2006/main">
            <a:off x="514350" y="6276975"/>
            <a:ext cx="542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a:solidFill>
                  <a:srgbClr val="352C24"/>
                </a:solidFill>
                <a:latin typeface="Segoe UI"/>
                <a:ea typeface="Segoe UI"/>
                <a:cs typeface="Segoe UI"/>
              </a:defRPr>
            </a:defPPr>
            <a:lvl1pPr algn="l">
              <a:defRPr sz="1200">
                <a:solidFill>
                  <a:srgbClr val="352C24"/>
                </a:solidFill>
                <a:latin typeface="Segoe UI"/>
                <a:ea typeface="Segoe UI"/>
                <a:cs typeface="Segoe UI"/>
              </a:defRPr>
            </a:lvl1pPr>
            <a:lvl2pPr algn="l">
              <a:defRPr sz="1200">
                <a:solidFill>
                  <a:srgbClr val="352C24"/>
                </a:solidFill>
                <a:latin typeface="Segoe UI"/>
                <a:ea typeface="Segoe UI"/>
                <a:cs typeface="Segoe UI"/>
              </a:defRPr>
            </a:lvl2pPr>
            <a:lvl3pPr algn="l">
              <a:defRPr sz="1200">
                <a:solidFill>
                  <a:srgbClr val="352C24"/>
                </a:solidFill>
                <a:latin typeface="Segoe UI"/>
                <a:ea typeface="Segoe UI"/>
                <a:cs typeface="Segoe UI"/>
              </a:defRPr>
            </a:lvl3pPr>
            <a:lvl4pPr algn="l">
              <a:defRPr sz="1200">
                <a:solidFill>
                  <a:srgbClr val="352C24"/>
                </a:solidFill>
                <a:latin typeface="Segoe UI"/>
                <a:ea typeface="Segoe UI"/>
                <a:cs typeface="Segoe UI"/>
              </a:defRPr>
            </a:lvl4pPr>
            <a:lvl5pPr algn="l">
              <a:defRPr sz="1200">
                <a:solidFill>
                  <a:srgbClr val="352C24"/>
                </a:solidFill>
                <a:latin typeface="Segoe UI"/>
                <a:ea typeface="Segoe UI"/>
                <a:cs typeface="Segoe UI"/>
              </a:defRPr>
            </a:lvl5pPr>
            <a:lvl6pPr algn="l">
              <a:defRPr sz="1200">
                <a:solidFill>
                  <a:srgbClr val="352C24"/>
                </a:solidFill>
                <a:latin typeface="Segoe UI"/>
                <a:ea typeface="Segoe UI"/>
                <a:cs typeface="Segoe UI"/>
              </a:defRPr>
            </a:lvl6pPr>
            <a:lvl7pPr algn="l">
              <a:defRPr sz="1200">
                <a:solidFill>
                  <a:srgbClr val="352C24"/>
                </a:solidFill>
                <a:latin typeface="Segoe UI"/>
                <a:ea typeface="Segoe UI"/>
                <a:cs typeface="Segoe UI"/>
              </a:defRPr>
            </a:lvl7pPr>
            <a:lvl8pPr algn="l">
              <a:defRPr sz="1200">
                <a:solidFill>
                  <a:srgbClr val="352C24"/>
                </a:solidFill>
                <a:latin typeface="Segoe UI"/>
                <a:ea typeface="Segoe UI"/>
                <a:cs typeface="Segoe UI"/>
              </a:defRPr>
            </a:lvl8pPr>
            <a:lvl9pPr algn="l">
              <a:defRPr sz="1200">
                <a:solidFill>
                  <a:srgbClr val="352C24"/>
                </a:solidFill>
                <a:latin typeface="Segoe UI"/>
                <a:ea typeface="Segoe UI"/>
                <a:cs typeface="Segoe UI"/>
              </a:defRPr>
            </a:lvl9pPr>
          </a:lstStyle>
          <a:p xmlns:a="http://schemas.openxmlformats.org/drawingml/2006/main">
            <a:pPr algn="l">
              <a:defRPr sz="1200">
                <a:solidFill>
                  <a:srgbClr val="352C24"/>
                </a:solidFill>
                <a:latin typeface="Segoe UI"/>
                <a:ea typeface="Segoe UI"/>
                <a:cs typeface="Segoe UI"/>
              </a:defRPr>
            </a:pPr>
            <a:r>
              <a:rPr u="sng">
                <a:solidFill>
                  <a:srgbClr val="9C482E"/>
                </a:solidFill>
                <a:hlinkClick xmlns:r="http://schemas.openxmlformats.org/officeDocument/2006/relationships" r:id="R656b245b3be5426c"/>
              </a:rPr>
              <a:t>[3] CPGRAMS redressal review, 11 Dec 2024</a:t>
            </a:r>
          </a:p>
        </p:txBody>
      </p:sp>
      <p:sp>
        <p:nvSpPr>
          <p:cNvPr id="15" name="">
            <a:extLst xmlns:a="http://schemas.openxmlformats.org/drawingml/2006/main">
              <a:ext uri="{FF2B5EF4-FFF2-40B4-BE49-F238E27FC236}">
                <a16:creationId xmlns:a16="http://schemas.microsoft.com/office/drawing/2014/main" id="{D9413AC2-9112-4461-BB49-1C60481C80F5}"/>
              </a:ext>
            </a:extLst>
          </p:cNvPr>
          <p:cNvSpPr>
            <a:spLocks xmlns:a="http://schemas.openxmlformats.org/drawingml/2006/main" noGrp="1"/>
          </p:cNvSpPr>
          <p:nvPr/>
        </p:nvSpPr>
        <p:spPr>
          <a:xfrm xmlns:a="http://schemas.openxmlformats.org/drawingml/2006/main">
            <a:off x="6115050" y="6276975"/>
            <a:ext cx="542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a:solidFill>
                  <a:srgbClr val="352C24"/>
                </a:solidFill>
                <a:latin typeface="Segoe UI"/>
                <a:ea typeface="Segoe UI"/>
                <a:cs typeface="Segoe UI"/>
              </a:defRPr>
            </a:defPPr>
            <a:lvl1pPr algn="l">
              <a:defRPr sz="1200">
                <a:solidFill>
                  <a:srgbClr val="352C24"/>
                </a:solidFill>
                <a:latin typeface="Segoe UI"/>
                <a:ea typeface="Segoe UI"/>
                <a:cs typeface="Segoe UI"/>
              </a:defRPr>
            </a:lvl1pPr>
            <a:lvl2pPr algn="l">
              <a:defRPr sz="1200">
                <a:solidFill>
                  <a:srgbClr val="352C24"/>
                </a:solidFill>
                <a:latin typeface="Segoe UI"/>
                <a:ea typeface="Segoe UI"/>
                <a:cs typeface="Segoe UI"/>
              </a:defRPr>
            </a:lvl2pPr>
            <a:lvl3pPr algn="l">
              <a:defRPr sz="1200">
                <a:solidFill>
                  <a:srgbClr val="352C24"/>
                </a:solidFill>
                <a:latin typeface="Segoe UI"/>
                <a:ea typeface="Segoe UI"/>
                <a:cs typeface="Segoe UI"/>
              </a:defRPr>
            </a:lvl3pPr>
            <a:lvl4pPr algn="l">
              <a:defRPr sz="1200">
                <a:solidFill>
                  <a:srgbClr val="352C24"/>
                </a:solidFill>
                <a:latin typeface="Segoe UI"/>
                <a:ea typeface="Segoe UI"/>
                <a:cs typeface="Segoe UI"/>
              </a:defRPr>
            </a:lvl4pPr>
            <a:lvl5pPr algn="l">
              <a:defRPr sz="1200">
                <a:solidFill>
                  <a:srgbClr val="352C24"/>
                </a:solidFill>
                <a:latin typeface="Segoe UI"/>
                <a:ea typeface="Segoe UI"/>
                <a:cs typeface="Segoe UI"/>
              </a:defRPr>
            </a:lvl5pPr>
            <a:lvl6pPr algn="l">
              <a:defRPr sz="1200">
                <a:solidFill>
                  <a:srgbClr val="352C24"/>
                </a:solidFill>
                <a:latin typeface="Segoe UI"/>
                <a:ea typeface="Segoe UI"/>
                <a:cs typeface="Segoe UI"/>
              </a:defRPr>
            </a:lvl6pPr>
            <a:lvl7pPr algn="l">
              <a:defRPr sz="1200">
                <a:solidFill>
                  <a:srgbClr val="352C24"/>
                </a:solidFill>
                <a:latin typeface="Segoe UI"/>
                <a:ea typeface="Segoe UI"/>
                <a:cs typeface="Segoe UI"/>
              </a:defRPr>
            </a:lvl7pPr>
            <a:lvl8pPr algn="l">
              <a:defRPr sz="1200">
                <a:solidFill>
                  <a:srgbClr val="352C24"/>
                </a:solidFill>
                <a:latin typeface="Segoe UI"/>
                <a:ea typeface="Segoe UI"/>
                <a:cs typeface="Segoe UI"/>
              </a:defRPr>
            </a:lvl8pPr>
            <a:lvl9pPr algn="l">
              <a:defRPr sz="1200">
                <a:solidFill>
                  <a:srgbClr val="352C24"/>
                </a:solidFill>
                <a:latin typeface="Segoe UI"/>
                <a:ea typeface="Segoe UI"/>
                <a:cs typeface="Segoe UI"/>
              </a:defRPr>
            </a:lvl9pPr>
          </a:lstStyle>
          <a:p xmlns:a="http://schemas.openxmlformats.org/drawingml/2006/main">
            <a:pPr algn="l">
              <a:defRPr sz="1200">
                <a:solidFill>
                  <a:srgbClr val="352C24"/>
                </a:solidFill>
                <a:latin typeface="Segoe UI"/>
                <a:ea typeface="Segoe UI"/>
                <a:cs typeface="Segoe UI"/>
              </a:defRPr>
            </a:pPr>
            <a:r>
              <a:rPr u="sng">
                <a:solidFill>
                  <a:srgbClr val="9C482E"/>
                </a:solidFill>
                <a:hlinkClick xmlns:r="http://schemas.openxmlformats.org/officeDocument/2006/relationships" r:id="R925bbca01ac642be"/>
              </a:rPr>
              <a:t>[4] IGMS 2.0 launch, 11 Oct 2023</a:t>
            </a:r>
          </a:p>
        </p:txBody>
      </p:sp>
    </p:spTree>
    <p:extLst>
      <p:ext uri="{BB962C8B-B14F-4D97-AF65-F5344CB8AC3E}">
        <p14:creationId xmlns:p14="http://schemas.microsoft.com/office/powerpoint/2010/main" val="7684947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2026-10-27T21:02:29.0520000Z</dcterms:created>
  <dcterms:modified xsi:type="dcterms:W3CDTF">2026-10-27T21:02:29.0520000Z</dcterms:modified>
</coreProperties>
</file>